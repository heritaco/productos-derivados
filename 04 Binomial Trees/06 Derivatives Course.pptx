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40" r:id="rId4"/>
  </p:sldMasterIdLst>
  <p:notesMasterIdLst>
    <p:notesMasterId r:id="rId19"/>
  </p:notesMasterIdLst>
  <p:handoutMasterIdLst>
    <p:handoutMasterId r:id="rId20"/>
  </p:handoutMasterIdLst>
  <p:sldIdLst>
    <p:sldId id="2145707967" r:id="rId5"/>
    <p:sldId id="2145708231" r:id="rId6"/>
    <p:sldId id="2145708234" r:id="rId7"/>
    <p:sldId id="2145708235" r:id="rId8"/>
    <p:sldId id="2145708239" r:id="rId9"/>
    <p:sldId id="2145708240" r:id="rId10"/>
    <p:sldId id="2145708229" r:id="rId11"/>
    <p:sldId id="2145708230" r:id="rId12"/>
    <p:sldId id="2145708232" r:id="rId13"/>
    <p:sldId id="2145708237" r:id="rId14"/>
    <p:sldId id="2145708243" r:id="rId15"/>
    <p:sldId id="2145708241" r:id="rId16"/>
    <p:sldId id="2145708244" r:id="rId17"/>
    <p:sldId id="2145708242" r:id="rId18"/>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on de la Rosa" initials="RdlR" lastIdx="2" clrIdx="0">
    <p:extLst>
      <p:ext uri="{19B8F6BF-5375-455C-9EA6-DF929625EA0E}">
        <p15:presenceInfo xmlns:p15="http://schemas.microsoft.com/office/powerpoint/2012/main" userId="2795917d5f1a333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AFC0"/>
    <a:srgbClr val="FF6699"/>
    <a:srgbClr val="D6432A"/>
    <a:srgbClr val="008080"/>
    <a:srgbClr val="2E75B6"/>
    <a:srgbClr val="DEF8F2"/>
    <a:srgbClr val="FBE8E8"/>
    <a:srgbClr val="E1EDF7"/>
    <a:srgbClr val="E9E3D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EAAA76-3047-4A30-B387-7FDB9424A60B}" v="1" dt="2025-11-01T16:51:30.27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3840"/>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avo Muñoz" userId="d829a8eba043cb78" providerId="LiveId" clId="{CE1A3DB6-67FB-4347-AF9D-8E78EED940D1}"/>
    <pc:docChg chg="modSld">
      <pc:chgData name="Gustavo Muñoz" userId="d829a8eba043cb78" providerId="LiveId" clId="{CE1A3DB6-67FB-4347-AF9D-8E78EED940D1}" dt="2025-11-01T16:51:30.268" v="0"/>
      <pc:docMkLst>
        <pc:docMk/>
      </pc:docMkLst>
      <pc:sldChg chg="addSp">
        <pc:chgData name="Gustavo Muñoz" userId="d829a8eba043cb78" providerId="LiveId" clId="{CE1A3DB6-67FB-4347-AF9D-8E78EED940D1}" dt="2025-11-01T16:51:30.268" v="0"/>
        <pc:sldMkLst>
          <pc:docMk/>
          <pc:sldMk cId="479591890" sldId="2145708229"/>
        </pc:sldMkLst>
        <pc:inkChg chg="add">
          <ac:chgData name="Gustavo Muñoz" userId="d829a8eba043cb78" providerId="LiveId" clId="{CE1A3DB6-67FB-4347-AF9D-8E78EED940D1}" dt="2025-11-01T16:51:30.268" v="0"/>
          <ac:inkMkLst>
            <pc:docMk/>
            <pc:sldMk cId="479591890" sldId="2145708229"/>
            <ac:inkMk id="2" creationId="{A2A9AF0C-5A4D-FF08-C50F-6F715910F980}"/>
          </ac:inkMkLst>
        </pc:inkChg>
      </pc:sldChg>
      <pc:sldChg chg="addSp">
        <pc:chgData name="Gustavo Muñoz" userId="d829a8eba043cb78" providerId="LiveId" clId="{CE1A3DB6-67FB-4347-AF9D-8E78EED940D1}" dt="2025-11-01T16:51:30.268" v="0"/>
        <pc:sldMkLst>
          <pc:docMk/>
          <pc:sldMk cId="3442439377" sldId="2145708230"/>
        </pc:sldMkLst>
        <pc:inkChg chg="add">
          <ac:chgData name="Gustavo Muñoz" userId="d829a8eba043cb78" providerId="LiveId" clId="{CE1A3DB6-67FB-4347-AF9D-8E78EED940D1}" dt="2025-11-01T16:51:30.268" v="0"/>
          <ac:inkMkLst>
            <pc:docMk/>
            <pc:sldMk cId="3442439377" sldId="2145708230"/>
            <ac:inkMk id="2" creationId="{68919C95-86A3-9701-6C9E-867FBA0F3F43}"/>
          </ac:inkMkLst>
        </pc:inkChg>
      </pc:sldChg>
      <pc:sldChg chg="addSp">
        <pc:chgData name="Gustavo Muñoz" userId="d829a8eba043cb78" providerId="LiveId" clId="{CE1A3DB6-67FB-4347-AF9D-8E78EED940D1}" dt="2025-11-01T16:51:30.268" v="0"/>
        <pc:sldMkLst>
          <pc:docMk/>
          <pc:sldMk cId="4284364296" sldId="2145708232"/>
        </pc:sldMkLst>
        <pc:inkChg chg="add">
          <ac:chgData name="Gustavo Muñoz" userId="d829a8eba043cb78" providerId="LiveId" clId="{CE1A3DB6-67FB-4347-AF9D-8E78EED940D1}" dt="2025-11-01T16:51:30.268" v="0"/>
          <ac:inkMkLst>
            <pc:docMk/>
            <pc:sldMk cId="4284364296" sldId="2145708232"/>
            <ac:inkMk id="2" creationId="{0451F637-F163-840A-9CF4-ACFE7716DB4C}"/>
          </ac:inkMkLst>
        </pc:inkChg>
      </pc:sldChg>
      <pc:sldChg chg="addSp">
        <pc:chgData name="Gustavo Muñoz" userId="d829a8eba043cb78" providerId="LiveId" clId="{CE1A3DB6-67FB-4347-AF9D-8E78EED940D1}" dt="2025-11-01T16:51:30.268" v="0"/>
        <pc:sldMkLst>
          <pc:docMk/>
          <pc:sldMk cId="957473926" sldId="2145708237"/>
        </pc:sldMkLst>
        <pc:inkChg chg="add">
          <ac:chgData name="Gustavo Muñoz" userId="d829a8eba043cb78" providerId="LiveId" clId="{CE1A3DB6-67FB-4347-AF9D-8E78EED940D1}" dt="2025-11-01T16:51:30.268" v="0"/>
          <ac:inkMkLst>
            <pc:docMk/>
            <pc:sldMk cId="957473926" sldId="2145708237"/>
            <ac:inkMk id="2" creationId="{8C25D725-956A-A411-7D3B-154B4EB288EF}"/>
          </ac:inkMkLst>
        </pc:inkChg>
      </pc:sldChg>
      <pc:sldChg chg="addSp">
        <pc:chgData name="Gustavo Muñoz" userId="d829a8eba043cb78" providerId="LiveId" clId="{CE1A3DB6-67FB-4347-AF9D-8E78EED940D1}" dt="2025-11-01T16:51:30.268" v="0"/>
        <pc:sldMkLst>
          <pc:docMk/>
          <pc:sldMk cId="4260582782" sldId="2145708241"/>
        </pc:sldMkLst>
        <pc:inkChg chg="add">
          <ac:chgData name="Gustavo Muñoz" userId="d829a8eba043cb78" providerId="LiveId" clId="{CE1A3DB6-67FB-4347-AF9D-8E78EED940D1}" dt="2025-11-01T16:51:30.268" v="0"/>
          <ac:inkMkLst>
            <pc:docMk/>
            <pc:sldMk cId="4260582782" sldId="2145708241"/>
            <ac:inkMk id="3" creationId="{7BA04D76-94B0-E81D-B4DC-EC2EF50E61EF}"/>
          </ac:inkMkLst>
        </pc:inkChg>
      </pc:sldChg>
      <pc:sldChg chg="addSp">
        <pc:chgData name="Gustavo Muñoz" userId="d829a8eba043cb78" providerId="LiveId" clId="{CE1A3DB6-67FB-4347-AF9D-8E78EED940D1}" dt="2025-11-01T16:51:30.268" v="0"/>
        <pc:sldMkLst>
          <pc:docMk/>
          <pc:sldMk cId="277080785" sldId="2145708242"/>
        </pc:sldMkLst>
        <pc:inkChg chg="add">
          <ac:chgData name="Gustavo Muñoz" userId="d829a8eba043cb78" providerId="LiveId" clId="{CE1A3DB6-67FB-4347-AF9D-8E78EED940D1}" dt="2025-11-01T16:51:30.268" v="0"/>
          <ac:inkMkLst>
            <pc:docMk/>
            <pc:sldMk cId="277080785" sldId="2145708242"/>
            <ac:inkMk id="2" creationId="{73D5589C-63C6-F9A9-1B71-C892CC2A183F}"/>
          </ac:inkMkLst>
        </pc:inkChg>
      </pc:sldChg>
      <pc:sldChg chg="addSp">
        <pc:chgData name="Gustavo Muñoz" userId="d829a8eba043cb78" providerId="LiveId" clId="{CE1A3DB6-67FB-4347-AF9D-8E78EED940D1}" dt="2025-11-01T16:51:30.268" v="0"/>
        <pc:sldMkLst>
          <pc:docMk/>
          <pc:sldMk cId="464273525" sldId="2145708243"/>
        </pc:sldMkLst>
        <pc:inkChg chg="add">
          <ac:chgData name="Gustavo Muñoz" userId="d829a8eba043cb78" providerId="LiveId" clId="{CE1A3DB6-67FB-4347-AF9D-8E78EED940D1}" dt="2025-11-01T16:51:30.268" v="0"/>
          <ac:inkMkLst>
            <pc:docMk/>
            <pc:sldMk cId="464273525" sldId="2145708243"/>
            <ac:inkMk id="2" creationId="{5BCEC90C-7B57-5C16-0F25-7EE3F7A93D1B}"/>
          </ac:inkMkLst>
        </pc:inkChg>
      </pc:sldChg>
      <pc:sldChg chg="addSp">
        <pc:chgData name="Gustavo Muñoz" userId="d829a8eba043cb78" providerId="LiveId" clId="{CE1A3DB6-67FB-4347-AF9D-8E78EED940D1}" dt="2025-11-01T16:51:30.268" v="0"/>
        <pc:sldMkLst>
          <pc:docMk/>
          <pc:sldMk cId="3114490713" sldId="2145708244"/>
        </pc:sldMkLst>
        <pc:inkChg chg="add">
          <ac:chgData name="Gustavo Muñoz" userId="d829a8eba043cb78" providerId="LiveId" clId="{CE1A3DB6-67FB-4347-AF9D-8E78EED940D1}" dt="2025-11-01T16:51:30.268" v="0"/>
          <ac:inkMkLst>
            <pc:docMk/>
            <pc:sldMk cId="3114490713" sldId="2145708244"/>
            <ac:inkMk id="3" creationId="{27BC1716-C639-BD86-0500-209CC60475F9}"/>
          </ac:inkMkLst>
        </pc:inkChg>
      </pc:sldChg>
    </pc:docChg>
  </pc:docChgLst>
  <pc:docChgLst>
    <pc:chgData name="Gustavo Muñoz" userId="d829a8eba043cb78" providerId="LiveId" clId="{C1CA88AD-C629-4512-8DA2-7099F45BC246}"/>
    <pc:docChg chg="addSld">
      <pc:chgData name="Gustavo Muñoz" userId="d829a8eba043cb78" providerId="LiveId" clId="{C1CA88AD-C629-4512-8DA2-7099F45BC246}" dt="2025-11-01T14:33:17.960" v="0" actId="680"/>
      <pc:docMkLst>
        <pc:docMk/>
      </pc:docMkLst>
      <pc:sldChg chg="new">
        <pc:chgData name="Gustavo Muñoz" userId="d829a8eba043cb78" providerId="LiveId" clId="{C1CA88AD-C629-4512-8DA2-7099F45BC246}" dt="2025-11-01T14:33:17.960" v="0" actId="680"/>
        <pc:sldMkLst>
          <pc:docMk/>
          <pc:sldMk cId="3114490713" sldId="21457082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770344A-7E8E-412E-BEC1-29250477EF18}" type="datetime1">
              <a:rPr lang="es-ES" smtClean="0"/>
              <a:t>01/11/2025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35A2F8B-77F4-4019-B743-01D21DFE6C61}" type="slidenum">
              <a:rPr lang="es-ES" smtClean="0"/>
              <a:t>‹#›</a:t>
            </a:fld>
            <a:endParaRPr lang="es-ES"/>
          </a:p>
        </p:txBody>
      </p:sp>
    </p:spTree>
    <p:extLst>
      <p:ext uri="{BB962C8B-B14F-4D97-AF65-F5344CB8AC3E}">
        <p14:creationId xmlns:p14="http://schemas.microsoft.com/office/powerpoint/2010/main" val="167324553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0-25T16:34:01.290"/>
    </inkml:context>
    <inkml:brush xml:id="br0">
      <inkml:brushProperty name="width" value="0.05292" units="cm"/>
      <inkml:brushProperty name="height" value="0.05292" units="cm"/>
    </inkml:brush>
  </inkml:definitions>
  <inkml:trace contextRef="#ctx0" brushRef="#br0">5648 13604 416 0,'0'0'0'0,"0"0"0"0,0 0 0 15,0 0 121-15,0 0 1 0,0 0-1 0,0 0 1 0,0 0-1 16,0 0 0-16,0 0 0 0,8 0 1 0,-6 8-32 16,2 7 0-16,0-3 0 0,0 6 0 0,0 9 0 15,0 0 0-15,0 8 0 0,1 8 0 0,-5 4-28 16,4 8 1-16,-4-6 0 0,0 5 0 0,0-1-1 16,0-6 1-16,0-4-1 0,0-8 1 0,0-35-63 0,0 0-1956 15</inkml:trace>
  <inkml:trace contextRef="#ctx0" brushRef="#br0" timeOffset="649.87">6122 13719 340 0,'0'0'0'0,"0"0"0"0,0 0 0 0,0 0 204 0,0 0 1 15,-6-4-1-15,2 0 1 0,-4 0-1 0,4-1 0 16,-4 1 0-16,1-2 1 0,1 2-138 0,0-4 1 16,-2 2-1-16,-4 2 1 0,2 2-1 0,2 0 1 15,-5 2-1-15,5 2 1 0,-6 2-33 0,6 2 1 16,-4 0 0-16,-1 2 0 0,3 0-1 0,2 3 1 16,4-1-1-16,0 2 1 0,0 1-19 0,8-1 1 15,0 2 0-15,4-2 0 0,4 3-1 0,3-3 1 0,1 3-1 16,2-1 1-16,3 0-18 0,5 1 1 0,-2 1-1 15,7-2 1-15,-5 5-1 0,5-1 0 0,-5 3 0 16,3 1 1-16,-7 1 0 0,1 2 0 0,-7 1 0 16,0 1 0-16,-2 2 0 0,-5-3 0 0,-5-1 0 15,0-3 0-15,-8-3-1 0,0-1 0 0,-9-5 0 16,3-1 1-16,-6-8-1 0,-2-4 0 0,-3 0 0 16,-5-2 0-16,-1-4 0 0,-1-4 0 0,1-3 0 0,-3-1 1 15,-3-3-1-15,7 1 0 0,-1 2 0 0,5-3 1 16,6 3 6-16,-1 2 1 0</inkml:trace>
  <inkml:trace contextRef="#ctx0" brushRef="#br0" timeOffset="1133.47">6564 13856 404 0,'0'0'0'0,"0"0"0"15,0 0 0-15,0 0 193 0,-13-6 1 0,9 4-1 16,2 2 1-16,-2-2-1 0,0 2 0 0,-4 0 0 16,4 0 1-16,-4 2-141 0,4 2 1 0,-6 4 0 15,2 1 0-15,-1 3-1 0,5 2 1 0,-4 3 0 16,2 5 0-16,2 3-15 0,0-1 1 0,0 7 0 0,4 0 0 16,4-2-1-16,2 1 1 0,6-1-1 15,0-4 1-15,7-5-11 0,5-1 0 0,-1-3 0 0,3-4 0 16,7-3-1-16,1-3 1 0,-3-6 0 0,7-8 0 15,-3-3-37-15,0-5 1 0,-5-5-1 0,1-3 1 16,-3-3-1-16,-5-4 1 0,-3 1 0 0,-10-3 0 16,-2 0 17-16,-4 6 0 0,-4-3 0 0,-4 5 0 15,-8 2-1-15,-2 7 1 0,-9 4 0 0,-1 3 0 0,-3 1 3 16,-1 6 0-16,-7 2 0 0,-1 6 1 0,-5 1-1 16,4 3 0-16,-1 4 0 0,1-4 1 0,7 7 2 15,-1-1 1-15</inkml:trace>
  <inkml:trace contextRef="#ctx0" brushRef="#br0" timeOffset="14770.74">7213 13674 188 0,'0'0'0'0,"0"0"0"0,0 0 0 0,0 0 75 0,-4 6 0 16,-2-2 0-16,2-4 0 0,0 4-1 0,4-4 1 16,-4 2 0-16,4 0 0 0,0 0-3 0,0-2 1 15,0 0 0-15,4 0 0 0,0-2-1 0,2-2 1 16,2 0-1-16,4-2 1 0,2-2-6 0,7-1 1 15,-3-5 0-15,7 0 0 0,5-3-1 0,5-5 1 16,3-3-1-16,13-6 1 0,0-6-17 0,14-4 1 16,4 0-1-16,17-12 1 0,-1 2-1 0,3 0 1 0,5-3-1 15,-1 1 1-15,6-3-65 0,-5 3 1 0,7-2 0 16,0-1 0-16,2 3-1 0,-3 0 1 0,1 1 0 16,-2 5 0-16,-3 2 41 0,-1 4 0 0,-4 2 0 15,-9 0 0-15,0 2 0 0,-7 2 0 0,-5 5 0 16,-4 3 0-16,-65 27-29 0,0 0-1842 0</inkml:trace>
  <inkml:trace contextRef="#ctx0" brushRef="#br0" timeOffset="23770.46">9895 11967 304 0,'0'0'0'0,"0"0"0"0,0 0 0 16,0 0 123-16,0 0 1 0,0 0-1 0,0 0 1 0,0 0-1 15,9-8 1-15,-9 8-1 0,4 2 1 0,-4 0-43 16,4 2 1-16,-4 2 0 0,4 5 0 0,-4 3-1 16,4 0 1-16,0 5 0 0,-4 1 0 0,4 5-30 15,-4 0 0-15,2 3 0 0,-2-1 1 0,0 4-1 16,0-1 0-16</inkml:trace>
  <inkml:trace contextRef="#ctx0" brushRef="#br0" timeOffset="24171.29">10268 11963 164 0,'0'0'0'0,"0"0"0"16,0 0 0-16,0 0 133 0,0 0 1 0,-8 0 0 15,4 0 0-15,0 0-1 0,0-2 1 0,-5 2-1 0,3 0 1 16,-6 2-69-16,0 2 1 0,0-4-1 0,1 4 1 15,-5 3-1-15,2-1 1 0,2 0-1 0,4 2 1 16,-5 2-20-16,7 1 1 0,2 1 0 0,0-2 0 16,4 0-1-16,4 3 1 0,0-1-1 0,4 2 1 15,7-3-15-15,-3 1 1 0,2 0 0 0,6-2 0 0,-3 3-1 16,5-1 1-16,-4 2-1 0,3-3 1 0,-3 1-39 16,2 0 0-16,-5-1 0 0,1 1 1 0,-4 0-1 15,-6 3 1-15,-2-5-1 0,-4 2 1 0,-2 0 18 16,-2 1 1-16,-8-7 0 0,0 2 0 0,-2-2-1 15,-3-2 1-15,-1-2-1 0,2-2 1 0,-3-4-2 0,-1-2 0 16</inkml:trace>
  <inkml:trace contextRef="#ctx0" brushRef="#br0" timeOffset="24553.53">10604 11998 148 0,'0'0'0'0,"0"0"0"15,0 0 0-15,0 0 231 0,0 0 0 0,-13 0 0 0,9 4 1 16,-2-4-1-16,2 4 0 0,-4 0 0 0,4 0 1 15,-4 3-170-15,2 1 1 0,0-2-1 0,0 2 1 16,1 4-1-16,-3 1 0 0,4 1 0 0,4 0 1 16,0 3-20-16,0-1 1 0,4-1-1 0,0 1 1 15,5 0-1-15,3-1 1 0,2-1-1 0,4-6 1 0,3-1-21 16,-3 1 0-16,6-8 0 0,-3 0 1 0,1-6-1 16,1 1 0-16,1-7 0 0,-6 0 1 0,3-5-25 15,-11-1 0-15,2 0 0 0,-4-5 1 0,0 0-1 16,-8 1 0-16,-4-1 0 0,0 3 1 0,-8-1 3 15,0 3 0-15,2 1 0 0,-7 5 1 0,-1 4-1 16,-2 2 0-16,1 0 0 0,3 6 0 0,16 0-3 0,0 0-2288 16</inkml:trace>
  <inkml:trace contextRef="#ctx0" brushRef="#br0" timeOffset="25569.96">11076 11863 364 0,'0'0'0'0,"0"0"0"16,0 0 0-16,0 0 194 0,-8 0 0 0,4 2 0 16,0 0 0-16,-5-2 0 0,3 2 0 0,2 0 0 15,-4 2 0-15,4 4-149 0,-4-2 1 0,2 5-1 16,0 3 1-16,4 0-1 0,-2 5 0 0,4 1 0 15,0 7 1-15,0 4-16 0,0 4 0 0,4-1 0 16,2 5 1-16,2 4-1 0,4 1 0 0,-2-5 0 0,3-3 0 16,7-7-25-16,-2-2 1 0</inkml:trace>
  <inkml:trace contextRef="#ctx0" brushRef="#br0" timeOffset="25937.45">11334 11904 612 0,'0'0'0'0,"0"0"0"15,0 0 0-15,0 0 166 0,0 0 0 0,0 10 0 16,0-4 0-16,0 2-1 0,0 5 1 0,0-3 0 15,0 2 0-15,0 7-101 0,0 1 0 0,4 3 0 16,-4-1 1-16,4 3-1 0,-4 2 0 0,5-1 0 0,-1-3 1 16,-4-23-66-16,0 0-1846 0</inkml:trace>
  <inkml:trace contextRef="#ctx0" brushRef="#br0" timeOffset="26102.66">11524 12099 472 0,'0'0'0'0,"0"0"0"0,0 0 0 0,0 0 192 0,0 0 0 16,0 0 0-16,0 0 1 0,0 0-193 0,0 0-931 16</inkml:trace>
  <inkml:trace contextRef="#ctx0" brushRef="#br0" timeOffset="29248.54">11682 11959 608 0,'0'0'0'0,"0"0"0"0,0 0 0 16,0 0 178-16,0 0 0 0,9-4 0 0,-5 4 1 15,2-2-1-15,0 0 0 0,4-2 0 0,2 2 0 16,2-2-93-16,3 4 1 0,-1-4-1 0,2 4 1 15,-1 0-1-15,-3 4 0 0,-2 0 0 0,4-2 1 16,-5 4-36-16,1-2 1 0,-4 6-1 0,-4-2 1 16,0 3-1-16,-2 1 0 0,-2-4 0 0,0 2 1 15,-2 3-32-15,-2-5 1 0,0-2 0 0,-4 0 0 0,0 0-1 16,-1 1 1-16,3-1 0 0,-2-2 0 0,0 0-18 16,4 2 0-16,-4-6 0 0,2 4 1 0,4-4-1 15,0 4 0-15,2-2 0 0,2 0 1 0,4 0-2 16,0 3 1-16,2-1-1 0,4 4 1 0,3-4-1 15,1 2 0-15,0 0 0 0,2 0 1 0,-1 3-1 0,1-1 1 16,-6 2-1-16,-4 2 1 0,-2-3-1 0,3 3 1 16,-9 0-1-16,0 1 1 0,0-1-3 0,-7-2 0 15,-1 0 0-15,0 1 0 0,-4-3 0 0,-2-2 0 16,-3 2 0-16,-3-4 0 0,2-4 1 0,-3-4 0 16,3 0 0-16,0-2 0 0,18 6 0 0,0 0-2483 0</inkml:trace>
  <inkml:trace contextRef="#ctx0" brushRef="#br0" timeOffset="29499.1">12085 11764 36 0,'0'0'0'0,"0"0"0"0,0 0 0 16,0 0 270-16,0 0 0 0,0 0 0 0,0 0 1 16,0 0-1-16,0 0 0 0,0 0 0 0,15 13 1 15,-7-3-220-15,4 4 1 0,-2 7 0 0,6 9 0 0,-1 5-1 16,1 8 1-16,0 7-1 0,-6 5 1 0,-1 0-12 16,-5-1 1-16,-4 3-1 0,-6-6 1 0,-1-1-1 15,1-5 1-15</inkml:trace>
  <inkml:trace contextRef="#ctx0" brushRef="#br0" timeOffset="31784.27">12615 11869 260 0,'0'0'0'0,"0"0"0"0,0 0 0 16,0 0 165-16,0 0 1 0,0 0 0 0,0 0 0 15,8-2-1-15,-4 2 1 0,0 0 0 0,6-2 0 16,-2 2-93-16,4 0 1 0,7 0-1 0,-3 0 1 0,2 0-1 15,5 0 1-15</inkml:trace>
  <inkml:trace contextRef="#ctx0" brushRef="#br0" timeOffset="32265.84">12641 12035 276 0,'0'0'0'0,"0"0"0"0,0 0 0 0,0 0 174 0,0 0 0 15,0 0 0-15,0 0 1 0,0 0-1 0,0 0 0 16,0 0 0-16,0 0 0 0,8-2-97 0,0 0 0 16,4 2 0-16,3-2 0 0,1 2 0 0,2-4 0 15,-1 4 0-15,5-4 0 0,-6-1-52 0,7 1 0 16</inkml:trace>
  <inkml:trace contextRef="#ctx0" brushRef="#br0" timeOffset="34467.64">13178 11758 568 0,'0'0'0'0,"0"0"0"0,0 0 0 15,0 0 168-15,0 0 1 0,12-4-1 0,-12 4 1 16,5 0-1-16,-1 4 1 0,0 2-1 0,0 2 1 15,2 3-90-15,-2 5 0 0,0 7 0 0,0-1 1 16,4 7-1-16,-4 8 0 0,-2 4 0 0,0 2 1 16,0-2-24-16,-2-2 1 0,0 0-1 0,0-8 1 15,-2-1-1-15,2-3 0 0,0-8 0 0,0-3 1 0,0-16-57 16,0 0-2251-16</inkml:trace>
  <inkml:trace contextRef="#ctx0" brushRef="#br0" timeOffset="34983.21">13779 11848 208 0,'0'0'0'0,"0"0"0"16,0 0 0-16,0 0 237 0,0 0 0 0,4-10 0 15,-2 6 0-15,-2 0 0 0,0 0 0 0,0 0 0 16,0-3 0-16,-2 1-171 0,-2 0 1 0,0 2 0 16,0-4 0-16,-5 0-1 0,-3 2 1 0,2-3-1 15,-2 5 1-15,0-4-23 0,-3 4 0 0,3 0 0 0,-8 4 1 16,1 0-1-16,1 2 0 0,2 4 0 0,-4 2 1 15,1 0-23-15,1 3 1 0,2 1 0 0,-1 2 0 16,1 3-1-16,6-1 1 0,-2 3 0 0,6-5 0 16,1 2-23-16,5-1 0 0,3-3 0 0,5 0 1 15,0-1-1-15,4-7 0 0,0 0 0 0,7-2 0 0,-3-2 1 16,2-4 1-16,5-2 0 0,1-3 0 0,-2-1-1 16,-1-2 1-16,1-3-1 0,-4 3 1 0,3-4 7 15,-5 6 0-15,2-3 0 0,-5 1 1 0,-1 2-1 16,-4-1 0-16,2 5 0 0,-6 0 0 0,0 6-1 0,0-4 0 15,-4 4 0-15,2 6 0 0,-2 2-1 0,0 5 1 16,0 3 0-16,0 3 0 0,0 3-6 0,0 1 1 16,0 5 0-16,0 1 0 0,0 2-1 0,0 0 1 15,0-5-1-15,0 1 1 0,2-2-2 0,0-3 1 16,0-3-1-16,-2-5 1 0,0-14-2 0,0 0-2513 0</inkml:trace>
  <inkml:trace contextRef="#ctx0" brushRef="#br0" timeOffset="35315.56">14084 11690 384 0,'0'0'0'0,"0"0"0"0,0 0 0 0,0 0 203 15,0 0 0-15,0 0 0 0,0 0 1 0,0 0-1 16,0 0 0-16,0 0 0 0,0 0 1 0,0 0-143 15,8 0 0-15,0 2 0 0,2-2 1 0,3 2-1 16,1-2 0-16,2 0 0 0,2 0 1 0,3 0-25 0,-1 0 1 16</inkml:trace>
  <inkml:trace contextRef="#ctx0" brushRef="#br0" timeOffset="35851.33">14098 11711 196 0,'0'0'0'0,"0"0"0"0,0 0 0 16,0 0 191-16,0 0 1 0,0 0-1 0,0 0 1 16,0 0-1-16,0 0 1 0,0 0-1 0,0 0 1 15,0 0-130-15,0 0 1 0,0 0-1 0,0 0 1 0,0 0-1 16,0 10 1-16,0-4-1 0,0 0 1 0,0 3-13 16,2 1 1-16,0 2-1 0,-2-2 1 0,4-1-1 15,-4-1 1-15,4 0-1 0,1 0 1 0,-1 0-21 0,0-1 0 16,2-3 0-16,0 0 0 0,0-2-1 15,2-2 1-15,0 0 0 0,0 0 0 0,1 0-34 0,1 0 1 16,-2-2-1-16,0 0 1 0,2 0-1 16,-2 2 1-16,5 0 0 0,-5 0 0 0,2 0 12 0,2 0 1 15,0 2-1-15,0 0 1 0,3 2-1 0,-3 0 0 16,2 0 0-16,2 2 1 0,-3-2-2 0,-1 3 1 16,2-1 0-16,0 0 0 0,3 6-1 0,-5-4 1 15,-2 5-1-15,-2-1 1 0,0 4 0 0,0 1 1 16,-3 1-1-16,-5-1 1 0,0 3-1 0,0 1 1 0,-5-3-1 15,-3 3 1-15,0-3-3 0,-2 1 1 0,-2-3 0 16,-2-2 0-16,-3-1-1 0,-3-7 1 0,2 2-1 16,-3-2 1-16,-1-4-6 0,-1-2 1 0,3 0-1 15,-4-2 1-15,5-2-1 0,-1 0 1 0,2 0-1 16,-3 0 1-16,21 4-3 0,0 0-2359 0</inkml:trace>
  <inkml:trace contextRef="#ctx0" brushRef="#br0" timeOffset="37615.91">7345 14045 148 0,'0'0'0'0,"0"0"0"0,0 0 0 16,0 0 56-16,0 0 1 0,0 0-1 0,0 0 1 16,0 0-1-16,14 0 0 0,-9 0 0 0,7 2 1 15,0 2-7-15,2 2 0 0,7 5 0 0,1-3 0 0,2 6-1 16,7 5 1-16,8 3 0 0,7 5 0 0,7 1 22 15,6 9 1-15,6 0-1 0,9 4 1 0,15 9-1 16,-1-1 0-16,5-2 0 0,-3 0 1 0,-5-4-27 16,11 0 1-16,-4-4 0 0,5 2 0 0,3 2-1 15,6-2 1-15,-2 0 0 0,0 2 0 0,-1-2-57 0,7 3 1 16,-10-3-1-16,-2 4 1 0,-7-4-1 0,-1 2 1 16</inkml:trace>
  <inkml:trace contextRef="#ctx0" brushRef="#br0" timeOffset="39383.44">9781 14712 480 0,'0'0'0'0,"0"0"0"15,0 0 0-15,0 0 170 0,0 0 1 0,0 0 0 16,2 10 0-16,3-4-1 0,-5 0 1 0,4 2-1 0,-4 3 1 16,4 1-113-16,0 2 1 0,0 5-1 0,0 1 1 15,0 5-1-15,0-3 0 0,-2 5 0 0,0 2 1 16,4 18-59-16,-6-47-1734 0</inkml:trace>
  <inkml:trace contextRef="#ctx0" brushRef="#br0" timeOffset="39715.47">10182 14765 80 0,'0'0'0'0,"0"0"0"0,0-10 0 0,0 3 241 0,0 1 0 15,0-2 0-15,-4 0 1 0,4 0-1 0,-4 2 0 16,-2 1 0-16,0-3 1 0,0 4-190 0,-2 2 1 16,0 0-1-16,-5 2 1 0,3 4-1 0,-2 4 0 15,0-2 0-15,-2 5 1 0,1 3-12 0,1-4 1 16,2 5-1-16,-2 1 1 0,0 1-1 0,3 1 1 0,3 0-1 16,6 3 1-16,0-5-19 0,2 3 1 0,4-1-1 15,5-1 1-15,1-3-1 0,4 0 0 0,2-3 0 16,5 1 1-16,1-2-27 0,-5 0 0 0,5 1 0 15,-6 1 1-15,-1 0-1 0,-3 1 0 0,-2-3 0 16,-4 4 1-16,-4 1 6 0,-2-1 1 0,-2-2 0 16,-2 1 0-16,-6-3-1 0,-4-4 1 0,0 2-1 15,-3-4 1-15,-5-4-2 0,2 0 1 0,-1-4-1 16,3-4 1-16,16 8-4 0,0 0-2233 0</inkml:trace>
  <inkml:trace contextRef="#ctx0" brushRef="#br0" timeOffset="41036.35">10543 14677 412 0,'0'0'0'0,"0"0"0"16,0 0 0-16,0 0 201 0,-9 0 0 0,5 0 0 16,-4 0 1-16,2 0-1 0,2 0 0 0,-2 0 0 15,0 0 1-15,2 2-153 0,-4 2 1 0,4 2 0 0,-2 0 0 16,3 6-1-16,1-1 1 0,0 1 0 0,0 2 0 15,2 1-15-15,2 1 0 0,2 1 0 0,5 1 1 16,-1-2-1-16,4 1 0 0,-2-1 0 0,10-3 0 16,-1-1-16-16,5-4 0 0,3-2 0 0,1-4 0 0,-1-2-1 15,3-4 1-15,-3-2 0 0,-3-4 0 0,3-3-19 16,-13 1 0-16,2-4 0 0,-4-1 0 0,-6-3 0 16,-4 1 0-16,-2 1 0 0,-4-3 0 0,0 1 0 15,-8 3 0-15,0-1 0 0,2 6 1 16,-3-3-1-16,1 5 0 0,-6 4 0 0,2 6 1 0,-3 0 12 15,3 4 1-15,-2 2-1 0,1 4 1 0,17-10-14 16,0 0-2181-16</inkml:trace>
  <inkml:trace contextRef="#ctx0" brushRef="#br0" timeOffset="41351.17">11003 14613 524 0,'0'0'0'0,"0"0"0"15,0 0 0-15,0 0 196 0,0 0 0 0,0 0 0 0,-9 0 0 16,5 2 0-16,0 2 0 0,0 2 0 0,-4 1 0 15,2 3-134-15,2 2 0 0,0 5 0 0,0 1 0 16,0 0 0-16,0 9 0 0,0-4 0 0,4 3 0 16,0 7-22-16,0 4 0 0,0-6 0 0,4 6 1 15,4-2-1-15,0-1 0 0,4 1 0 0,6-4 0 0,-18-31-40 16,0 0-2182-16</inkml:trace>
  <inkml:trace contextRef="#ctx0" brushRef="#br0" timeOffset="42732.78">11296 14933 496 0,'0'0'0'0,"0"0"0"16,0 0 0-16,0 0 193 0,0 0 1 0,0 0 0 15,0 0 0-15,0 0-1 0,0 0 1 0,0 0-1 16,0 0 1-16,-11 0-125 0,9 0 1 0,0 0-1 0,2 0 1 15,-2 0-1-15,2 0 1 0,0 0-1 0,0 0 1 16,0 0-23-16,0 0 0 0,0 0 0 0,-2 0 0 16,2 0 0-16,-2 0 0 0,2 0 0 0,0 0 0 15,-2 0-25-15,-2 0 0 0,0 0 0 0,0 0 0 16,0 0 0-16,-4 0 0 0,2-2 0 0,2 0 0 16,0 0-20-16,4 0 0 0,-4 0 0 0,4 0 0 15,0 0 0-15,0-2 0 0,0 0 0 0,0 4 0 0,0-5-2 16,4 3 1-16,-4 2 0 0,2-2 0 0,0 0-1 15,2 2 1-15,0 0 0 0,-2 0 0 0,2 0-1 16,-4 0 0-16,4 2 0 0,0 0 0 0,-4 0 0 16,4-2 0-16,-4 5 0 0,0-5 0 0,0 4 4 0,0-2 0 15,0 2 0-15,-4 0 1 0,4-2-1 0,-4 0 0 16,0 0 0-16,-2 0 1 0,0 2-1 0,2-4 0 16,2 0 0-16,-7 4 0 0,5-4 0 0,0 0 0 15,0 0 0-15,4 0 0 0,-4 0 0 0,4 0 0 16,0 0 0-16,0-4 1 0,0 4-1 0,0 0 0 15,4-4 0-15,-4 4 0 0,4-2 0 0,-4 0 0 16,4 2 0-16,0 0 1 0,-4 0-1 0,5 0 0 0,-5 0 0 16,4 0 1-16,-4 0-1 0,0 0 0 0,0 2 0 15,0 0 1-15,0 2-1 0,0-4 0 0,0 0 0 16,-4 4 1-16,4-4-1 0,-5 0 0 0,1 2 0 16,0-2 1-16,4 0-5 0,0 0-2520 0</inkml:trace>
  <inkml:trace contextRef="#ctx0" brushRef="#br0" timeOffset="43098.57">11402 14742 172 0,'0'0'0'0,"0"0"0"0,0 0 0 0,0 0 253 16,-11 0 0-16,9 0 0 0,-2-2 1 0,0 2-1 16,0 0 0-16,0 0 0 0,4 0 1 0,-4-2-191 0,4 2 0 15,0 0 0-15,0-4 1 0,4 4-1 0,0-6 0 16,0 2 0-16,0 0 1 0,4 0-36 0,3 0 1 16,1-1-1-16,0 1 1 0,0-2-1 0,2 0 1 15,1 4-1-15,1-2 1 0,0 2-9 0,-2 0 1 16,3 0 0-16,-5 2 0 0,0 0-1 0,-2 4 1 15,-1 2 0-15,-1 2 0 0,-4 2-21 0,0 3 1 16,0 1 0-16,-4 3 0 0,0 1-1 0,0 0 1 0,-2 5-1 16,0 2 1-16,0 3-2 0,0-1 1 0,0 4 0 15,2 0 0-15,0-5 0 0,0 3 0 0,0-2 0 16,0-5 0-16,0 1 0 0,0-3 1 0</inkml:trace>
  <inkml:trace contextRef="#ctx0" brushRef="#br0" timeOffset="43282.47">11399 14949 500 0,'0'0'0'0,"0"0"0"0,0 0 0 16,0 0 209-16,0 0 0 0,0 0 0 0,0 0 1 15,0 0-1-15,0 0 0 0,13 7 0 0,-9-5 1 16,8-2-167-16,-2 0 1 0,2 0 0 0,7 0 0 0,21-4-44 15,-40 4-1762-15</inkml:trace>
  <inkml:trace contextRef="#ctx0" brushRef="#br0" timeOffset="43549.62">11794 14558 220 0,'0'0'0'0,"0"0"0"16,0 0 0-16,0 0 197 0,0 0 0 0,0 0 0 15,0 0 1-15,0 0-1 0,13 12 0 0,-9-6 0 16,0 6 1-16,4 1-150 0,2 1 0 0,2 7 0 16,-2 3 1-16,7 3-1 0,-5 2 0 0,0 6 0 15,2 1 1-15,-6 8-13 0,1-3 1 0,-7 4-1 16,0 0 1-16,-2 2-1 0,-2-4 1 0,-4 0-1 15,1-6 1-15,-3-2-20 0,-2-6 0 0</inkml:trace>
  <inkml:trace contextRef="#ctx0" brushRef="#br0" timeOffset="44249.02">12362 14798 368 0,'0'0'0'15,"0"0"0"-15,0 0 0 0,0 0 151 0,12 0 0 0,-3 0 0 16,1 0 0-16,6 0-1 0,0 0 1 0,7 0 0 16,-3 0 0-16,6 0-105 0,5-2 1 0,4 2-1 15,3-4 1-15,31-3-47 0,-69 7-1321 0</inkml:trace>
  <inkml:trace contextRef="#ctx0" brushRef="#br0" timeOffset="44715.83">12417 14900 476 0,'0'0'0'0,"0"0"0"15,0 0 0-15,12 2 133 0,-8-2 0 0,7 0 0 16,1 0 0-16,0 0 0 0,2 0 0 0,3 0 0 16,5-2 0-16,2 0-91 0,3-2 1 0,3 0 0 15,-1 0 0-15,1 2-1 0,5-2 1 0</inkml:trace>
  <inkml:trace contextRef="#ctx0" brushRef="#br0" timeOffset="47484.62">13172 14625 608 0,'0'0'0'0,"0"0"0"0,0 0 0 16,0 0 121-16,0 0 0 0,0 0 0 0,0 0 0 16,6 9-1-16,-2-3 1 0,0 4 0 0,0 4 0 15,1 5-45-15,-5-3 0 0,4 7 0 0,-4 3 0 16,2 5-1-16,-2 6 1 0,0 4 0 0,-2 0 0 0,2 2-28 16,-4-2 1-16</inkml:trace>
  <inkml:trace contextRef="#ctx0" brushRef="#br0" timeOffset="48098.18">13504 14769 464 0,'0'0'0'0,"0"0"0"0,0 0 0 0,0 0 181 15,0 0 1-15,-8 0-1 0,4 0 1 0,0 0-1 0,-2 0 1 16,-1-2-1-16,3 2 1 0,2 0-115 16,-6 0 1-16,4 0-1 0,0 0 1 0,0 2-1 0,0 0 0 15,0 2 0-15,2 0 1 0,0 2-17 0,2 5 0 16,0-3 0-16,2 4 0 0,2 0 0 0,2 1 0 16,2 1 0-16,0-2 0 0,2 5-14 0,3-7 0 15,3 2 0-15,2-1 0 0,3-5 0 0,-3-2 0 16,4-4 0-16,3-2 0 0,-7-4-46 0,2-2 1 15,-1-5-1-15,1-1 1 0,-8-5-1 0,-2 3 1 0,3-2-1 16,-9-3 1-16,-4 3 22 0,0-3 1 0,-8 3 0 16,-1-1 0-16,-1 1-1 0,-2 5 1 0,-4-1-1 15,-3 6 1-15,1 0 3 0,-2 1 0 0,-1 3 0 16,-1 4 1-16,2 2-1 0,-3 2 0 0</inkml:trace>
  <inkml:trace contextRef="#ctx0" brushRef="#br0" timeOffset="48581.58">14188 14597 716 0,'0'0'0'0,"0"0"0"0,0 0 0 0,0 0 216 16,0 0 0-16,0 0 0 0,-8-2 1 0,2 2-1 16,-1 0 0-16,1 0 0 0,-2 0 0 0,0 0-139 0,-4 0 0 15,2 0 0-15,-3 0 1 0,-1 2-1 0,2 0 0 16,0-2 0-16,-5 2 1 0,3-2-26 0,-2 0 0 16,2 0 0-16,1 2 1 0,-3-2-1 0,2 2 0 15,2 0 0-15,2 0 0 0,-1-2-19 0,1 2 1 16,2 0 0-16,0 0 0 0,2 2-1 0,0-2 1 15,0 4-1-15,2 1 1 0,-1-1-40 0,1 4 1 16,4-4 0-16,0 4 0 0,0 3-1 0,0-1 1 16,4 4 0-16,5-3 0 0,-5 1 13 0,6 0 1 0,2-1-1 15,0-1 1-15,3-2-1 0,-3 3 1 0,6-3-1 16,2-2 1-16,-3 0 1 0,5-4 0 0,-4 3 0 16,3-1 1-16,-5 0-1 0,2 2 0 0,-1-2 0 15,-3 0 0-15,-2 5 0 0,0-1 0 0,-6 2 0 16,1 1 0-16,-1 1-1 0,-2 2 1 0,-4-1 0 15,-4 3 0-15,0 3-7 0,-3-5 1 0,-1 2-1 16,-4-1 1-16,-2-1-1 0,-2-1 1 0,-3-1-1 0,3-2 1 16,0-1-3-16,-7-7 1 0,3-2 0 0,2-2 0 15,-5-2-1-15,3-2 1 0</inkml:trace>
  <inkml:trace contextRef="#ctx0" brushRef="#br0" timeOffset="58833.09">15305 11783 104 0,'0'0'0'0,"0"0"0"0,0 0 0 16,0 0 60-16,0 0 0 0,0 0 0 0,0 0 1 0,-8 8-1 16,8-8 0-16,-4 0 0 0,2 0 1 0,2 4 30 15,-2-4 0-15,2 0 0 0,0 0 0 0,0 0-1 16,0 0 1-16,2 0 0 0,4-4 0 0,-2 4-27 15,4-6 1-15,-2 2 0 0,4 2 0 0,5-5-1 16,-3 3 1-16,-2-4 0 0,6 2 0 0,1 0-10 0,1 0 0 16,0-3 0-16,7-3 0 0,-3 2 0 0,7 2 0 15,1-5 0-15,5 3 0 0,3-6-69 0,5 1 1 16,0-5-1-16,6-1 1 0,6 1-1 0,0-11 1 16,6 0 0-16,2-4 0 0,22-14 44 0,-1 0 1 15,1-6-1-15,7 1 1 0,-3 1-1 0,-3 0 0 16,3 3 0-16,-3-3 1 0,-3 6-22 0,3 2 0 15,-1-7 0-15,-3 5 1 0,-1 0-1 0,-2 2 0 16,1 2 0-16,-5 0 1 0,-2 2 1 0,1 6 0 0,-3 0 0 16,-6-2 1-16,-4 6-1 0,-2-1 0 0,-4 3 0 15,-6 4 1-15,-2 3-1 0,-9 3 1 0</inkml:trace>
  <inkml:trace contextRef="#ctx0" brushRef="#br0" timeOffset="59734.32">15354 11764 232 0,'0'0'0'0,"0"0"0"16,0 0 0-16,8-4 203 0,-2 2 0 0,0 2 0 16,2-2 1-16,5 2-1 0,1 0 0 0,2 0 0 15,5 2 0-15,5 4-190 0,11-2 0 0,3 5 0 16,17 1 0-16,8 8 0 0,13 7 0 0,11 6 0 15,23 12 0-15,2 4-4 0,-2 4 0 0,-2 2 0 16,0 1 1-16,-2 1-1 0,-4 1 0 0,2 3 0 0,-3-2 0 16,1 3-10-16,-2-3 0 0,4-1 0 0,0 1 0 15,-5-4 0-15,3 1 0 0,0-5 0 0,0-6 1 16,-5 6 2-16,-1-8 0 0,0 2 0 0,2-4 0 16,-9 0 0-16,-1-4 0 0</inkml:trace>
  <inkml:trace contextRef="#ctx0" brushRef="#br0" timeOffset="68632.92">18456 10089 456 0,'0'0'0'0,"0"0"0"0,0 0 0 16,0 0 173-16,0 0 1 0,0 0 0 0,0 0 0 16,0 0-1-16,0-7 1 0,0 7-1 0,0-4 1 15,4 4-94-15,-4 0 1 0,0 0-1 0,0 4 1 0,4 3-1 16,-4 1 0-16,0 4 0 0,0 0 1 0,0 7-33 16,4 3 1-16,-4 1-1 0,0 2 1 0,0 3-1 15,0 3 0-15</inkml:trace>
  <inkml:trace contextRef="#ctx0" brushRef="#br0" timeOffset="69017.25">18820 10084 364 0,'0'0'0'16,"0"0"0"-16,0 0 0 0,0 0 185 0,-8-2 0 0,4-2 0 15,0 4 1-15,-4-4-1 0,1 4 0 0,-1-4 0 16,0 2 0-16,-6 0-121 0,2 0 0 0,0 2 0 16,-1 0 1-16,1 2-1 0,-2 2 0 0,0 0 0 15,-1 4 1-15,5-4-18 0,-4 7 1 0,2-3 0 16,4 4 0-16,-1 3-1 0,1-1 1 0,4 2 0 16,2-3 0-16,2 1-18 0,4-4 0 0,2 3 0 15,7-5 0-15,-3 0-1 0,6-6 1 0,-2 0 0 16,5-2 0-16,-1-2-35 0,0 0 1 0,3-6 0 0,-1 2 0 15,2-3 0-15,1 1 0 0,-7 0 0 0,2-2 0 16,-1-3 13-16,-5 5 0 0,2-4 0 0,-2 2 0 16,-6-1 0-16,0 3 0 0,1 2 0 0,-3 0 0 15,0 6-2-15,-4-4 0 0,0 4 0 0,0 4 1 0,0 0-1 16,0 2 0-16,0 6 0 0,-4 3 1 0,4 5-2 16,0-1 0-16,0 1 0 0,0 7 1 0,4 0-1 15,-4-1 0-15,4-3 0 0,0-3 1 0,0-1-5 0,2-1 1 16</inkml:trace>
  <inkml:trace contextRef="#ctx0" brushRef="#br0" timeOffset="69433.52">19300 10111 256 0,'0'0'0'0,"0"0"0"16,0 0 0-16,0 0 228 0,0 0 0 0,0 0 0 15,-10-2 1-15,6 2-1 0,-2 0 0 0,2 0 0 16,0 0 0-16,0-4-174 0,-2 4 0 0,0 0 0 16,-1 0 1-16,3 0-1 0,0-4 0 0,-4 4 0 15,-2 0 0-15,0-4-17 0,0 2 0 0,-3 2 0 16,-1-2 0-16,2 2-1 0,-4 0 1 0,1 0 0 0,3 2 0 15,-2 4-23-15,2-2 0 0,0 0 0 0,-1 2 1 16,3 2-1-16,2 5 0 0,4-5 0 0,0 6 0 16,4-1-11-16,4-3 0 0,0 2 0 0,4-2 1 15,6 3-1-15,1-1 0 0,5-2 0 0,0 3 1 16,7-7-4-16,-3 2 1 0,3-2-1 0,-1 0 1 0,-1 2-1 16,-1-1 0-16,0 1 0 0,-7 4 1 0,-3-4-1 15,-2 7 0-15,-8-5 0 0,0 4 1 0,-4 1-1 16,0-3 0-16,-8 2 0 0,0-1 1 0,-2 1 1 0,-2-4 0 15,-5-2 0-15,1 1 0 0,-2-5-1 16,-3-4 1-16,3 0 0 0,-4 0 0 0,22 0-2 0,0 0-2226 16</inkml:trace>
  <inkml:trace contextRef="#ctx0" brushRef="#br0" timeOffset="69950.61">19693 10000 400 0,'0'0'0'16,"0"0"0"-16,0 0 0 0,0 0 182 0,-10 2 0 15,6 0 0-15,0 3 1 0,0-1-1 0,-2 0 0 16,0 4 0-16,1 0 0 0,-3 6-125 0,4-1 0 0,-2 5 0 15,2 1 1-15,0 3-1 0,0 7 0 0,4 4 0 16,0 2 0-16,2 4-18 0,4-7 0 0,4 5 0 16,2-2 1-16,7-6-1 0,5-2 0 0</inkml:trace>
  <inkml:trace contextRef="#ctx0" brushRef="#br0" timeOffset="70887.35">19964 10095 452 0,'0'0'0'0,"0"0"0"0,0 0 0 16,0 0 167-16,0 0 0 0,0 0 0 0,0 0 0 15,0 0-1-15,0 0 1 0,0 0 0 0,8 0 0 16,-8 6-99-16,2-2 1 0,0 0-1 0,0 2 1 16,0 6-1-16,-2 3 0 0,0 1 0 0,0 3 1 15,0 1-21-15,-2 7 0 0,0-5 0 0,0 3 1 16,0 16-49-16,2-41-1896 0</inkml:trace>
  <inkml:trace contextRef="#ctx0" brushRef="#br0" timeOffset="71049.23">20257 10281 664 0,'0'0'0'15,"0"0"0"-15,0 0 0 0,0 0 171 0,-8 0 0 16,6 4 0-16,-2-2 1 0,0 1-1 0,0-1 0 15,-1 0 0-15,1 0 0 0,2 0-118 0,2 0 0 16</inkml:trace>
  <inkml:trace contextRef="#ctx0" brushRef="#br0" timeOffset="71499.34">20375 10105 488 0,'0'0'0'0,"0"0"0"0,0 0 0 0,0 0 172 15,-6-10 1-15,6 6 0 0,0-1 0 16,0 1-1-16,0-4 1 0,2 2-1 0,0-2 1 0,2 0-113 15,0-1 1-15,0 3-1 0,4 0 1 0,-4 0-1 16,2 2 0-16,-1 0 0 0,1 4 1 0,-2 0-23 16,2 0 1-16,-2 0-1 0,0 4 1 0,0 0-1 15,-2 0 1-15,2 2-1 0,-2 2 1 0,0 1-7 0,-2 1 0 16,0 2 0-16,-2-2 0 0,0 3 0 0,-2-1 0 16,2-2 0-16,-2 3 0 0,4-1-42 0,-4-2 1 15,4 2 0-15,-4-5 0 0,4 1-1 0,0 0 1 16,0 0 0-16,0-4 0 0,4 2 21 0,2 1 1 15,-2-1 0-15,6 2 0 0,4-4-1 0,-1 2 1 16,3 2-1-16,2-3 1 0,1 1-3 0,1 0 1 16,-4 2 0-16,3 2 0 0,-5-6-1 0,-2 7 1 0,0 1-1 15,-6-4 1-15,-2 2-3 0,-4 3 1 0,-2-5 0 16,-2 2 0-16,-8 3-1 0,0-7 1 0,-2 2 0 16,-5 0 0-16,-1 0-3 0,0-2 0 0,-3 1 0 15,-1-3 1-15,24-4-7 0,0 0-2343 0</inkml:trace>
  <inkml:trace contextRef="#ctx0" brushRef="#br0" timeOffset="71834.7">20680 9945 456 0,'0'0'0'0,"0"0"0"0,0 0 0 0,0 0 206 0,0 0 0 15,0 0 0-15,0 0 0 0,8 2 0 0,-2 6 0 16,3-4 0-16,-1 7 0 0,4 1-144 0,2 4 0 15,0 3 0-15,1-1 1 0,-1 7-1 0,-4 1 0 16,2 3 0-16,-4 4 1 0,1 2-19 0,-9-2 1 16,0 2 0-16,-4-5 0 0,-1 1-1 0,-5 0 1 15</inkml:trace>
  <inkml:trace contextRef="#ctx0" brushRef="#br0" timeOffset="72866.25">21279 10043 564 0,'0'0'0'0,"0"0"0"0,0 0 0 16,0 0 176-16,0 0 1 0,0 0-1 0,0 0 1 0,0 0-1 16,0 0 0-16,6 0 0 0,0 0 1 0,0 0-95 15,2 0 0-15,4 0 0 0,-2 0 1 0,5 0-1 16,-1 0 0-16,0 0 0 0,2 0 1 0,-1 0-30 16,1 4 1-16,0-4-1 0,-3 5 1 0,-13-5-54 0,0 0-2136 15</inkml:trace>
  <inkml:trace contextRef="#ctx0" brushRef="#br0" timeOffset="73050.1">21364 10242 704 0,'0'0'0'0,"0"0"0"16,0 0 0-16,0 0 189 0,0 0 1 0,0 0 0 15,0 0 0-15,0 0-1 0,10 9 1 0,-4-9-1 16,5 0 1-16,-1 0-126 0,4 0 0 0,4 0 0 15,-1 0 0-15,5 0 0 0,-2 0 0 0,3 0 0 16,3 0 0-16,21 0-64 0,-47 0-2050 0</inkml:trace>
  <inkml:trace contextRef="#ctx0" brushRef="#br0" timeOffset="87547.16">22219 10052 144 0,'0'0'0'15,"0"0"0"-15,0 0 0 0,0 0 35 0,0 0 0 16,0 0 0-16,-8 6 0 0,6-4-1 0,0 0 1 15,-2 2 0-15,4-2 0 0,-4 0-51 0,4-2 1 0,-5 4 0 16,5-4 0-16,-4 0-1 0,2 0 1 16,0 0 0-16,0 0 0 0,0 0 37 0,0-4 1 0,0 2-1 15,-2 2 1-15,2-2-1 0,-2 0 1 0,2 0-1 16,0 0 1-16,-2 0-26 0,0 0 0 0,0 0 0 16,0 0 0-16,0 2 0 0,-3-5 0 0,1 5 0 15,0-4 0-15,-2-2 2 0,-4 2 1 0,2 0-1 16,2 0 1-16,-7-4-1 0,5 4 1 0,0-3-1 15,2 1 1-15,-2 0 0 0,4-2 1 0,2 0-1 0,-1 0 1 16,3 1-1-16,0-5 1 0,2 2-1 0,4 2 1 16,1-3 5-16,3-1 1 0,4 0 0 0,-2-1 0 15,4 3-1-15,1 2 1 0,1-2 0 0,2 2 0 16,-2 3-3-16,1 5 1 0,-3 0 0 0,2 5 0 16,-2 1-1-16,1 6 1 0,-3 0-1 0,0 1 1 0,-2 5 26 15,0 1 0-15,-1 1 0 0,-3 3 0 0,-2 1 0 16,-4 1 0-16,0-3 0 0,-8 3 0 0,2 0 14 15,-5-1 1-15,1 1-1 0,-8 4 1 0,2-7-1 16,-7 1 1-16,3-3-1 0,-3-1 1 0,3-1 7 0,-4-4 1 16,3-1 0-16,3-1 0 0,4-4-1 0,2-2 1 15,5-1 0-15,1-1 0 0,4-4-7 0,2 0 0 16,4 0 0-16,3 0 1 0,5 0-1 0,2 0 0 16,4 0 0-16,3 0 1 0,1 0-10 0,2-4 1 15,5 1 0-15,1-1 0 0,3 0-1 0,4 0 1 16,-5 0 0-16,5 0 0 0,-3 4-8 0,-3-4 1 15,-3 4-1-15,1-4 1 0,-5 4-1 0,1 0 1 16,-9 0-1-16,0 0 1 0,-16 0-32 0,0 0-1898 0</inkml:trace>
  <inkml:trace contextRef="#ctx0" brushRef="#br0" timeOffset="88363.1">22730 9912 264 0,'0'0'0'16,"0"0"0"-16,0 0 0 0,0 0 230 0,0 0 0 16,0 0 0-16,0 0 0 0,10-4 0 0,-6 2 0 0,2 2 0 15,2 0 0-15,2-4-170 0,5 4 1 0,1 0 0 16,2 0 0-16,-3 0-1 0,5 0 1 0,2 0 0 16,1 0 0-16,-1 0-66 0,2-4 1 0</inkml:trace>
  <inkml:trace contextRef="#ctx0" brushRef="#br0" timeOffset="88811.54">22736 9914 464 0,'0'0'0'0,"0"0"0"0,0 0 0 0,0 0 114 15,0 0 0-15,0 0 0 0,0 0 0 0,0 0-1 16,0 0 1-16,0 0 0 0,0 0 0 0,10 6-63 16,-4-4 1-16,0 5 0 0,2-7 0 0,1 8-1 15,1-4 1-15,-2 2-1 0,0 2 1 0,0 0-6 0,0-1 1 16,-4 3 0-16,2 0 0 0,1-2-1 0,-3 0 1 16,-2 3-1-16,0-7 1 0,0 0-7 0,0 2 1 15,0-2 0-15,2-2 0 0,-4 0-1 0,4 2 1 16,-4-4-1-16,4 4 1 0,2-4-55 0,0 5 1 15,2-5-1-15,3 0 1 0,-1 2-1 0,4 0 1 16,0 0-1-16,2 0 1 0,1 2 35 0,1 0 0 16,2 2 0-16,1-2 0 0,-1 2-1 0,3 3 1 15,-3 3 0-15,-2-4 0 0,3 4-6 0,-3 3 0 0,-2 3 0 16,-4-1 1-16,1 1-1 0,-7 1 0 0,2 1 0 16,-8 3 1-16,0-1-3 0,-4-5 1 0,-4 5 0 15,-3-3 0-15,-1-5-1 0,-4 2 1 0,-2-7 0 16,-1 1 0-16,-1-2-4 0,2-4 1 0,-3-4-1 15,-3 0 1-15,1-4-1 0,1-4 1 0,0-2-1 16,3 1 1-16,-1-3-6 0,2 2 1 0</inkml:trace>
  <inkml:trace contextRef="#ctx0" brushRef="#br0" timeOffset="89278.39">23322 9920 408 0,'0'0'0'16,"0"0"0"-16,0 0 0 0,0 0 203 0,0 0 0 15,0 0 0-15,0 0 1 0,-6-8-1 0,6 4 0 16,0 2 0-16,4-2 0 0,2 0-138 0,2-4 0 16,2 1 0-16,1 3 0 0,1 0-1 0,2 0 1 15,2 4 0-15,1 0 0 0,1 0-16 0,-4 4 0 16,0 2 0-16,1 5 0 0,-7 3-1 0,0-2 1 0,-2 3 0 16,-2 3 0-16,-4 1-25 0,-2 1 1 0,-2-1 0 15,-2-1 0-15,-2 2-1 0,2-3 1 0,-7 1-1 16,3-3 1-16,0-3-25 0,4 0 0 0,-2-1 0 15,0-3 0-15,4-2 0 0,0 0 0 0,4 0 0 16,2-6 0-16,2 0 3 0,2 0 1 0,2 4-1 16,4-4 1-16,2 0-1 0,3 4 0 0,-1 1 0 15,6-1 1-15,-1 2-2 0,-1 2 0 0,0-4 0 0,1 6 0 16,-5 1-1-16,2 3 1 0,-7-4 0 0,-1 7 0 16,-4-3-2-16,-6-2 1 0,-2 5-1 0,-4-3 1 15,-5 0-1-15,-1 3 1 0,-4-5-1 0,-2 3 1 16,-5-9-1-16,3 2 1 0,-7 0-1 0,1-4 1 15,6-4-1-15,-7-4 1 0</inkml:trace>
  <inkml:trace contextRef="#ctx0" brushRef="#br0" timeOffset="90128.53">23975 10345 380 0,'0'0'0'0,"0"0"0"16,0 0 0-16,0 0 186 0,0 0 0 0,0 0 0 15,-10 0 1-15,8 2-1 0,-2-2 0 0,0 2 0 16,0-2 0-16,2 0-129 0,0 2 1 0,0-2-1 15,2 0 1-15,0 0-1 0,0 0 0 0,2 0 0 16,2-2 1-16,0 2-10 0,2-2 0 0,2 2 0 16,-4 0 1-16,2 0-1 0,1 0 0 0,-1 0 0 15,0 2 1-15,-2 0-23 0,2 2 1 0,-6 0-1 16,0 2 1-16,0-1-1 0,0-5 1 0,0 4-1 0,-4 0 1 16,0 0-30-16,-2 0 1 0,0-2 0 0,-1 2 0 15,1-4-1-15,0 4 1 0,0-4 0 0,2 0 0 16,0 0 8-16,0 0 1 0,2-4-1 0,0 4 1 15,0-4-1-15,0 2 0 0,2 0 0 0,0 0 1 16,0 2 2-16,0 0 1 0,0 0 0 0,0 0 0 16,0 0-1-16,0 0 1 0,0 0-1 0,0 0 1 0,0 0-1 15,0 0 1-15,0 0 0 0,0 0 0 0,0 0-1 16,0 0 1-16,0 0 0 0,0 0 0 0,0 0 0 16,0 0 1-16,0 0 0 0,0 0 0 0,0 0-11 15,0 0-2368-15</inkml:trace>
  <inkml:trace contextRef="#ctx0" brushRef="#br0" timeOffset="90664.57">24307 9941 20 0,'0'0'0'16,"0"0"0"-16,0 0 0 0,-8-2 278 0,4 0 0 15,0 2 0-15,0 0 1 0,0-4-1 0,0 4 0 16,4-4 0-16,-4 4 0 0,4-5-217 0,4 3 1 16,-4 0 0-16,6 0 0 0,2 0-1 0,2 0 1 15,4 0-1-15,-2 0 1 0,5 0-22 0,1 2 1 0,0 0-1 16,1 0 1-16,-1 0-1 0,2 0 0 0,1 0 0 15,-1 2 1-15,-20-2-41 0,0 0-2296 0</inkml:trace>
  <inkml:trace contextRef="#ctx0" brushRef="#br0" timeOffset="91095.54">24291 9972 368 0,'0'0'0'0,"0"0"0"0,0 0 0 16,0 0 202-16,0 0 0 0,0 0 0 0,0 0 1 16,0 0-1-16,0 0 0 0,0 0 0 0,0 0 1 0,0 0-140 15,0 0 1-15,8-4-1 0,-6 6 1 0,2 4-1 16,4 0 1-16,-4 2-1 0,2 4 1 0,0 3-21 16,-1-7 1-16,1 6 0 0,0 1 0 0,0-1-1 15,-2 0 1-15,0 1-1 0,0-3 1 0,0-2-19 0,-2 3 0 16,2-3 0-16,0 0 0 0,-2 0-1 15,0-6 1-15,2 3 0 0,1-1 0 0,-1-4-27 0,2 0 0 16,-2 0 0-16,4-2 0 0,0 0 0 0,4 0 0 16,0-2 0-16,3 0 1 0,1 0 5 0,-2 0 1 15,3 2-1-15,-1 0 1 0,-2 2-1 0,2 2 1 16,1 2-1-16,-3 2 1 0,0-2 0 0,-2 5 0 16,1-1 0-16,-1 0 0 0,-2 2 0 0,0 1 0 0,0-1 0 15,-6-2 0-15,0 5-1 0,-2 1 0 16,-2-4 0-16,-2 3 1 0,-2-3-1 0,0 2 0 0,-4-5 0 15,-2 3 1-15,-2 2 2 0,-5-6 1 0,-1 1-1 16,2-3 1-16,-7 2-1 0,1-8 1 0,0 0-1 16,-3 0 1-16,1 0-6 0,-1-4 0 0,1-4 0 15,4 2 0-15,-7-3 0 0,7 1 0 0</inkml:trace>
  <inkml:trace contextRef="#ctx0" brushRef="#br0" timeOffset="102325.54">18435 12632 640 0,'0'0'0'0,"0"0"0"16,0 0 0-16,0 0 171 0,0 0 0 0,0 0 0 0,0 0 1 15,0 0-1-15,-6 12 0 0,2-6 0 0,0 5 1 16,-2 1-88-16,2 6 1 0,0 3 0 0,0 5 0 15,0 3-1-15,0 6 1 0,4 0 0 0,-4 4 0 16,4-4-35-16,-4-2 0 0,4-3 0 0,0-1 0 16,0-6-1-16,0-5 1 0</inkml:trace>
  <inkml:trace contextRef="#ctx0" brushRef="#br0" timeOffset="102692.43">18741 12630 560 0,'0'0'0'0,"0"0"0"0,0 0 0 0,0 0 182 0,-11 0 1 15,7 0 0-15,0 0 0 0,0 0-1 0,2 0 1 16,-4 0 0-16,0 2 0 0,2 0-114 0,-4 2 0 16,0 0 0-16,-3 2 0 0,1 0-1 0,0 1 1 15,0 5 0-15,0-2 0 0,0 2-18 0,1 3 0 0,1 1 0 16,2-4 0-16,2-1-1 0,4 1 1 0,0 0 0 15,4-1 0-15,2-5-24 0,2 0 0 0,5-4 0 16,-3-2 1-16,6-2-1 0,-2-4 0 0,3 0 0 16,1-5 1-16,-2 1-29 0,5 0 0 0,-3-2 0 15,2 1 1-15,-3-3-1 0,1 2 0 0,-4-1 0 16,-2 3 1-16,1 2 5 0,-9 4 0 0,2-4 0 16,-2 8 0-16,-2-3-1 0,-2 3 1 0,0 3 0 15,-2 1 0-15,-2 0-3 0,-2 0 0 0,2 6 0 16,-1 2 1-16,-5 3-1 0,2 1 0 0,-2 3 0 0,4 1 0 15,-2 5 0-15,-2-1 0 0,3-1 0 0,1-1 1 16,2-1-1-16,4-3 0 0,0-1 0 0,0-7 0 16,4-2 1-16,2-4 1 0</inkml:trace>
  <inkml:trace contextRef="#ctx0" brushRef="#br0" timeOffset="102958.93">19060 12638 556 0,'0'0'0'0,"0"0"0"0,0 0 0 0,-8 4 217 0,4-2 0 16,0 2 0-16,0 0 0 0,0 2 0 0,0 1 0 15,0-3 0-15,0 2 0 0,2 2-163 0,2 0 0 16,0 3 0-16,2-1 0 0,2 4 0 0,0-4 0 16,4 3 0-16,0-3 0 0,-2 4-16 0,4 1 0 15,0-1 0-15,-1 2 0 0,-1-1 0 0,-2-3 0 16,0 2 0-16,-2 3 0 0,-4-5-16 0,0 3 0 0,-4-3 0 15,-2-2 0-15,-4 2 0 0,-3-1 0 0,-1-3 0 16,-2 0 0-16,-2-2-23 0,-3 0 1 0,1-4 0 16,2-2 0-16,-1-2 0 0,3 0 0 0,-2-4 0 15,1 0 0-15,17 6 0 0,0 0-2403 0</inkml:trace>
  <inkml:trace contextRef="#ctx0" brushRef="#br0" timeOffset="103725.73">19465 12617 440 0,'0'0'0'15,"0"0"0"-15,0 0 0 0,0 0 215 0,0 0 1 16,-10-6-1-16,6 6 1 0,0 0-1 0,0 0 0 15,-2 0 0-15,0 0 1 0,2 0-154 0,-5 6 0 0,1 3 0 16,0 3 1-16,2-2-1 0,-2 7 0 0,-2-1 0 16,4 7 1-16,-3 3-16 0,3 3 0 0,6 4 0 15,0 2 0-15,0 0 0 0,6 1 0 0,5-5 0 16,3 0 0-16,2-8-36 0,11-1 0 0</inkml:trace>
  <inkml:trace contextRef="#ctx0" brushRef="#br0" timeOffset="104290.43">19791 12718 564 0,'0'0'0'0,"0"0"0"15,0 0 0-15,0 0 191 0,-10 8 0 0,4-4 0 16,1 0 0-16,1 3 0 0,-4 1 0 0,0 2 0 15,0 2 0-15,2 5-121 0,-4 1 1 0,4 1 0 0,-1 1 0 16,1 3-1-16,2-3 1 0,4 1 0 0,2-5 0 16,2 3-19-16,5-3 1 0,1-6-1 0,2-2 1 15,0-3-1-15,2-5 0 0,-1-5 0 0,3-1 1 16,2-4-23-16,-6-2 1 0,3-5 0 0,-3 1 0 16,-2-3-1-16,-2-3 1 0,-2-3-1 0,-4 3 1 15,-2-1-34-15,-4 5 0 0,-2-3 0 0,-2 7 0 0,0-1 0 16,-6 7 0-16,1 0 0 0,1 0 0 0,-4 4 10 15,4 2 1-15</inkml:trace>
  <inkml:trace contextRef="#ctx0" brushRef="#br0" timeOffset="104442.32">20049 12841 628 0,'0'0'0'15,"0"0"0"-15,0 0 0 0,0 0 214 0,0 0 0 16,0 0 0-16,0 0 0 0,0 0-1 0,0 0 1 16,0 0 0-16,0 0 0 0,0 0-214 0,0 0-1755 0</inkml:trace>
  <inkml:trace contextRef="#ctx0" brushRef="#br0" timeOffset="104761.16">20239 12669 100 0,'0'0'0'0,"0"0"0"0,0 0 0 16,0 0 227-16,0 0 0 0,-9-4 0 0,9 0 0 15,-4 4 0-15,2-3 0 0,0 1 0 0,2-2 0 0,2 0-183 16,4 0 0-16,-1 2 0 0,3-2 0 0,-2-2 0 15,2 2 0-15,4 2 0 0,-4 2 0 0,2 0-10 16,1 2 0-16,-1 4 0 0,-2 2 1 0,2-4-1 16,-2 4 0-16,0 3 0 0,1-3 0 0,-1 4-2 0,-2 2 1 15,0-3-1-15,0 5 1 0,-2-1-1 0,0 1 1 16,-4 0-1-16,0 3 1 0,0-1-41 0,0 3 1 16,-6-1 0-16,4 5 0 0,-2-3 0 0,0-1 0 15,2-3 0-15,0 5 0 0,2-23 7 0,0 0-2058 0</inkml:trace>
  <inkml:trace contextRef="#ctx0" brushRef="#br0" timeOffset="104908.15">20171 12903 588 0,'0'0'0'0,"0"0"0"16,0 0 0-16,0 0 191 0,0 0 0 0,0 0 0 15,0 0 0-15,0 0-1 0,0 0 1 0,9-11 0 16,3 5 0-16,0 0-133 0,4-2 0 0,3-2 0 15,1-1 1-15,21-5-59 0,-41 16-1761 0</inkml:trace>
  <inkml:trace contextRef="#ctx0" brushRef="#br0" timeOffset="105658.33">20574 12603 396 0,'0'0'0'0,"0"0"0"16,0 0 0-16,0 0 200 0,0 0 0 15,0 0 0-15,0 0 1 0,0 0-1 0,0 0 0 0,9 4 0 16,-3 0 1-16,0 0-140 0,2 5 0 0,2 1 0 16,2 2 0-16,-2 3-1 0,1 5 1 0,-1 3 0 15,0 3 0-15,-2 3-18 0,-2 4 0 0,0 2 0 16,-2 0 1-16,0 1-1 0,-4-1 0 0,-4-2 0 15,0-2 0-15,-2-4-19 0,0-3 1 0</inkml:trace>
  <inkml:trace contextRef="#ctx0" brushRef="#br0" timeOffset="106392.17">21163 12741 532 0,'0'0'0'15,"0"0"0"-15,0 0 0 0,0 0 162 0,0 0 1 0,0 0 0 16,0 0 0-16,0 0-1 0,8 0 1 0,-2 0 0 16,2 0 0-16,4 0-91 0,2 0 1 15,7-3 0-15,-5 1 0 0,11-2-1 0,-3 2 1 0,2-2-1 16,5 0 1-16,18-4-73 0,-49 8-1812 0</inkml:trace>
  <inkml:trace contextRef="#ctx0" brushRef="#br0" timeOffset="106574.12">21248 12872 244 0,'0'0'0'0,"0"0"0"0,-8 0 0 16,4 4 206-16,0-4 0 0,-2 2 0 0,2 0 1 15,2 0-1-15,2 0 0 0,0-2 0 0,2 2 0 16,2 0-148-16,2-2 0 0,2 0 0 0,0 0 0 0,6 0 0 16,3-2 0-16,1 0 0 0,4 0 0 0,25-4-58 15,-47 6-1768-15</inkml:trace>
  <inkml:trace contextRef="#ctx0" brushRef="#br0" timeOffset="108793.26">21905 12615 392 0,'0'0'0'0,"0"0"0"15,0 0 0-15,0 0 196 0,0 0 1 0,0 0-1 16,0 0 1-16,0 0-1 0,0 0 0 0,3 9 0 16,-3-1 1-16,0 2-134 0,2 4 0 0,0 3 0 15,-2 5 0-15,0 5-1 0,0 8 1 0,0 2 0 16,0 6 0-16,-2-2-11 0,0 2 0 0,2-4 0 0,0-2 0 15,0-8 0-15,0-3 0 0</inkml:trace>
  <inkml:trace contextRef="#ctx0" brushRef="#br0" timeOffset="109861.22">22789 12622 416 0,'0'0'0'0,"0"0"0"0,0 0 0 0,0 0 225 16,-10-5 1-16,6 3 0 0,-3 0 0 0,1 2-1 0,0 0 1 16,-2 0-1-16,0 0 1 0,-2 2-171 0,0 0 0 15,-1 5 0-15,-1-1 1 0,0 2-1 0,2 2 0 16,-2 3 0-16,-1-1 0 0,1 2-15 0,2 5 1 16,-4 1-1-16,2 3 1 0,1 1-1 0,5 3 0 15,-2 0 0-15,6-1 1 0,2 3-19 0,6-4 1 16,2-3-1-16,0-1 1 0,5-3-1 0,1-3 0 15,4-3 0-15,3-4 1 0,-5-4-23 0,2-2 1 0,-2-4-1 16,3-4 1-16,-3-2-1 0,-2-2 1 0,-1-3-1 16,-3 3 1-16,-4-6-1 0,-2 1 1 0,-4 3 0 15,-2 0 0-15,-2-1-1 0,-2 1 1 0,-2 4-1 16,-1-2 1-16,-1 3 0 0,-2 3 1 0,0 2 0 16,0 2 0-16,12 0-2 0,0 0-2385 0</inkml:trace>
  <inkml:trace contextRef="#ctx0" brushRef="#br0" timeOffset="110542.56">23084 12939 368 0,'0'0'0'0,"0"0"0"16,0 0 0-16,0 0 212 0,0 0 1 0,0 0 0 15,0 0 0-15,0 0-1 0,0 0 1 0,0 0-1 16,0 0 1-16,0 0-142 0,0 0 1 0,-6 9-1 0,6-7 1 16,-2 0-1-16,0 2 1 0,0-4-1 0,0 0 1 15,0 4-26-15,0-4 1 0,0 2-1 0,-1 0 1 16,1 0-1-16,0-2 0 0,0 0 0 0,2 0 1 16,0 0-22-16,0-2 0 0,0 0 0 0,2 0 0 15,0 2-1-15,0-4 1 0,1 4 0 0,-1-4 0 0,-2 2-26 16,2 0 1-16,0 0 0 0,0 0 0 0,-2 0-1 15,2 2 1-15,0 0 0 0,-2 0 0 0,0 0 3 16,0 0 0-16,0 2 0 0,0 0 1 0,-2 0-1 16,0 0 0-16,0 4 0 0,0-2 1 0,2-4 0 0,0 0 1 15,0 0 0-15,0 0 0 0,0 0-1 0,0 0 1 16,0 0 0-16,0 0 0 0,0 0 2 0,-45 43 0 16,41-39 0-16,0 0 0 0,0-2 0 0,0 2 0 15,-1 0 0-15,1-4 0 0,0 0 5 0,2 0 1 16,0 0-1-16,-2 0 1 0,2 0-1 0,0-4 1 15,2 4-1-15,0-4 1 0,0 4-13 0,0 0-2572 0</inkml:trace>
  <inkml:trace contextRef="#ctx0" brushRef="#br0" timeOffset="111009.39">23770 12519 688 0,'0'0'0'0,"0"0"0"0,0 0 0 0,0 0 224 16,0 0 0-16,0 0 0 0,0 0 1 0,-6-8-1 15,4 6 0-15,-2 0 0 0,-1 0 0 0,1 0-149 16,0-3 0-16,0 3 0 0,0 2 1 0,-6-4-1 16,0 4 0-16,0 0 0 0,-5 0 0 0,1 4-25 0,0-2 1 15,-2 3 0-15,-1 1 0 0,1 4-1 0,2-2 1 16,-4 5 0-16,-1 1 0 0,3-4-23 0,-4 2 1 16,5 5 0-16,-1 1 0 0,4-3-1 0,4 1 1 15,2 0 0-15,2-1 0 0,4-3-32 0,8 2 1 16,-2-1 0-16,6-3 0 0,8 0-1 0,1-1 1 15,5-3 0-15,5 0 0 0,-1-2 6 0,9 2 1 16,-7 0-1-16,1 2 1 0,-5 3-1 0,1-3 0 16,-5 6 0-16,-3-4 1 0,-5 5 4 0,-2-3 1 0,-10 5-1 15,-2 1 1-15,-6-2-1 0,-2 3 1 0,-8-3-1 16,0-3 1-16,-5 1-1 0,-1-2 1 0,-2-1 0 16,-1-3 0-16,-1-2-1 0,-1-4 1 0,1-2-1 15,2-2 1-15,1-2 0 0,5-2 1 0</inkml:trace>
  <inkml:trace contextRef="#ctx0" brushRef="#br0" timeOffset="114794.43">22095 12745 520 0,'0'0'0'0,"0"0"0"0,0 0 0 15,0 0 154-15,0 0 0 0,0 0 0 0,0 0 0 16,-2-11-1-16,4 7 1 0,2 0 0 0,2 0 0 16,6-2-66-16,-4 2 0 0,4 0 0 15,7 0 0-15,-7 2 0 0,6-1 0 0,1 3 0 0,1 0 0 16,0 3-33-16,1 1 0 0,-3 2 0 0,-2 4 0 16,3-2-1-16,-5 3 1 0,-2 1 0 0,0-2 0 0,-2 2-39 15,-3 3 0-15,-1-1 0 0,-2 2 0 0,-4-1-1 16,-2-3 1-16,-2 3 0 0,-2-1 0 0,-3-2-15 15,-1 3 1-15,-2-7 0 0,0 0 0 0,2-2-1 16,-3-2 1-16,3 0 0 0,2 0 0 0,0-2-3 0,4 1 1 16,0-1-1-16,-2-2 1 0,6 2-1 0,0 0 1 15,2 0-1-15,2 4 1 0,4-2-1 0,0-2 0 16,2 2 0-16,2 2 0 0,1 0 0 0,-3 3 0 16,0-3 0-16,0 2 1 0,-6 2-2 0,0 0 0 15,-4 1 0-15,-2 1 1 0,-4 0-1 0,-8 1 1 16,0-1-1-16,-1 0 1 0,-5 1-1 0,2-5 0 15,-7 0 0-15,3-2 1 0,0 2-1 0,-1-6 0 0</inkml:trace>
  <inkml:trace contextRef="#ctx0" brushRef="#br0" timeOffset="128254.58">15132 14533 164 0,'0'0'0'15,"0"0"0"-15,0 0 0 0,-8 4 73 0,0-4 1 16,4 2-1-16,-4 0 1 0,2 0-1 0,-1-2 0 15,3 0 0-15,-2 2 1 0,2-2 14 0,4 2 0 16,-4-2 0-16,4 0 0 0,0 0-1 0,0 0 1 0,0-2 0 16,0 0 0-16,8-2-24 0,-2 0 1 0,7 0 0 15,3-6 0-15,0 2-1 0,7-5 1 0,3-1-1 16,11-5 1-16,7-1-16 0,3-3 0 0,8-5 0 16,10-3 1-16,9-4-1 0,9-4 0 0,19-8 0 15,2-2 1-15,-3 6-60 0,3-7 1 0,-2 5-1 16,2 0 1-16,-5 2-1 0,1-2 1 0,2 2-1 15,-6 0 1-15,-3 2 34 0,1 0 1 0,-3 4 0 16,-1-4 0-16,-5 4-1 0,-3 6 1 0,-3 0 0 16,-6 5 0-16,-3 3-12 0,-7 1 0 0,-2 1 0 0,-6 3 0 15,-8 3 0-15,-5 3 0 0,-3 0 0 0,-4-1 0 16,-5 1-2-16,-3 0 1 0,-1-1 0 0,-2 3 0 16,1-2-1-16,-3 0 1 0,-1 1 0 0,-1-3 0 15,-4 2-1-15,-4 1 1 0,-3 5-1 0,-5 2 1 16,-2 0-1-16,-2 2 0 0,0 2 0 0,0-4 1 0,-2 4-4 15,0 0 1-15,2 0-1 0,0 0 1 0,0 0-1 16,0 0 1-16,0 0-1 0,0 0 1 0,0 0-1 16,0 0 0-16,0 0 0 0,4 0 0 0,2-4-1 15,0 2 1-15,2-2 0 0,0 0 0 0,2-1-2 0,3 1 0 16,-1 0 0-16,0 0 0 0,0 4 0 0,-2-6 0 16,3 4 0-16,-5 0 0 0,0 0-2 0,2 0 0 15,2 0 0-15,-6 0 1 0,3 2-1 0,-3 0 0 16,0-2 0-16,-2 2 0 0,-4 0 1 0,4-2 0 15,-4 2 0-15,0 0 1 0,0 0-1 0,0 0 0 16,0 0 0-16,0 0 0 0,4-5-3 0,-4-1 0 16,0 2 0-16,2-2 1 0,0 0-1 0,0 2 0 15,0 0 0-15,2-7 0 0,0 3-1 0,0 0 1 0,2 2 0 16,-2 0 0-16,1 0-1 0,-1 1 1 0,0 1-1 16,-2 0 1-16,0 0-2 0,0 2 0 0,-2 2 0 15,0 0 0-15,0 0-1 0,0 0-2364 0</inkml:trace>
  <inkml:trace contextRef="#ctx0" brushRef="#br0" timeOffset="137377.13">15403 14597 240 0,'0'0'0'16,"-16"-13"0"-16,3 3 0 0,-5-2 53 0,2-5 1 16,-5-1 0-16,-1 2 0 0,2-5-1 0,-7 1 1 15</inkml:trace>
  <inkml:trace contextRef="#ctx0" brushRef="#br0" timeOffset="137409.84">15059 14334 146 0,'0'0'0'15,"0"0"0"-15,0 0 0 0,0 0 0 0,0 0-110 0</inkml:trace>
  <inkml:trace contextRef="#ctx0" brushRef="#br0" timeOffset="137643.87">15336 14724 108 0,'0'0'0'0,"0"0"0"0,-11-6 0 0,7 4 21 15,0-5 1-15,0 5 0 0,0-6 0 0,4 8-22 16,0 0-147-16</inkml:trace>
  <inkml:trace contextRef="#ctx0" brushRef="#br0" timeOffset="137944.18">15285 14664 117 0,'0'0'0'15,"0"0"0"-15,0 0 0 0,0 0 29 0,-10 0 0 16,6 0 0-16,-5 0 1 0,-1 0 17 0,2-2 1 15,0 0-1-15,-4 0 1 0,2 0-1 0,-3 0 1 0,5-2-1 16,-4 0 1-16,0 4 25 0,2-6 0 0,1 4 0 16,-1 0 1-16,2 0-1 0,2 2 0 0,0 0 0 15,6 0 1-15,0 0-62 0,4 0 0 0,2 2 0 16,6 2 0-16,9 2 0 0,9 2 0 0,17 4 0 16,14 9 0-16,29 8 30 0,22 12 0 0,50 20 0 15,15 9 0-15,9 10 0 0,7 8 0 0,8 6 0 16,-3 3 0-16,5 3-56 0,-1-3 1 0,-1-3-1 15,-3 0 1-15,-5 1-1 0,-4-7 1 0,39 13-1 16,-34-17 1-16,-19-9 35 0,30 8 1 0,-40-20 0 0,33 15 0 16,-119-41-23-16,-79-37-1212 0</inkml:trace>
  <inkml:trace contextRef="#ctx0" brushRef="#br0" timeOffset="143751.76">19500 15936 644 0,'0'0'0'0,"0"0"0"16,0 0 0-16,0 0 179 0,0 0 1 0,0 0 0 0,0 0 0 16,-6 10-1-16,4-4 1 0,2 5-1 0,0 1 1 15,0 4-101-15,0 5 0 0,0 1 0 0,2 7 1 16,0 4-1-16,2 4 0 0,0 0 0 0,0 0 1 16,-2 4-35-16,2-8 0 0,0 1 0 0,0-1 1 0,0-6-1 15,0 0 0-15</inkml:trace>
  <inkml:trace contextRef="#ctx0" brushRef="#br0" timeOffset="144038.16">19711 16121 572 0,'0'0'0'16,"0"0"0"-16,0 0 0 0,-4 12 175 0,4-6 1 15,0 2-1-15,0 5 1 0,0-1-1 0,4 6 0 0,1-3 0 16,1 3 1-16,4 1-113 0,2-1 0 0,0 1 0 16,7-5 1-16,-5 2-1 0,6-1 0 0,-2-3 0 15,3 0 1-15,-1-4-11 0,-2-1 1 0,1-3-1 16,-3-4 1-16,-2-4-1 0,-1-3 1 0,-1-3-1 16,-4 0 1-16,-2-8-27 0,-4-1 0 0,-2 1 0 15,-4-1 0-15,0-1 0 0,-8-1 0 0,2 1 0 16,-3 1 0-16,1 1-28 0,-4-3 1 0,2 5-1 15,-5 1 1-15,5 5-1 0,0 2 1 0</inkml:trace>
  <inkml:trace contextRef="#ctx0" brushRef="#br0" timeOffset="144404.28">20320 16010 244 0,'0'0'0'0,"0"0"0"0,0 0 0 0,-4-8 225 0,0 4 0 16,0-1 0-16,0 1 1 0,2 2-1 0,-2-4 0 15,-2 2 0-15,-1 0 0 0,3 0-165 0,-4 2 1 16,-2 0 0-16,2 2 0 0,0 2-1 0,0 2 1 15,-5 2 0-15,3 0 0 0,0 4-18 0,4 3 1 16,-2 1 0-16,0 5 0 0,2 1-1 0,3 1 1 0,3 1-1 16,3-1 1-16,3 1-18 0,6 1 0 0,-2-1 0 15,4-7 1-15,5 3-1 0,-5 1 0 0,2-1 0 16,0 1 1-16,-3-3-31 0,-3 2 1 0,-2-1-1 16,-4-1 1-16,-4 1-1 0,0-3 1 0,-4 2 0 15,-4-5 0-15,2-1 9 0,-7-4 0 0,1-2 0 16,0-2 0-16,-2-2 0 0,2-2 0 0</inkml:trace>
  <inkml:trace contextRef="#ctx0" brushRef="#br0" timeOffset="144970.24">20699 15930 148 0,'0'0'0'0,"0"0"0"0,0 0 0 16,0 0 246-16,-5-8 0 0,1 6 0 0,2 0 0 16,-2 0-1-16,2-1 1 0,-2 3 0 0,0 0 0 15,-2 0-179-15,2 3 0 0,-4 1 0 0,2 0 1 16,0 4-1-16,0 2 0 0,-1 5 0 0,1-1 0 15,2 4-33-15,0 3 0 0,4-1 0 0,-4 7 1 0,4 4-1 16,0 2 0-16,4 4 0 0,0-1 0 0,0 3-18 16,4 0 0-16,3-2 0 0,1-4 1 0,-2-2-1 15,4 0 0-15,5-3 0 0,-5-5 0 0,-14-23-16 0,0 0-2291 16</inkml:trace>
  <inkml:trace contextRef="#ctx0" brushRef="#br0" timeOffset="146251.94">21063 16160 296 0,'0'0'0'0,"0"0"0"0,0 0 0 16,0 0 196-16,-10-7 1 0,8 3 0 0,-2 0 0 0,0 0-1 16,-1 0 1-16,-1 0-1 0,0 0 1 0,0 2-128 15,2 0 0-15,0 0 0 0,0 0 1 0,-4 2-1 16,4 0 0-16,0 2 0 0,-2 4 0 0,-1 2-24 16,1 2 0-16,2 3 0 0,0 3 0 0,-4 2-1 15,4 5 1-15,0 2 0 0,2-1 0 0,2 1-20 0,2-1 1 16,4-1-1-16,4-2 1 0,-2-5-1 15,5-4 1-15,5-2-1 0,-2-3 1 0,2-7-28 0,1-4 1 16,1-3 0-16,-4-5 0 0,1-2 0 0,1-3 0 16,-8-1 0-16,0-3 0 0,1-1 5 0,-7 1 1 15,-4 1 0-15,-4-5 0 0,-1 3-1 0,-3 3 1 16,-2 1-1-16,-2-3 1 0,-2 7 4 0,-3 2 1 16,1 3-1-16,-4 3 1 0,1 6-1 0,-3 0 1 0</inkml:trace>
  <inkml:trace contextRef="#ctx0" brushRef="#br0" timeOffset="146420.04">21283 16264 412 0,'0'0'0'0,"0"0"0"0,0 0 0 16,0 0 223-16,0 0 0 0,0 0 0 0,0 0 1 15,0 0-1-15,0 0 0 0,0 0 0 0,0 0 1 16,0 0-162-16,0 0 0 0</inkml:trace>
  <inkml:trace contextRef="#ctx0" brushRef="#br0" timeOffset="146735.65">21433 16032 532 0,'0'0'0'16,"0"0"0"-16,0 0 0 0,0 0 171 0,0 0 1 0,0 0-1 15,2-8 1-15,0 6-1 0,0 0 1 0,2 0-1 16,3 2 1-16,-1-4-123 0,2 4 1 0,2-2-1 15,2 2 1-15,-2 0-1 0,7 0 1 0,1 0-1 16,0 0 1-16,1 2-14 0,1 2 1 0,0-4 0 16,-1 4 0-16,1 2-1 0,-2 0 1 0,-1 5 0 15,-3 1 0-15,-6 2-14 0,0 5 0 0,-2-1 0 16,-2 7 1-16,-4 6-1 0,0-3 0 0,-2 7 0 0,-2 0 1 16,0 0-29-16,0 0 1 0</inkml:trace>
  <inkml:trace contextRef="#ctx0" brushRef="#br0" timeOffset="146919.76">21602 16211 416 0,'0'0'0'0,"0"0"0"0,10 0 0 0,-4 0 186 0,3-2 0 16,3 2 0-16,6-2 0 0,-2 2 0 0,7-2 0 15,1 2 0-15,1-2 0 0,-1 0-137 0,5 0 1 16</inkml:trace>
  <inkml:trace contextRef="#ctx0" brushRef="#br0" timeOffset="147186.1">21971 15877 560 0,'0'0'0'0,"0"0"0"16,0 0 0-16,0 0 156 0,0 0 0 0,0 0 0 16,0 0 1-16,10-5-1 0,-4 7 0 0,4 3 0 15,2 1 1-15,3 2-103 0,1 4 1 0,0 7-1 0,6 1 1 16,1 9-1-16,1 6 0 0,-3 2 0 0,-3 6 1 15,-4 2-10-15,-4 0 1 0,-4 0-1 0,-1 0 1 16,-10-2-1-16,-1 0 0 0,-4-4 0 0,-2-4 1 16,12-35-46-16,0 0-1956 0</inkml:trace>
  <inkml:trace contextRef="#ctx0" brushRef="#br0" timeOffset="147786.24">22593 16026 684 0,'0'0'0'16,"0"0"0"-16,0 0 0 0,0 0 202 0,0 0 1 16,0 0-1-16,9 0 1 0,-3 0-1 0,2 0 1 15,4 0-1-15,0 0 1 0,7-2-128 0,-3 2 0 16,2-2 0-16,7 2 0 0,1-2 0 0,0 0 0 0,5 2 0 15,-3-4 0-15,3 4-39 0,0-2 1 0</inkml:trace>
  <inkml:trace contextRef="#ctx0" brushRef="#br0" timeOffset="147935.29">22768 16252 608 0,'0'0'0'0,"0"0"0"0,0 0 0 16,0 0 188-16,0 0 1 0,0 0-1 0,0 0 1 15,0 0-1-15,0 0 0 0,11 6 0 0,-3-6 1 16,4-2-140-16,2 0 1 0</inkml:trace>
  <inkml:trace contextRef="#ctx0" brushRef="#br0" timeOffset="150469.17">23127 15916 452 0,'0'0'0'0,"0"0"0"0,0 0 0 0,0 0 168 15,-9 0 0-15,7 0 0 0,0-3 1 0,0 3-1 16,2-2 0-16,0 0 0 0,2 0 1 0,2 0-118 16,5-2 0-16,-3 2 0 0,6-4 1 0,4 2-1 15,3 2 0-15,1-2 0 0,2 0 1 0,3-1-14 0,5 3 1 16,-3 2-1-16,3-4 1 0,-1 2-1 0,1 2 1 16,-3 0-1-16,-3 0 1 0,-1 6-19 0,-7-1 1 15,0 1 0-15,-2 2 0 0,-6 2-1 0,1 2 1 16,-3 1 0-16,-2 5 0 0,0 3-23 0,-4 3 1 15,0 5 0-15,0 0 0 0,-4 6-1 0,2 0 1 16,0 1 0-16,0 1 0 0,2 0 4 0,0-4 0 16,2-4 0-16,0-3 1 0,4-3-1 0,-2-5 0 15,0-5 0-15,0-1 0 0,2 0 6 0,-2-5 0 0,2 1 0 16,0-2 1-16,-6-6-10 0,0 0-2051 0</inkml:trace>
  <inkml:trace contextRef="#ctx0" brushRef="#br0" timeOffset="150669.72">23226 16248 588 0,'0'0'0'0,"0"0"0"0,0 0 0 16,-8-6 189-16,6 4 1 0,0 0-1 0,2-3 1 16,0 1-1-16,0 0 1 0,2 2-1 0,4 0 1 15,2 2-127-15,5-6 1 0,3 4 0 0,2-2 0 16,5 2-1-16,3 0 1 0,3-2 0 0,5-1 0 0,5 1-33 15,0 2 1-15</inkml:trace>
  <inkml:trace contextRef="#ctx0" brushRef="#br0" timeOffset="151503.14">23804 15934 104 0,'0'0'0'16,"0"0"0"-16,0 0 0 0,0 0 214 0,-8-4 1 16,4 4 0-16,2-4 0 0,-2 2-1 0,2 0 1 15,0-2-1-15,2 2 1 0,0-1-159 0,0-1 0 0,0 2 0 16,2 0 1-16,2-2-1 0,2 2 0 0,0-4 0 16,2 2 1-16,3 0-10 0,-1 0 1 0,2 2-1 15,0 0 1-15,2-1-1 0,1 3 0 0,-1 0 0 16,2 0 1-16,3 3-15 0,-7 1 1 0,2 2-1 15,2 0 1-15,-1 0-1 0,-3 2 0 0,0 3 0 16,-4-3 1-16,0 4-42 0,-2 0 0 0,-2 1 0 16,-2 1 0-16,-2 2 0 0,-2 1 0 0,-2-3 0 15,-2 3 0-15,-2-1 21 0,0-2 0 0,0 1 0 0,-2 1 1 16,2-8-1-16,-1 5 0 0,5-3 0 0,-4-2 1 16,4-2-4-16,2-2 1 0,2-2 0 0,0 0 0 15,2 1-1-15,2-1 1 0,4 2 0 0,-4-4 0 16,7 0-3-16,1 2 1 0,2 0 0 0,4 2 0 15,1 0-1-15,3 2 1 0,2 2 0 0,3-4 0 0,-7 5-6 16,7-1 1-16,-3 2-1 0,1 0 1 0,-1 1-1 16,-8 1 0-16,-1 0 0 0,-3 1 1 0,-2-3-3 15,-4 2 1-15,-4 0-1 0,-4 1 1 0,-4-1-1 16,-2 0 1-16,-2 1-1 0,-3-3 1 0,-3 0-6 0,-2 0 0 16,-3-6 0-16,-1 1 0 0,0-3 0 0,-5-2 0 15,5-4 0-15,-1-3 0 0,23 7 4 0,0 0-2342 0</inkml:trace>
  <inkml:trace contextRef="#ctx0" brushRef="#br0" timeOffset="151752.43">24661 16217 760 0,'0'0'0'0,"0"0"0"0,0 0 0 16,0 0 172-16,0 0 1 0,0 0-1 0,0 0 1 16,-8 4-1-16,6-4 0 0,2 0 0 0,0 0 1 15,0 0-173-15,0 0-1605 0</inkml:trace>
  <inkml:trace contextRef="#ctx0" brushRef="#br0" timeOffset="152401.53">24942 15836 452 0,'0'0'0'16,"0"0"0"-16,-6 0 0 0,2 0 202 0,-4 0 0 16,2 0 0-16,2 0 1 0,0 0-1 0,1-3 0 15,1 1 0-15,4 0 0 0,5 0-138 0,1 0 0 16,6-2 0-16,-4 0 1 0,8-2-1 0,3 2 0 0,3-2 0 16,3-1 1-16,3 3-16 0,1 0 0 0,3 2 0 15,3-2 1-15,-2 2-1 0,3 0 0 0,5 0 0 16,-4 0 0-16,20 0-49 0,-59 2-2232 0</inkml:trace>
  <inkml:trace contextRef="#ctx0" brushRef="#br0" timeOffset="152954">25001 15811 440 0,'0'0'0'0,"0"0"0"0,0 0 0 0,0 0 174 0,0 0 0 16,0 0 0-16,0 0 1 0,0 0-1 0,0 0 0 16,0 0 0-16,0 0 1 0,0 0-110 0,0 0 0 15,8 4 0-15,-4-2 1 0,-4 4-1 0,2 4 0 16,0 1 0-16,0 1 1 0,0 4-23 0,0 3 1 16,1 1-1-16,-1 1 1 0,0 4-1 0,2-5 1 0,0 3-1 15,0-3 1-15,2-1-11 0,-2-3 1 0,-4-4-1 16,2 1 1-16,0-5-1 0,2-2 1 0,0-2-1 15,-2 0 1-15,2-4-43 0,0-4 1 0,2 0 0 16,1 0 0-16,1-2 0 0,0 0 0 0,2-3 0 16,2 1 0-16,0 2 21 0,3 0 0 0,1 2 0 15,-4-2 0-15,4 4-1 0,1 2 1 0,1 4 0 16,2 0 0-16,3 2-3 0,-1 2 1 0,5 2 0 16,-7 1 0-16,6 3-1 0,5-2 1 0,-7 7-1 0,3-1 1 15,-5 3 2-15,-1-5 0 0,-3 3 0 0,-4 3 1 16,-4-1-1-16,-4-1 0 0,-6-1 0 0,-6 1 0 15,-4 1-3-15,-4-1 1 0,-10-1-1 0,-3-3 1 16,-3 2-1-16,-9-1 0 0,0-5 0 0,1-2 1 0,-3-3-5 16,0-5 0-16,7-4 0 0,-1-5 1 15,-8-7-7-15,43 14-2481 0</inkml:trace>
  <inkml:trace contextRef="#ctx0" brushRef="#br0" timeOffset="192595.76">6057 15538 192 0,'0'0'0'0,"0"8"0"0,-4 5 0 0,4 5 71 16,-4 7 1-16,2 12-1 0,0 14 1 0,2 19-1 15,2 18 0-15,0 10 0 0,6 11 1 0,4 45 26 16,0-31 1-16,-1 0-1 0,1-4 1 0,0 0-1 15,-4-6 0-15,2-1 0 0,-2-9 1 0,-4-7-42 0,-4-3 0 16,-4-13 0-16,-8-6 0 0,-2-7-1 0,-6-7 1 16,3-11 0-16,3-6 0 0,14-43-57 0,0 0-1504 15</inkml:trace>
  <inkml:trace contextRef="#ctx0" brushRef="#br0" timeOffset="194244.36">25315 17138 528 0,'0'0'0'16,"0"0"0"-16,-3-10 0 0,1 6 198 0,2 2 1 15,0-3-1-15,0 10 1 0,2-3-1 0,1 4 0 0,1 4 0 16,2 2 1-16,0 3-147 0,2 7 1 0,2 5-1 16,2 6 1-16,3 6-1 0,5 8 0 0,-4 0 0 15,7 4 1-15,-7 3-25 0,2-1 0 0,3 0 0 16,1-6 0-16,-4 1 0 0,3-1 0 0,-1-8 0 16,0-4 0-16,-20-35-28 0,0 0-2069 0</inkml:trace>
  <inkml:trace contextRef="#ctx0" brushRef="#br0" timeOffset="195977.34">27340 16941 232 0,'0'0'0'0,"-9"-4"0"16,5 2 0-16,-6 0 150 0,2-2 0 0,-6 2 0 15,-2 0 1-15,-1 0-1 0,-1 0 0 0,-4 2 0 16,1 0 1-16,1 4-69 0,-5 0 1 0,-1 4-1 16,0 4 1-16,-3 1-1 0,5 7 1 0,-9 5-1 0,0 7 1 15,1 7-29-15,-1 9 0 0,5 5 0 0,-3 13 1 16,3 3-1-16,3 5 0 0,7 0 0 0,8 20 0 16,14-32-15-16,4-3 1 0,12-9-1 0,9-5 1 15,8-8-1-15,5-7 0 0,11-5 0 0,-2-5 1 0,4-9-47 16,0-9 0-16,-2-10 0 0,-2-5 0 0,-4-7 0 15,-9-9 0-15,-1-6 0 0,-11-2 1 0,-3-6 22 16,-9 2 1-16,-6-4-1 0,-10 8 1 0,-8-4-1 16,-8 8 1-16,-5 5-1 0,-5 5 1 0,-1 7-8 15,-5 5 1-15,-3 7 0 0,-4 8 0 0,1 7-1 0,-5 5 1 16</inkml:trace>
  <inkml:trace contextRef="#ctx0" brushRef="#br0" timeOffset="196593.19">27804 17511 644 0,'0'0'0'0,"0"0"0"0,0 0 0 16,0 0 179-16,0 0 1 0,0 0 0 0,0 0 0 15,-4 6-1-15,0 3 1 0,1 1-1 0,-1 0 1 16,0 4-116-16,0 3 1 0,0 1-1 0,0-1 1 0,0 1-1 16,0 1 1-16,0-3-1 0,0 0 1 0,0-5-25 15,0-1 1-15,2-4 0 0,-2-2 0 0,0-6-1 16,4-2 1-16,4-2-1 0,0-4 1 0,2-3-20 0,2-1 1 16,4-2-1-16,2-5 1 0,1 1-1 0,3 3 1 15,2-5-1-15,3 1 1 0,-1 7-23 0,2-3 1 16,3 5 0-16,-1 2 0 0,-3 2-1 0,1 3 1 15,-1 3 0-15,-3 6 0 0,0 1 1 0,-1-1 1 16,-5 6-1-16,-4 0 1 0,-2 0-1 0,0 5 0 16,-4 1 0-16,-2-1 1 0,-2-1-1 0,-2 0 1 15,0-3 0-15,-2-1 0 0,4-2-1 0,-6-4 1 16,2 0 0-16,2-4 0 0,4-2-2 0,0-2 1 0,0-4-1 16,4-2 1-16,2-1-1 0,7-3 0 0,1-4 0 15,0-1 1-15,7-1-1 0,1 1 1 0,5-1-1 16,3-1 1-16,1 3-1 0,-1 3 0 0,1 5 0 15,-1 4 1-15,1 4-3 0,-3 0 1 0,-5 6-1 16,-1 2 1-16,-3 4-1 0,-9 5 1 0,-2 1 0 16,-4 5 0-16,-4-1-1 0,0 1 0 0,-4 1 0 15,2 1 1-15,-2-1-1 0,2-1 0 0</inkml:trace>
  <inkml:trace contextRef="#ctx0" brushRef="#br0" timeOffset="196861.25">28903 17478 696 0,'0'0'0'0,"-10"9"0"0,-1-1 0 0,-1 2 167 0,-2 2 0 15,2 5 0-15,-3-1 1 0,7 3-1 0,0 1 0 16,8-8 0-16,8 5 0 0,2-5-105 0,7-2 0 15,3 1 0-15,5-5 0 0,-1-2-1 0,8-4 1 16,1-4 0-16,2-4 0 0,-3-1-23 0,1-5 1 16,-5-6-1-16,-3 3 1 0,-9-10-1 0,-2 1 0 15,-8 1 0-15,-4 1 1 0,-6 1-24 0,0 3 1 0,-6 1 0 16,0 7 0-16,10 12-17 0,0 0-2183 0</inkml:trace>
  <inkml:trace contextRef="#ctx0" brushRef="#br0" timeOffset="197143.81">29493 17495 120 0,'0'0'0'0,"0"0"0"0,4 10 0 16,-4-6 230-16,0-2 1 0,0 4-1 0,-4 1 1 16,0 1-1-16,-6-2 0 0,-1 4 0 0,-1-2 1 15,-4 1-180-15,2-1 0 0,-5 0 0 0,1 0 0 16,2-4 0-16,0 0 0 0,5-4 0 0,3-2 0 15,6 0-19-15,4-2 0 0,2-6 0 0,6 0 0 16,5-3 0-16,1-1 0 0,4-2 0 0,7-1 0 16,-1-3-22-16,7-1 1 0,-1 5 0 0,3-1 0 15,-7 5-1-15,3 4 1 0,-5 0 0 0,1 6 0 0,-3 0-7 16,-5 6 0-16,-1 6 0 0,-4-2 1 0,0 6-1 16,1 3 0-16,-3 5 0 0,-2 1 0 0,0 0-4 0,-2 3 0 15,1 1 0-15,-1-3 1 0,-2 5-1 0,2-2 0 16,0-5 0-16,-2-3 0 0,-6-19 0 0,0 0-2061 0</inkml:trace>
  <inkml:trace contextRef="#ctx0" brushRef="#br0" timeOffset="197345.27">30456 16627 648 0,'0'0'0'0,"-2"6"0"15,2 5 0-15,0 5 167 0,0 2 0 0,2 5 0 16,-2 4 1-16,2 14-1 0,-2 8 0 0,0 10 0 16,-2 13 1-16,-2 8-108 0,-3 13 1 0,-1 1 0 15,-4 33 0-15,2-37-1 0,0-8 1 0,-3-6-1 16,3-16 1-16,10-60-61 0,0 0-1854 0</inkml:trace>
  <inkml:trace contextRef="#ctx0" brushRef="#br0" timeOffset="197576.96">30167 17228 752 0,'0'0'0'15,"12"-2"0"-15,2 2 0 0,6-2 188 0,3 0 0 16,9-2 0-16,11 2 0 0,4-2-119 0,2 2 1 16,8-2 0-16,-2 2 0 0,61-3-70 0,-116 5-1338 0</inkml:trace>
  <inkml:trace contextRef="#ctx0" brushRef="#br0" timeOffset="198144.16">31274 17210 360 0,'0'0'0'16,"-8"0"0"-16,2 0 0 0,-5-4 197 0,1 2 1 16,-6 0-1-16,-2-1 1 0,-5 1-1 0,-3-2 0 15,-1 2 0-15,-5 0 1 0,-3 0-137 0,-2 2 0 0,3 2 0 16,-1 0 0-16,3 2-1 0,3 0 1 0,7 3 0 15,1 1 0-15,7 0-16 0,4 2 0 0,8 1 0 16,6-1 1-16,4 0-1 0,6 4 0 0,3 1 0 16,1-1 1-16,9 3-21 0,-1-1 0 0,5 4 0 15,-1 1 0-15,-1 2 0 0,-1-3 0 0,-2 1 0 16,-5-1 0-16,-7-4-27 0,-8 1 0 0,-8-3 0 16,-8 3 1-16,-6-5-1 0,-5 0 1 0,-7 1-1 0,-5-3 1 15,-5 0 5-15,-7 0 1 0,-2-4 0 0,-6 1 0 16,0-1-1-16,2-2 1 0</inkml:trace>
  <inkml:trace contextRef="#ctx0" brushRef="#br0" timeOffset="-211751.33">6108 15516 56 0,'0'0'0'0,"0"0"0"15,0 0 0-15,-8-2 79 0,4-1 1 0,0 3 0 16,-3-2 0-16,3 4-1 0,4 3 1 0,-2-1-1 16,0 0 1-16,2 6-32 0,0 0 0 0,2 7 0 15,-2 3 0-15,0 7 0 0,0 14 0 0,0 10 0 16,0 17 0-16,-2 22 16 0,2 23 0 0,-4 18 0 15,4 62 1-15,-4-33-1 0,0-6 0 0,0-5 0 16,8-13 0-16,0-19-12 0,4-15 1 0,0-13-1 0,3-14 1 16,1-9-1-16,-4-6 1 0,-2-11-1 0,-4-6 1 15,-4-6-70-15,0-9 0 0,-2 3 0 0,0-6 1 16,-4-7-1-16,4-10 0 0,0-10 0 0,4-8 1 16,0 0 49-16,4-2 1 0</inkml:trace>
  <inkml:trace contextRef="#ctx0" brushRef="#br0" timeOffset="-210750.22">6366 17337 364 0,'0'0'0'0,"-12"-2"0"0,2 2 0 0,-2 0 185 0,-5 0 0 15,3 0 0-15,-6-2 1 0,6 0-1 0,-7 0 0 16,-1 0 0-16,1 0 0 0,3-3-139 0,2 1 1 15,-2 0-1-15,1 2 1 0,5-2-1 0,2 0 1 16,6 0-1-16,0 4 1 0,4-6-18 0,4 2 1 16,0 2-1-16,6 0 1 0,2-3-1 0,5 3 0 15,1 0 0-15,2 0 1 0,7 2-16 0,3 0 0 0,5 0 0 16,8 2 1-16,7-2-1 0,11 2 0 0,9-2 0 16,15 0 0-16,17-2-11 0,55-6 1 0,-17 2-1 15,3-4 1-15,7 4-1 0,5-5 0 0,0 1 0 16,-1 0 1-16,-9 0-4 0,1 1 1 0,-3-3-1 15,-3 0 1-15,-1-1-1 0,3 7 1 0,5-4-1 16,-3 2 1-16,3 0 2 0,-1 4 1 0,5-5-1 16,-1 1 1-16,-7 2-1 0,3 2 0 0,-1-2 0 15,-7 0 1-15,1-1 6 0,-3 3 0 0,-4 2 0 0,-6 2 0 16,-5-2-1-16,-1 2 1 0,-8 2 0 0,-7 0 0 16,-1 4 2-16,-10 3 1 0,1-5 0 0,-3 2 0 15,-6 0-1-15,-1-2 1 0,-4 2-1 0,1-2 1 16,-1 3-1-16,5-1 1 0,-7-2-1 0,0 0 1 15,-5 0-1-15,-3 0 1 0,0-2-1 0,3 2 1 0,-5-2-3 16,-4 2 0-16,2-2 0 0,-6 3 0 0,-2-3-1 16,6-2 1-16,0 0 0 0,-2-2 0 0,7 0 3 15,-1 2 1-15,4 0-1 0,-4-3 1 0,3 1-1 16,-1 2 1-16,4-2-1 0,0 2 1 0,1 0-2 0,-1-2 1 16,0 0-1-16,-1 2 1 0,-1 0-1 0,4 0 1 15,-4 0-1-15,1 0 1 0,-1 0-2 0,-6 0 0 16,-2 0 0-16,-4 2 1 0,-2 0-1 0,-2 0 0 15,-6-2 0-15,2 2 0 0,-2 3-2 0,-4-3 1 16,0 0-1-16,-3 0 1 0,-3 0-1 0,2-4 0 16,-7 2 0-16,-3-2 1 0,-2 2-4 0,-5-2 0 15,-4-2 0-15,-18 1 0 0,-14 1 0 0,-6 0 0 0,0-2 0 16,6 4 0-16,1-4 0 0,9 2 1 0,-4-2-1 16,8 0 1-16,-4 0-1 0,0 0 0 0</inkml:trace>
  <inkml:trace contextRef="#ctx0" brushRef="#br0" timeOffset="-210301.6">14656 16318 632 0,'0'0'0'15,"0"0"0"-15,-8-3 0 0,4 3 207 0,4-2 1 0,-4 4-1 16,8 3 1-16,-4-1-1 0,0 4 1 0,4 2-1 16,0 4 1-16,0 3-144 0,2 7 1 0,0 7-1 15,2 8 1-15,2 15-1 0,-6 3 0 0,5 7 0 16,-5 9 1-16,4-1-30 0,-2 2 1 0,2-4 0 15,0-7 0-15,2 13-1 0,-1-31 1 0,-1-6 0 16,4-6 0-16,-4-4-20 0,0-5 1 0,2-11 0 16,-6 1 0-16,0-14-1 0,1 4 1 0</inkml:trace>
  <inkml:trace contextRef="#ctx0" brushRef="#br0" timeOffset="-208422.82">25264 17152 224 0,'0'0'0'0,"0"0"0"0,0 0 0 0,0 0 54 0,0 0 0 16,0 0 0-16,0 0 1 0,0 0-1 0,0 0 0 15,0 0 0-15,0 0 1 0,4 6-7 0,-2-1 1 16,-2-1-1-16,2 2 1 0,0 4-1 0,0 0 0 16,-2 7 0-16,4-1 1 0,-4 5 19 0,0-1 1 15,0 5-1-15,0 3 1 0,4-1-1 0,-4 8 0 0,2 2 0 16,2 0 1-16,2 2-22 0,-2-2 1 0,2-4-1 15,3 1 1-15,-1-3-1 0,-4-2 1 0,0 0-1 16,0-7 1-16,-2 3-60 0,0-5 1 0,0-1-1 16,0-5 1-16,-2 3-1 0,2-1 1 0,0-4-1 15,2-2 1-15,-4-10 11 0,0 0-1410 0</inkml:trace>
  <inkml:trace contextRef="#ctx0" brushRef="#br0" timeOffset="-206537.98">9197 17841 384 0,'0'0'0'0,"0"0"0"0,0 0 0 15,-4-8 159-15,4 6 0 0,0 0 0 0,0-2 1 16,4 0-1-16,-2 0 0 0,2 0 0 0,5-2 0 16,-1-1-110-16,0 1 0 0,4 0 0 0,2 2 0 15,3 0-1-15,1 0 1 0,-2 2 0 0,3-2 0 16,1 2-17-16,2 0 0 0,1-1 0 0,1 6 0 16,-6 1 0-16,3 2 0 0,-5 0 0 0,-2 4 0 15,-6 0-14-15,1 5 1 0,-9-1 0 0,-5 3 0 0,-3-1-1 16,-8 4 1-16,2 3-1 0,-11 0 1 0,-1-1-21 15,-5-1 0-15,1 1 0 0,3-5 1 0,3-1-1 16,2-4 0-16,1-3 0 0,7-3 1 0,2-2 4 0,4 0 0 16,4-2 0-16,4-2 0 0,4 0-1 0,0 2 1 15,4-2 0-15,0 2 0 0,10-2 4 0,3 0 1 16,1 2 0-16,5 2 0 0,-1 0-1 0,7 0 1 16,5 5 0-16,-3-1 0 0,-5 0-1 0,-3 0 1 15,-3 3 0-15,-8-3 0 0,-1 2-1 0,-11 0 1 16,-4 0 0-16,-8 1 0 0,-5-1-2 0,-5 0 1 15,-8 1 0-15,-9-1 0 0,-10-4-1 0,-4 2 1 16,-8-2 0-16,-2-2 0 0,0-2 0 0,11-4 0 0,-3 0 0 16,12-4 0-16,4-2-1 0,11-4 1 0,10-1 0 15,10-1 0-15,4 14-7 0,0 0-2022 0</inkml:trace>
  <inkml:trace contextRef="#ctx0" brushRef="#br0" timeOffset="-205989.57">9869 18030 576 0,'0'0'0'0,"0"0"0"0,0 0 0 0,0 0 183 15,0 0 1-15,0 0 0 0,0 0 0 0,0 0-1 16,0 0 1-16,4 8-1 0,-4-4 1 0,4 7-129 16,-4-1 0-16,4 2 0 0,-4 3 0 0,0-1-1 0,4 2 1 15,-4-3 0-15,0 1 0 0,0-2-17 0,0 1 0 16,0-3 0-16,0-2 0 0,0-2-1 0,4-2 1 16,-4-2 0-16,4-4 0 0,2 0-15 0,3-4 0 15,-1 0 0-15,0-2 1 0,6-5-1 0,2-1 0 16,-1 0 0-16,1 1 0 0,4-3-27 0,3 0 1 15,-3-1 0-15,2 3 0 0,-1 2-1 0,1 3 1 16,-6 1 0-16,3 2 0 0,-1 2 7 0,-2 2 0 0,-1 4 0 16,1 2 1-16,-8-2-1 0,4 2 0 0,-6 2 0 15,3 0 0-15,-1 3-2 0,0-1 0 0,-4 2 0 16,-4 2 1-16,4-7-1 0,-2 3 0 0,0-2 0 16,0 0 0-16,0-2 1 0,0-2 1 0,0 0 0 15,4-2 0-15,2-2-1 0,-4 0 1 0,5-2-1 16,3 0 1-16,2-2-2 0,-2 2 1 0,3-2 0 15,1 1 0-15,-6 5-1 0,6-4 1 0,-4 4-1 16,5 4 1-16,1 1-1 0,-2-1 0 0,7 0 0 0,-7 2 1 16,2-2-1-16,1 2 0 0,1 2 0 0,-4 1 1 15,-1-1-1-15,1 2 0 0,-8 0 0 0,-4 1 1 16,-2 1-1-16,0 0 0 0,-4 0 0 0,-2 1 0 16,2-1-2-16,-2-2 1 0,0 1 0 0,0-1 0 15,4-10-1-15,0 0-2313 0</inkml:trace>
  <inkml:trace contextRef="#ctx0" brushRef="#br0" timeOffset="-205722.91">11013 18104 308 0,'0'0'0'0,"-6"0"0"0,-2 0 0 0,-1 0 215 0,1 0 1 15,-6 2 0-15,2-2 0 0,0 2-1 0,-3 2 1 16,3 0-1-16,4 2 1 0,-4 1-169 0,2 1 0 15,1 2 0-15,5 0 1 0,0 1-1 0,4 1 0 16,4-2 0-16,0 0 0 0,5-3-18 0,-3-1 0 16,6-2 0-16,0-2 0 0,4-2-1 0,3 0 1 0,-1-2 0 15,2-2 0-15,-1-2-12 0,-3-3 1 0,-4 1-1 16,-2-2 1-16,-1 2-1 0,-1-7 0 0,-8 5 0 16,0 0 1-16,-4 2-18 0,-3-3 1 0,-1 1-1 15,4 0 1-15,0 0-1 0,-4-1 1 0,4 3-1 16,0 0 1-16,4 8-1 0,0 0-2088 0</inkml:trace>
  <inkml:trace contextRef="#ctx0" brushRef="#br0" timeOffset="-205419.62">11273 18172 296 0,'0'0'0'0,"0"0"0"0,0 0 0 15,-8-7 185-15,8 5 0 0,-4 0 0 0,4 0 0 16,0 2-1-16,0 0 1 0,0 0 0 0,4 2 0 0,-4-2-145 15,0 2 0-15,0-2 0 0,0 5 1 0,0-1-1 16,0 0 0-16,0 0 0 0,-4 2 0 0,8 0-13 16,-4 0 0-16,0 0 0 0,4-3 1 0,0-1-1 15,2-4 0-15,3-1 0 0,3 1 1 0,0-6-10 0,0 0 1 16,2 0 0-16,5-5 0 0,1-1-1 0,-2 0 1 16,3 1-1-16,1-3 1 0,-2 2-19 0,7-1 0 15,-5 5 0-15,-1 2 0 0,-1 6 0 0,-2 6 0 16,-5 2 0-16,1 4 0 0,-6 3 0 0,-4 3 1 15,0 0-1-15,-8 3 1 0,4 1-1 0,-4 3 0 16,-4 0 0-16,0-3 1 0,2 3 5 0,2-1 0 16,-1 1 0-16,-3-3 1 0,4-5-1 0,0-1 0 15</inkml:trace>
  <inkml:trace contextRef="#ctx0" brushRef="#br0" timeOffset="-205272.78">11880 17932 582 0,'0'0'0'0,"4"-13"0"15,0 3 0-15,4-2 145 0,-2-3 0 0,2 1 0 16,0 2 1-16,1-1-90 0,-3 5 0 0,0 0 0 16,0 4 1-16,-6 2-1 0,4 6 0 0,-8 6 0 0,0 5 0 15,0 1-14-15,-4 7 1 0,-3-1-1 0,3 11 1 16,-8 0-1-16,2 8 0 0</inkml:trace>
  <inkml:trace contextRef="#ctx0" brushRef="#br0" timeOffset="-204972.84">11672 17907 292 0,'0'0'0'0,"0"0"0"15,0 0 0-15,0 0 182 0,10-8 1 16,-6 4-1-16,5 0 1 0,-1 0-1 0,6-3 0 0,-2 3 0 16,4-2 1-16,3 0-128 0,-1 4 1 0,2-2 0 15,5-2 0-15,-3 2-1 0,5-1 1 0,-1 1 0 16,3 0 0-16,5 0-28 0,-3 0 1 0</inkml:trace>
  <inkml:trace contextRef="#ctx0" brushRef="#br0" timeOffset="-204222.75">12030 17567 144 0,'0'0'0'0,"0"0"0"0,0-13 0 0,4 7 170 16,-4-2 0-16,5 0 0 0,-1 0 0 0,0 1 0 15,0 1 0-15,0-2 0 0,2 2 0 0,-2 0-149 0,-4 2 0 16,4 2 0-16,-4-3 1 0,4 3-1 0,-4 0 0 15,0 4 0-15,-4 0 1 0,0 3 5 0,0-1 0 16,-4 8 0-16,0-2 1 0,-3 7-1 0,-1 7 0 16,-4 9 0-16,-2 6 1 0,-1 12-14 0,-1 9 1 15,-2-3-1-15,1 9 1 0,-1 4-1 0,-3-1 1 0,7-5-1 16,6-5 1-16,0-14-16 0,2-8 1 0,5-8 0 16,1-2 0-16,0-11 0 0,4-10 0 0,4-8 0 15,-4 0 0-15,4 0 0 0,-4 2 1 0,5-2 0 16,-5-2 0-16,0 4-1 0,0 0-1508 0</inkml:trace>
  <inkml:trace contextRef="#ctx0" brushRef="#br0" timeOffset="-203572.28">12560 17938 528 0,'0'0'0'0,"0"0"0"15,0 0 0-15,4-15 157 0,0 11 1 0,-8 0-1 16,4-2 1-16,-4 2-1 0,-1 0 0 0,-3 0 0 0,-2 2 1 16,-2 2-100-16,-4 2 0 0,1 2 0 0,-9 0 1 15,2 4-1-15,-5 2 0 0,-3 1 0 0,-1 3 0 16,-1 0-20-16,5 1 1 0,-3 1-1 0,7-1 1 15,7-1-1-15,0-2 1 0,7-4-1 0,5 3 1 16,6-3-19-16,3-4 0 0,5 2 0 0,-2-2 0 16,4 4-1-16,2-1 1 0,3 1 0 0,-7 0 0 0,6 2-20 15,-8 1 0-15,0-1 0 0,0 2 1 0,-1 0-1 16,-3 1 0-16,-8 1 0 0,-1-2 0 0,-5 1 1 16,-2-5 1-16,-4 2 0 0,-3 0 0 0,-3 1-1 15,2-1 1-15,-3-2 0 0,3-2 0 0,-2 0 4 0,-3-1 0 16,11-3 0-16,-2 0 1 0,8-2-1 15,-1 0 0-15,5 2 0 0,4-2 0 0,0 0-6 0,0 0-2088 16</inkml:trace>
  <inkml:trace contextRef="#ctx0" brushRef="#br0" timeOffset="-202723.51">12163 17581 60 0,'0'0'0'0,"0"0"0"16,0 0 0-16,6-10 224 0,-4 6 1 0,0-1 0 16,2-1 0-16,-4 2-1 0,4 0 1 0,-4 2-1 15,0-2 1-15,0 0-168 0,0 0 0 0,4 2 0 16,-4-4 1-16,4-1-1 0,0 3 0 0,0 0 0 16,-2 0 0-16,4 0-34 0,5 2 0 0,-7-2 0 15,4 2 0-15,0 2-1 0,-6 2 1 0,2 2 0 0,0 4 0 16,0 0-12-16,0 9 0 0,-4-1 0 0,0 7 0 15,-6 3-1-15,0 9 1 0,0 8 0 0,-10 9 0 16,-1 1-9-16,-1 6 0 0,-6 5 0 0,1 4 1 16,-3-1-1-16,1-3 0 0,3-7 0 0,4-9 1 15,1-12-8-15,9-7 0 0,-4-6 0 0,6-7 0 0,6-10 0 16,0-6 0-16,2-2 0 0,0-2 1 0,2 0 3 16,2 0 0-16,2-4 0 0,0-2 1 0,5-5-1 15,1 1 0-15,2-7 0 0,0 1 1 0,3-3-1 16,7-3 1-16,-1-1 0 0,1 2 0 0,5 1-1 0,-3-1 1 15,5 5 0-15,-1 5 0 0,-1 1 11 0,-5 2 1 16,-1 3-1-16,-3 3 1 0,-4 6-1 0,-5 6 1 16,-5 5-1-16,-4 1 1 0,0 2-1 0,-4-1 0 15,-4 3 0-15,0 0 1 0,0 3-1 0,-4-1 0 16,-3 1 0-16,3 1 1 0,-4 1 0 0,0 1 1 16,2-3-1-16,-3-1 1 0,1-1-1 0,4-1 1 15,2-2-1-15,2-1 1 0,0-3-4 0,0-4 1 0,4 0 0 16,0 0 0-16,0-1-1 0,4-1 1 15</inkml:trace>
  <inkml:trace contextRef="#ctx0" brushRef="#br0" timeOffset="-202287.53">13178 18059 392 0,'0'0'0'0,"0"0"0"0,-12-6 0 0,8 0 208 0,-2-1 0 15,-6-1 0-15,2 2 0 0,-1-4 0 16,1 2 0-16,-6 1 0 0,2 1 0 0,1 0-147 0,-5 4 0 16,2 0 0-16,0 0 1 0,1 2-1 0,-5 4 0 15,4 0 0-15,5 2 0 0,-1 3-20 0,6-1 0 16,4 0 0-16,4-2 0 0,4 4-1 0,2-4 1 16,7 3 0-16,1 1 0 0,-4 0-17 0,6 3 1 15,-1 1-1-15,-5 0 1 0,0 1-1 0,-2 1 0 0,-10 0 0 16,0 3 1-16,-4-1-28 0,-4 1 0 0,-2-5 0 15,-2 3 1-15,-2-1-1 0,-3 0 1 0,-3-3-1 16,2-1 1-16,-5 0 6 0,3-4 0 0,-1 1 0 16,7-3 1-16,-2-2-1 0,0 0 0 0,1 0 0 15,5 0 1-15,10-4-5 0,0 0-2310 0</inkml:trace>
  <inkml:trace contextRef="#ctx0" brushRef="#br0" timeOffset="-198138.15">25604 17593 108 0,'0'0'0'0,"0"0"0"0,-9-8 0 0,5 4 260 0,-2 2 0 15,-2-2 0-15,0 2 0 0,0 4-1 0,-2 2 1 16,-1 6 0-16,1-2 0 0,0 7-200 0,-2 5 0 16,-2 5 0-16,-3 4 0 0,3 3 0 0,0 7 0 15,0-2 0-15,3 4 0 0,1-4-28 0,4 2 0 16,2 0 0-16,0 0 0 0,0 27-32 0,4-66-2097 0</inkml:trace>
  <inkml:trace contextRef="#ctx0" brushRef="#br0" timeOffset="-195857.3">15053 17427 344 0,'0'0'0'0,"0"0"0"0,-6-12 0 0,6 4 120 0,-4-1 0 16,4 1 0-16,-4-2 1 0,4 2-1 0,0-3 0 15,4 5 0-15,-4-6 0 0,4 4-59 0,-2 0 1 16,4-1-1-16,2 1 1 0,2 0-1 0,-2 0 0 16,6 0 0-16,3 1 1 0,3 1-10 0,3 2 1 15,3-2-1-15,7 2 1 0,3 2-1 0,5 0 1 16,4 2-1-16,6 4 1 0,3 0-14 0,8 2 1 15,-1 4-1-15,12 1 1 0,6-1-1 0,9 2 1 0,36 5-1 16,-26-7 1-16,3-2-50 0,9 0 0 0,-2-4 0 16,12 3 1-16,0-1-1 0,4-2 0 0,3-2 0 15,5-2 1-15,0 4 28 0,7 0 1 0,-1-2-1 16,0 4 1-16,-1 0-1 0,1-1 1 0,3-1-1 16,1 0 1-16,1-2-16 0,5 2 0 0,1-2 0 15,1 0 1-15,3 0-1 0,-2 2 0 0,-5 0 0 16,5 2 0-16,-7 3 5 0,1-1 0 0,3 0 0 0,-9 2 1 15,-3 1-1-15,2-1 0 0,-5 0 0 0,1-2 0 16,-6 3 3-16,3-3 0 0,1 2 0 0,-4-2 0 16,0 2-1-16,3-1 1 0,-1-3 0 0,-2 0 0 15,-4 2-3-15,2-4 0 0,-2 0 0 0,1 3 0 16,-1-3 0-16,-4 2 0 0,-4 0 0 0,0 0 0 16,-4 2 0-16,0-2 0 0,-2 1 0 0,0-1 0 0,-1 2-1 15,-5-2 1-15,0 0 0 0,0 0 0 0,0-2-2 16,2 1 0-16,-5-5 0 0,1 2 1 0,4 0-1 15,-4-2 0-15,1 0 0 0,1-2 0 0,-6 2 1 16,2 2 0-16,-3-2 0 0,-1 4 1 0,-8-2-1 16,1 0 0-16,-8 0 0 0,1 2 0 0,-1-2-2 0,-3 0 1 15,-1 2 0-15,-8-4 0 0,-2 4-1 0,-4-2 1 16,-2-2 0-16,-8 5 0 0,-4-5-2 0,-4 2 0 16,-4-2 0-16,-5 2 0 0,-1 0-1 0,-9 2 1 15,-3-4 0-15,-9 2 0 0,-20 2 1 0,-12-2 0 16</inkml:trace>
  <inkml:trace contextRef="#ctx0" brushRef="#br0" timeOffset="-194890.13">18515 17919 592 0,'0'0'0'0,"0"0"0"0,0 0 0 0,0 0 150 0,0 0 1 16,0 0 0-16,0 0 0 0,8-6-1 15,0 2 1-15,2 0 0 0,2 0 0 0,5 0-77 0,1 0 1 16,8-2 0-16,3 1 0 0,6 3-1 0,3 2 1 16,5 0 0-16,2 2 0 0,-7 3-29 15,-3 1 1-15,2 4-1 0,-7 0 1 0,-3 0-1 0,-5 5 1 16,-4-3-1-16,-3 0 1 0,-9 5-20 0,-2-3 1 15,-12 3 0-15,-3-1 0 0,-5-2-1 0,-2 1 1 16,-3-1-1-16,-3 0 1 0,-2-3-33 0,3-1 1 0,-1-4-1 16,10-2 1-16,1-6-1 0,7 0 1 0,8-6 0 15,6 0 0-15,1 0 3 0,-1-1 1 0,6 1-1 16,6 0 1-16,-1 2-1 0,5 0 1 0,2 4 0 16,1-1 0-16,10 3-1 0,3 5 0 0,7 5 0 15,0 0 0-15,4 7 0 0,-2 3 0 0,2 3 0 16,-9 3 1-16,-3 3-8 0,-13 2 0 0,-5-3 0 15,-7 3 0-15,-12 0 0 0,-8-4 0 0,-12 3 0 16,-11-1 1-16,-8-6-1 0,-9-1 1 0,-5-3-1 0,-8-3 1 16,2-6-1-16,-2-3 1 0,2-3-1 0,4-6 1 15,8-3-2-15,0 1 1 0,3-4 0 0,7-2 0 16,0-2-1-16,7-1 1 0</inkml:trace>
  <inkml:trace contextRef="#ctx0" brushRef="#br0" timeOffset="-194323.63">19827 18075 300 0,'0'0'0'0,"0"0"0"16,0 0 0-16,0-8 190 0,3 4 0 0,-1 2 0 15,0 0 1-15,0 0-1 0,0 0 0 0,0 4 0 16,2 0 0-16,-4 0-134 0,-4 2 0 0,4 0 0 16,-2 6 1-16,-2 3-1 0,0 1 0 0,-3 2 0 15,-3 3 1-15,2 3-17 0,-2 1 0 0,0 0 0 16,4-3 0-16,-3 3 0 0,5-7 0 0,-2 0 0 15,2-3 0-15,2-5-13 0,2-2 1 0,2 0-1 16,0-10 1-16,6 2-1 0,1-2 0 0,-5-2 0 0,6-2 1 16,6-7-34-16,-4 1 1 0,5-5-1 0,1 3 1 15,-2-4-1-15,2-1 1 0,1 1-1 0,-3 1 1 16,-2 3 13-16,1 3 1 0,-1 1 0 0,0 4 0 16,-2 2-1-16,-4 4 1 0,5 4-1 0,-7 2 1 15,2 4-1-15,0 2 1 0,0 3 0 0,-4 1 0 16,0 0-1-16,-2 1 1 0,0-1-1 0,0 0 1 0,0-1-1 15,0-3 0-15,-2 0 0 0,0-4 0 0,-2-2 0 16,2 1 0-16,2-5 0 0,1-3 0 0,-1 1-2 16,4-2 0-16,4-2 0 0,-2-2 0 0,4 0-1 15,2-7 1-15,3 1 0 0,1 2 0 0,2-1-1 0,-1 3 0 16,-1 0 0-16,-2 2 0 0,1 2 0 0,-3 6 0 16,-2 0 0-16,-4 2 0 0,0 2-1 0,-8 6 1 15,0 0-1-15,0 0 1 0,-4 3-1 0,0-1 0 16,0 2 0-16,-2-1 1 0,4-1-3 0,2 0 1 15,0 1 0-15,2-3 0 0,4-2-1 0,-2-2 1 16</inkml:trace>
  <inkml:trace contextRef="#ctx0" brushRef="#br0" timeOffset="-194089.19">20792 18090 448 0,'0'0'0'0,"0"0"0"16,-10-13 0-16,4 7 215 0,-2 2 1 0,-2 0 0 15,-3 2 0-15,1 0-1 0,-6 2 1 0,2 4 0 16,-9 2 0-16,3 4-155 0,-1 5 0 0,1 1 0 16,-2 5 1-16,3 5-1 0,-1 1 0 0,6 2 0 0,3-1 1 15,7 1-29-15,6-2 1 0,4-7 0 0,2 3 0 16,9-7-1-16,5-1 1 0,-2-5-1 0,3-6 1 16,1-2-17-16,-2-4 0 0,-5-2 0 0,-1-2 1 15,-4-3-1-15,-2 1 0 0,-4-4 0 0,-2 0 0 0,-2-3-17 16,-2 3 1-16,0 2-1 0,0-3 1 0,2 13-1 15,0 0-2304-15</inkml:trace>
  <inkml:trace contextRef="#ctx0" brushRef="#br0" timeOffset="-193739.23">20965 18077 236 0,'0'0'0'16,"0"0"0"-16,0 0 0 0,0 0 217 0,0 0 1 16,0 0-1-16,0 0 1 0,0 0-1 0,0 0 0 15,-4 11 0-15,4-5 1 0,-6 2-168 0,2 2 0 0,0 2 0 16,-2 1 0-16,0 3 0 0,-2-1 0 0,-3 1 0 16,3 0 0-16,0 1-5 0,0-3 0 0,0 3 0 15,0-5 0-15,2-2-1 0,-1 0 1 0,3-1 0 16,2-5 0-16,-2-2-21 0,4-2 0 0,4-2 0 15,2-4 0-15,3-3-1 0,7-3 1 0,-4-2 0 16,4-1 0-16,5-1-27 0,-1-1 1 0,0-1 0 0,7 0 0 16,-5 1-1-16,5 3 1 0,-3 4 0 15,-4 1 0-15,3 5 7 0,-3 2 0 0,3 6 0 0,-11 0 0 16,2 5-1-16,-6 1 1 0,0 4 0 0,-4 5 0 16,-2-3 0-16,0 5 0 0,-4-1 0 0,0-4 0 15,-2 5 0-15,2-3 0 0</inkml:trace>
  <inkml:trace contextRef="#ctx0" brushRef="#br0" timeOffset="-193539.53">21747 17850 84 0,'0'0'0'0,"4"-15"0"0,2 5 0 0,-4-2 255 0,2 1 1 15,-2 3-1-15,0 2 1 0,0 4-1 0,-2 8 1 16,-4-2-1-16,-2 9 1 0,-4 5-198 0,-4 9 1 15,-7 6-1-15,-5 18 1 0,-9 12-1 0,-4 13 0 16,-1 6 0-16,3-2 1 0,-8 25-14 0,21-33 1 16,2-3 0-16,5-7 0 0,3-13-1 0,4-6 1 15</inkml:trace>
  <inkml:trace contextRef="#ctx0" brushRef="#br0" timeOffset="-193105.12">21378 18252 396 0,'0'0'0'0,"0"0"0"16,13-7 0-16,-7 3 204 0,6-2 1 0,0 2 0 16,2-2 0-16,3 0-1 0,3 2 1 0,-4 0-1 15,3 0 1-15,-1-1-152 0,2 1 0 0,1 2 0 0,1-2 1 16,2 2-1-16,-3-2 0 0,3 0 0 0,-1-2 0 16,1 2-17-16,-4-5 0 0,3 1 0 0,-5 0 0 15,2 0-1-15,-1-2 1 0,-1-1 0 0,-2-3 0 16,5 2-10-16,-7-3 1 0,2 3 0 0,-2 0 0 15,1 3-1-15,-1 3 1 0,-6 2 0 0,2 2 0 16,-4 2-33-16,-4 4 1 0,-4 4-1 0,-2 7 1 0,0 1-1 16,-4 3 1-16,0 3-1 0,-6 1 1 0,-1 6 12 15,1 1 0-15,-2 1 0 0,-2-4 1 0,-5 1-1 16,3-3 0-16,-1 0 0 0,-1-5 0 0,4 1 4 16,2-7 1-16,-5-2-1 0,7-1 1 0,-4-5-1 15,5-2 0-15,5 0 0 0,4-6 1 0,-2 0-2 0,6-4 0 16,6-2 0-16,2-3 1 0,0 1-1 0,7-2 0 15,1-3 0-15,0 1 0 0,3 0-1 0,1 1 1 16,-2 1-1-16,3 4 1 0,-3 0-1 0,-2 4 1 16,-2 4-1-16,-1 2 1 0,-7 2-3 0,0 6 1 15,-2-2-1-15,-2 9 1 0,-2 1-1 0,-4 0 0 0,2 5 0 16,0-2 1-16,-2 1-2 0,0 3 1 0,2-3 0 16,-2-1 0-16,4 1-1 0,-4-1 1 0,4-5 0 15,-5-3 0-15,5-5-1 0,-2 0 1 0</inkml:trace>
  <inkml:trace contextRef="#ctx0" brushRef="#br0" timeOffset="-192788.48">22498 18239 644 0,'0'0'0'0,"0"0"0"0,0 0 0 16,0 0 216-16,-10-2 1 0,5 2-1 0,-1 2 1 0,-2 0-1 16,-2 0 0-16,-4 3 0 0,0-1 1 0,-1 4-157 15,-1 0 1-15,4 2 0 0,-4 1 0 0,3-1-1 16,3 0 1-16,2 2-1 0,4 3 1 0,4-3-21 0,2 0 0 16,0 3 0-16,6-5 1 0,-4 0-1 15,4 3 0-15,-2-1 0 0,-1 0 1 0,-1 2-21 0,-2 1 1 16,0-3 0-16,0 0 0 0,0 3-1 0,-2-1 1 15,-2-2-1-15,0 1 1 0,-2-1-20 0,-2-2 0 16,-5-1 0-16,1 1 0 0,-2-2 0 0,-2-4 0 16,1 0 0-16,-5-2 0 0,6-4-1 0,-8 0 0 15,1 0 0-15,1 2 1 0,18 0-1 0,0 0-2517 0</inkml:trace>
  <inkml:trace contextRef="#ctx0" brushRef="#br0" timeOffset="-192188.85">20660 18094 316 0,'0'0'0'0,"0"0"0"15,0 0 0-15,0 0 248 0,0 0 1 0,4-11-1 16,-2 11 1-16,4-4-1 0,0 0 1 0,0 2-1 0,4 2 1 16,-1 2-183-16,-5 2 0 0,4 3 0 0,0 3 1 15,-2 2-1-15,-2 4 0 0,0 1 0 0,-4 5 0 16,0 3-27-16,-4 2 0 0,-8-1 0 0,2 5 1 15,-2 2-1-15,-7-2 0 0,3-1 0 0,-4 1 0 16,1-2-27-16,-5 0 0 0</inkml:trace>
  <inkml:trace contextRef="#ctx0" brushRef="#br0" timeOffset="-172253.92">19524 10837 336 0,'0'0'0'0,"0"0"0"0,0 0 0 15,0 0 144-15,-8 0 1 0,4 2 0 0,2 2 0 16,0 0-1-16,-2 1 1 0,4 3-1 0,0-4 1 0,0 0-69 15,4 2 1-15,-2 0 0 0,2 4 0 0,2-3-1 16,2-1 1-16,2 4 0 0,1 2 0 0,1-6-24 16,-2 5 1-16,0-1-1 0,-2 0 1 0,0 3-1 15,-1-5 1-15,-1 0-1 0,0 0 1 0,-6-2-21 0,4 3 0 16,-4-7 0-16,0 0 1 0,0-2-1 0,0-2 0 16,-4 0 0-16,4-7 0 0,0-1-36 0,0 0 0 15,0-5 0-15,4 1 1 0,0-6-1 0,-2 1 0 16,4 1 0-16,0 1 1 0,-2-1 13 0,4-1 0 15,1 7 0-15,-1-2 0 0,2 5-1 0,0 1 1 16,0 0 0-16,-4 4 0 0,2 4-5 0,1 2 0 16,-1 2 0-16,0 2 0 0,-4 2-1 0,2-3 1 0,0 5 0 15,0 2 0-15,2 3 0 0,-4 1 0 0,-4-2 0 16,5 1 1-16,-5-1-1 0,0 0 0 0,0-1 0 16,0 1 0-16,0-6-3 0,0-2 1 0,4-2 0 15,2-4 0-15,0-4-1 0,2-4 1 0,2-2 0 16,2-7 0-16,1 3-2 0,1-6 1 0,2-3 0 15,2-2 0-15,-1 1-1 0,-1 5 1 0,4-5 0 16,-1 5 0-16,1 5-3 0,0 0 1 0,1 5 0 0,1 5 0 16,-6 4-1-16,3 4 1 0,-1 5 0 0,-2 5 0 15,1-2-1-15,-3 7 1 0,2 3-1 0,-4-3 1 16,-6 5-1-16,3 1 0 0,-1 0 0 0,0-3 1 16,-4 3-1-16,0-1 0 0,-4-3 0 0,2-3 1 15,-2-18-1-15,0 0-2268 0</inkml:trace>
  <inkml:trace contextRef="#ctx0" brushRef="#br0" timeOffset="-171855.54">20473 10724 416 0,'0'0'0'15,"0"0"0"-15,0 0 0 0,0 0 193 0,-2-6 1 16,-2 2-1-16,-5-2 1 0,3 0-1 0,0 2 0 16,-2 0 0-16,2 2 1 0,-2-3-131 0,-4 5 0 0,1 0 0 15,3 5 0-15,0-3-1 0,-2 4 1 0,2 0 0 16,0 2 0-16,4 0-22 0,-5 5 1 0,5 1 0 16,0-2 0-16,2 3-1 0,2-3 1 0,0 2 0 15,2-6 0-15,2 3-11 0,5-3 1 0,-5 0 0 16,6-8 0-16,2 0-1 0,0 0 1 0,2-8-1 15,3 0 1-15,-1-3-40 0,-2 3 0 0,3-8 0 16,-5 2 0-16,0-1 0 0,2 3 0 0,-6-5 0 0,3 7 1 16,-3-2 18-16,0 2 0 0,-4 1 0 0,2 5 1 15,-2-2-1-15,0 4 0 0,-2 2 0 0,0 2 1 16,0 4 1-16,0 3 1 0,0-1-1 0,-2 6 1 16,2-2-1-16,0 7 0 0,4-1 0 0,-6 1 1 15,5 1-4-15,-1-3 1 0,2 1 0 0,0-1 0 16,-6-17-11-16,0 0-2423 0</inkml:trace>
  <inkml:trace contextRef="#ctx0" brushRef="#br0" timeOffset="-171638.7">20947 10603 580 0,'0'0'0'15,"0"0"0"-15,0 0 0 0,-8 4 215 0,4-2 1 16,0 1-1-16,0 1 1 0,-1 2-1 0,-1 2 1 15,0-4-1-15,0 2 1 0,-2 5-153 0,0 3 0 16,0-4 0-16,-2 7 1 0,-1-3-1 0,1 2 0 16,-2 3 0-16,4-1 0 0,-2 3-19 0,-5 1 1 15,3-7-1-15,2 5 1 0,0-8-1 0,2 3 1 0,2-7-1 16,-1-2 1-16,7-6-45 0,0 0-2374 0</inkml:trace>
  <inkml:trace contextRef="#ctx0" brushRef="#br0" timeOffset="-171506.16">20747 10626 136 0,'0'0'0'0,"0"0"0"15,0 0 0-15,0 0 260 0,0 0 1 0,7-10 0 16,-3 8 0-16,0 0-1 0,2-1 1 0,2 3-1 16,-2 3 1-16,4 1-202 0,0 2 1 0,3 6 0 0,-1-4 0 15,0 7-1-15,6 1 1 0,-3 3-1 0,1-1 1 16,0 0-22-16,2 3 0 0,-3 2 0 0,1-5 1 16,-16-18-39-16,0 0-2139 0</inkml:trace>
  <inkml:trace contextRef="#ctx0" brushRef="#br0" timeOffset="-171003.29">21246 10546 484 0,'0'0'0'15,"0"0"0"-15,0 0 0 0,0 0 180 0,-10-4 1 0,6 0-1 16,4 4 1-16,-6-4-1 0,2 4 0 0,2-2 0 16,0 2 1-16,2 0-113 0,0 0 0 0,0 2 0 15,0 6 0-15,2-4-1 0,2 4 1 0,0 6 0 16,0-3 0-16,0 5-20 0,0 3 0 0,0 1 0 15,0-1 1-15,0 1-1 0,0 1 0 0,-2-1 0 16,0-1 1-16,-2-1-19 0,0 3 1 0,-2-7-1 16,-2 2 1-16,0-8-1 0,0 1 1 0,2-3-1 15,0 2 1-15,0-8-36 0,2 0 1 0,0 0 0 0,0-4 0 16,2 0-1-16,2-2 1 0,0 0 0 0,2 3 0 16,0-5 13-16,2-2 0 0,1 4 0 0,1 2 0 15,0 2-1-15,0 2 1 0,-2 0 0 0,-2 4 0 16,3 2-4-16,-3 2 1 0,0 4 0 0,2-1 0 0,-4 5-1 15,-4-1 1-15,2 3-1 0,-2 2 1 0,2-5 0 16,-2 5 0-16,0-1 0 0,0 1 0 0,0 1 0 16,0-1 0-16,-2-1 0 0,0 1 0 0,2 3 0 15,-4-7 1-15,4 3 0 0,-4-1 0 0,4 1-1 16,0-3 1-16,4-8-1 0,0-2 1 0,2-1-1 0,0-5 0 16</inkml:trace>
  <inkml:trace contextRef="#ctx0" brushRef="#br0" timeOffset="-168472.9">21629 10702 148 0,'0'0'0'0,"0"0"0"16,0 0 0-16,0 0 94 0,0 0 1 0,0 0 0 16,0 0 0-16,0 0-1 0,0 0 1 0,0 0-1 15,0 0 1-15,-2 12 16 0,6-2 0 0,0 5 0 16,2 3 0-16,0 5-1 0,4 3 1 0,-2 5 0 16,2 2 0-16,1 2-37 0,-1 4 1 0,-2 0-1 0,0-6 1 15,-2-3-1-15,0-1 1 0,0-2-1 0,3-5 1 16,-9-22-75-16,0 0-1791 0</inkml:trace>
  <inkml:trace contextRef="#ctx0" brushRef="#br0" timeOffset="-168038.69">21914 10798 470 0,'0'0'0'16,"0"0"0"-16,0 0 0 0,0 0 117 0,0 0 0 16,0 0 0-16,8-4 1 0,-6 2-28 0,2 2 0 15,-4-2 0-15,4 2 0 0,-4 0 0 0,0-2 0 16,0 2 0-16,0 0 0 0,0 0-24 0,0 0 0 15,0 0 0-15,-4 2 0 0,0 0 0 0,-2 2 0 0,-2 2 0 16,-3 2 0-16,5-5-19 0,-8 3 0 0,0 4 0 16,0-2 1-16,-1-2-1 0,1 3 0 0,0 3 0 15,0-4 1-15,1 2-19 0,-3 3 0 0,6-7 0 16,-2 4 0-16,4 4 0 0,-5-3 0 0,7 1 0 16,0-4 0-16,2 2-35 0,4 3 0 0,0-7 0 15,2 4 0-15,4 0 0 0,0 1 0 0,2 1 0 0,3 0 0 16,1-2 21-16,-2 3 1 0,6-3-1 15,-2 2 1-15,3 1-1 0,1-1 0 0,0-2 0 0,1 0 1 16,1 1 0-16,-2-5 1 0,5 2 0 0,-1-4 0 16,3-4-1-16,-3 0 1 0,2 0 0 0,-1-4 0 15,-23 4-17-15,0 0-2255 0</inkml:trace>
  <inkml:trace contextRef="#ctx0" brushRef="#br0" timeOffset="-167438.39">22152 10979 308 0,'0'0'0'16,"0"0"0"-16,0 0 0 0,0 0 274 0,0 0 1 15,0 0-1-15,0 0 1 0,4-11-1 0,0 7 1 16,0 0-1-16,2 0 1 0,4 0-202 0,4 0 0 15,-1 0 0-15,3 0 0 0,2 0 0 0,3 2 0 16,-1-1 0-16,0 1 0 0,27-2-73 0,-47 4-2316 0</inkml:trace>
  <inkml:trace contextRef="#ctx0" brushRef="#br0" timeOffset="-166990.83">22766 10763 380 0,'0'0'0'0,"0"0"0"0,0 0 0 0,0 0 177 16,-4-8 0-16,2 4 0 0,-2 2 1 0,0-6-1 15,-2 4 0-15,0-3 0 0,-2 3 1 0,0 0-124 0,-3 4 0 16,3 0 0-16,-6 0 1 0,4 0-1 0,-2 2 0 16,-3 4 0-16,3 1 0 0,0 1-11 15,2 2 1-15,2 0 0 0,2 5 0 0,4-5-1 0,2 2 1 16,4-1-1-16,2 1 1 0,4 2-18 0,2 1 1 15,0-1-1-15,7-2 1 0,-3 3-1 0,2-5 0 16,1 6 0-16,1-3 1 0,2 1-31 0,1 0 0 0,-3 3 0 16,-2-7 1-16,1 2-1 0,-5 3 0 0,-2-1 0 15,-2-2 1-15,-4 1 10 0,-4-1 1 0,-4-4 0 16,-4 0 0-16,-4 3-1 0,-2-7 1 0,-6 2-1 16,1 0 1-16,-5-4-4 0,2-2 0 0,-7-2 0 15,3-2 0-15,1 0-1 0,1-4 1 0</inkml:trace>
  <inkml:trace contextRef="#ctx0" brushRef="#br0" timeOffset="-166338.86">23296 11030 292 0,'0'0'0'0,"0"0"0"0,0 0 0 0,0 0 207 0,0 0 1 16,0 0-1-16,0 0 1 0,-9 2-1 0,7-2 0 16,0 4 0-16,0 0 1 0,-2 0-152 15,-4 5 1-15,2 1 0 0,0 0 0 0,-2 4-1 0,2 3 1 16,-3 3 0-16,-1-1 0 0,2-1-19 0,2 7 1 15</inkml:trace>
  <inkml:trace contextRef="#ctx0" brushRef="#br0" timeOffset="-165938.8">23562 10843 352 0,'0'0'0'0,"0"0"0"0,0 0 0 15,0 0 173-15,0 0 1 0,-10 2-1 0,6 0 1 16,0 3-1-16,-4-1 0 0,2 4 0 0,-3-4 1 0,1 6-129 15,0 2 0-15,0 3 0 0,0 5 1 0,2-3-1 16,2 3 0-16,0 3 0 0,4 1 1 0,0-3 1 16,0 2 0-16,4-5 0 0,6-2 0 0,2-1-1 15,2-7 1-15,5-2 0 0,1-2 0 0,2-4-21 16,1-6 0-16,-1-4 0 0,3-5 1 0,-1-1-1 0,0-7 0 16,-1-1 0-16,-3-3 0 0,-8 3-30 0,1-3 1 15,-7-4-1-15,-4 9 1 0,-4-5-1 0,-4 2 1 16,-3 3-1-16,-1 7 1 0,-4-3 11 0,-2 6 0 15,-3-3 0-15,1 7 0 0,2 4 0 0,-4 0 0 16,1 4 0-16,3 0 0 0,16 0-8 0,0 0-2041 0</inkml:trace>
  <inkml:trace contextRef="#ctx0" brushRef="#br0" timeOffset="-165389.45">24136 10704 540 0,'0'0'0'0,"0"0"0"0,0 0 0 0,-8-4 189 16,4 0 1-16,-4 2-1 0,0 0 1 0,-1-3-1 15,1 5 1-15,-2 0-1 0,0 0 1 0,-2 5-126 16,0-3 0-16,-1 4 0 0,1 2 1 0,2 6-1 16,-2-3 0-16,2 5 0 0,-1 0 0 0,5 3-21 0,-4 3 0 15,4-5 0-15,2 3 0 0,4 1 0 16,0-5 0-16,4 1 0 0,4-3 0 0,0 0-2 0,5-5 0 15,-1-3 0-15,2 2 1 0,-2-4-1 0,4-4 0 16,1 0 0-16,-1-4 0 0,0-2-56 0,1 0 0 16,1-1 0-16,-6-1 0 0,-2 0 0 0,2-2 0 15,1 4 0-15,-3-1 1 0,-2-1 33 0,-2 2 1 0,0 2-1 16,-2 0 1-16,-2 4-1 0,0-4 1 0,0 4-1 16,2 4 1-16,-1-2 0 0,1 4 1 0,0 2-1 15,2 3 1-15,2-1-1 0,-2 2 0 0,2 2 0 16,0 3 1-16,0-3-1 0,-3 3 0 0,3-1 0 15,-4 3 0-15,0-1 0 0,-2 0 0 0,0 3 0 16,-2-7 0-16,0 5-4 0,0-3 0 0,2 1 0 16,0-3 0-16,0-6 0 0,2-2 0 0,4 0 0 15,-4-1 0-15,2-3-5 0,0 2 0 0,1-4 0 0,-1 0 1 16,-2 0-1-16,2-4 0 0</inkml:trace>
  <inkml:trace contextRef="#ctx0" brushRef="#br0" timeOffset="-153928.18">24657 10880 420 0,'0'0'0'0,"0"0"0"16,0 0 0-16,0 0 153 0,0 0 0 0,0 0 0 15,0 0 1-15,0 0-1 0,0 0 0 0,12-8 0 16,-1 4 0-16,3 0-64 0,4 0 1 0,2 0 0 15,5 2 0-15,3-3-1 0,3 3 1 0,3 0 0 16,5 0 0-16,0 0-50 0,-1 2 1 0,1 0 0 16,4-2 0-16,14 0-41 0,-57 2-1895 0</inkml:trace>
  <inkml:trace contextRef="#ctx0" brushRef="#br0" timeOffset="-153529.47">24846 10975 508 0,'0'0'0'0,"0"0"0"16,0 0 0-16,0 0 167 0,-8 0 0 0,6 0 0 15,2 0 1-15,0 0-1 0,0 0 0 0,2-5 0 16,4 3 0-16,5 0-105 0,1 0 1 0,4-2 0 16,2 0 0-16,5 4-1 0,-1-4 1 0,7 4-1 15,1-4 1-15,5 0-23 0,1 0 1 0</inkml:trace>
  <inkml:trace contextRef="#ctx0" brushRef="#br0" timeOffset="-152430.68">25614 10605 44 0,'0'0'0'0,"0"0"0"16,0 0 0-16,0 0 219 0,0 0 0 0,0 0 0 0,-8-6 1 15,6 6-1-15,-1-4 0 0,1 4 0 0,0-4 1 16,0 2-181-16,2-2 1 0,-2 0-1 0,0 0 1 16,0 0-1-16,2-1 0 0,-4 1 0 0,4 0 1 0,-4-2-13 15,2 2 1-15,0 2-1 0,0 0 1 0,0 2-1 16,0 0 0-16,0 0 0 0,-2 4 1 0,0 2-14 16,-2 2 0-16,2 5 0 0,0-1 1 0,-1 4-1 15,1 5 0-15,2-1 0 0,2 5 0 0,0 0-12 16,4 1 0-16,3-3 0 0,1 4 0 0,2-3 0 0,2-3 0 15,2-1 0-15,1-1 0 0,3-1-2 0,-2-2 1 16,2-7-1-16,3-1 1 0,1-2-1 0,-1-2 0 16,1-4 0-16,-4-6 1 0,5 0 15 0,-3-2 1 15,0-3-1-15,-1-3 1 0,-3-2-1 0,-2-3 1 16,-2-5-1-16,1 1 1 0,-9-6 4 0,0-4 0 16,-2 3 0-16,-2-3 1 0,-2-2-1 0,-4 0 0 0,0 2 0 15,-3 5 1-15,-1-1-3 0,-4 4 1 0,0 3-1 16,-5 5 1-16,1 3-1 0,-2 0 1 0,-3 3-1 15,1 5 1-15,2 6-4 0,-1 0 1 0,-3 4 0 16,6 0 0-16,-5 7-1 0,7 1 1 0,-4 2 0 16,5 3 0-16,-1 5-3 0,4 1 0 0</inkml:trace>
  <inkml:trace contextRef="#ctx0" brushRef="#br0" timeOffset="-139929.87">21167 13485 360 0,'0'0'0'15,"0"0"0"-15,0 0 0 0,0 0 155 0,0 0 0 16,0 0 0-16,6 0 0 0,-4 0-1 0,2 2 1 16,0 2 0-16,0 0 0 0,2 2-88 0,-6 5 1 15,4-3 0-15,-4 4 0 0,4 1-1 0,-4 3 1 16,0 2-1-16,-4 3 1 0,4-5-21 0,-4 1 0 0,4 1 0 15,-4 1 1-15,2-5-1 0,0-2 0 0,0-4 0 16,0-1 1-16,0-3-22 0,0-4 1 0,2 0 0 16,0-6 0-16,0-1-1 0,2-3 1 0,0-2-1 15,2-2 1-15,4-5-28 0,-4 3 0 0,4-3 0 16,3 1 0-16,-1-3 0 0,0 3 0 0,2 1 0 16,0 1 0-16,3 2 7 0,-3 1 1 0,2 3-1 15,-2 6 1-15,2-2-1 0,-1 6 1 0,3 2-1 0,-8 6 1 16,4-2-5-16,3 6 0 0,-5 1 0 0,0 1 1 15,0 1-1-15,-2 1 0 0,-2 0 0 0,0-1 1 16,1-3-1-16,-3 0 0 0,-2-1 0 0,0-7 1 16,-2 0-1-16,0-2 0 0,0-2 0 0,0 0 0 15,0-2-1-15,0-2 0 0,0 0 0 0,2-7 0 16,0-1 0-16,2 0 0 0,4-3 0 0,-4 1 0 16,4-2 0-16,2 1 1 0,3-1 0 0,-1-1 0 0,4 3-1 15,2 2 1-15,1-1 0 0,-1 7 0 0,0-2-2 16,1 4 1-16,-5 2-1 0,2 2 1 0,-6 4-1 15,3 6 1-15,-5-4-1 0,0 7 1 0,0 3 0 0,-8 3 1 16,2-1 0-16,-2 1 0 0,0 5-1 0,0-3 1 16</inkml:trace>
  <inkml:trace contextRef="#ctx0" brushRef="#br0" timeOffset="-139546.6">22052 13549 208 0,'0'0'0'0,"0"0"0"15,-8-2 0-15,4 2 210 0,-4-2 1 0,0 2 0 16,-1-3 0-16,-1 3-1 0,0 0 1 0,0 0-1 16,0 0 1-16,-5 0-155 0,3 0 1 0,0 0-1 15,0 3 1-15,2 1-1 0,-1 0 1 0,1 2-1 0,2 0 1 16,0 2-22-16,-2 2 0 0,2 1 0 0,0 1 1 15,-1 0-1-15,3 1 0 0,0-3 0 0,2 2 0 16,2 1-18-16,2-1 1 0,2 0 0 0,4-4 0 16,0-2-1-16,2 1 1 0,5-3-1 0,-1-4 1 15,2-4-18-15,0 0 1 0,3-3 0 0,3-1 0 16,-6 0-1-16,7-6 1 0,-7 1-1 0,2-1 1 0,-2 2-1 16,-1-3 0-16,-1 3 0 0,-2 0 0 0,0 1 0 15,-4 3 0-15,0 0 0 0,0 2 0 0,-6 6 1 16,0 0 1-16,0 0-1 0,0 0 1 0,0 0-1 15,0 0 0-15,0 0 0 0,0 0 1 0,9 51-2 0,-13-30 0 16,4-5 0-16,-5 7 1 0,5-1-1 16,0 1 0-16,-4-9 0 0,4 3 1 0,0-3 0 0,0 2 1 15</inkml:trace>
  <inkml:trace contextRef="#ctx0" brushRef="#br0" timeOffset="-139347.22">22447 13512 782 0,'0'0'0'0,"0"0"0"15,-6 8 0-15,2-2 195 0,-2 0 0 0,-3 4 0 16,3-1 1-16,-4 3-146 0,0 2 1 0,-2 3 0 16,0-1 0-16,-3 5-1 0,-1-5 1 0,0 5-1 15,1-1 1-15,-5 1-8 0,6-5 0 0,-2 0 0 16,3-3 1-16,13-13-44 0,0 0-1606 0</inkml:trace>
  <inkml:trace contextRef="#ctx0" brushRef="#br0" timeOffset="-139213.12">22310 13493 168 0,'0'0'0'0,"0"0"0"0,0 0 0 16,5 10 201-16,-5-1 0 0,4-5 0 0,0 6 0 15,2 2-1-15,0-3 1 0,0 5 0 0,2 2 0 0,-4 3-160 16,4 1 1-16,3-1 0 0,-1 3 0 0,-10-22-42 15,0 0-1457-15</inkml:trace>
  <inkml:trace contextRef="#ctx0" brushRef="#br0" timeOffset="-138812.6">22701 13300 172 0,'0'0'0'16,"0"0"0"-16,0 0 0 0,0 0 169 0,0 0 1 0,0-8-1 16,0 6 1-16,0 2-1 0,4 0 0 0,-4 0 0 15,4 2 1-15,0 2-132 0,3 2 0 0,-1 1 0 16,-2 3 1-16,2 2-1 0,-2 5 0 0,0 1 0 16,-4 1 0-16,0 3-13 0,0 1 0 0,-4 1 0 15,0-1 1-15,-2-1-1 0,0 1 0 0,-2-3 0 16,-3-3 0-16,3-1 2 0,-4-3 1 0,0-1 0 15,2-6 0-15,-3-2-1 0,5-4 1 0,2-2-1 16,0-2 1-16,4 0-36 0,-2-4 1 0,8-1-1 0,-2-1 1 16,4 0-1-16,2 2 1 0,0-2-1 0,3 3 1 15,-1-3 17-15,2 2 0 0,0 4 0 0,0 0 1 16,3 0-1-16,-3 4 0 0,0 4 0 0,0 2 0 16,-2 2 5-16,-1 4 0 0,-3-1 0 0,0 5 0 15,-4 5 0-15,0 1 0 0,-2 1 0 0,0 3 0 0,-2 5 4 16,0-4 1-16,0 4 0 0,2-1 0 0,0-3-1 15,2 0 1-15,2-5-1 0,2 3 1 0,2-7-2 0,4-5 0 16,-1 1 0-16,5-8 0 0,-16-6-18 16,0 0-1968-16</inkml:trace>
  <inkml:trace contextRef="#ctx0" brushRef="#br0" timeOffset="-137962.78">23129 13370 228 0,'0'0'0'0,"0"0"0"0,0 0 0 0,0 0 230 0,0 0 0 15,0 0 0-15,0 0 1 0,0 0-1 0,0 0 0 16,0 0 0-16,8 10 0 0,-6-1-159 0,-2 3 1 16,0 6-1-16,-2 3 1 0,0 6-1 0,-4 7 1 15,0 7-1-15,-3 7 1 0,1-1-26 0,0 4 1 16,0-4-1-16,2 0 1 0,6-6-1 0,0-4 0 15</inkml:trace>
  <inkml:trace contextRef="#ctx0" brushRef="#br0" timeOffset="-137594.03">23552 13436 92 0,'0'0'0'0,"0"0"0"0,0 0 0 15,0 0 229-15,-8-2 1 0,2 2-1 0,2 0 1 16,-2 0-1-16,-1 0 0 0,1 0 0 0,0 0 1 16,-2 2-173-16,0 2 1 0,-2 0 0 0,2 2 0 15,0 2-1-15,-5 5 1 0,3 3-1 0,-2 3 1 16,0 5-9-16,-1 3 0 0,3 4 0 0,-2 3 0 15,2 1-1-15,4 2 1 0,2-2 0 0,4 0 0 0,2-2-9 16,4-7 0-16,6-1 0 0,2-2 0 0,5-7 0 16,-1-6 0-16,4-4 0 0,-1-4 0 0,1-4-53 15,0-4 0-15,-1 0 0 0,-3-4 1 0,-2-2-1 0,-3-3 0 16,-3-1 0-16,-4-1 1 0,-4 3 30 0,-2 2 1 16,-4-1 0-16,-2 3 0 0,-2 0-1 0,-7 4 1 15,3 2 0-15,-4 2 0 0,-2 2-6 0,-3 4 0 16,-1 2 0-16,2 0 0 0,-3 4 0 0,3-4 0 15</inkml:trace>
  <inkml:trace contextRef="#ctx0" brushRef="#br0" timeOffset="-137262.78">23815 13542 340 0,'0'0'0'0,"0"0"0"16,0 0 0-16,0 0 235 0,0 0 0 0,-13 0 0 16,9-4 1-16,0 4-1 0,-2 0 0 0,0 4 0 0,0-4 0 15,-4 5-171-15,2 1 0 0,-3 4 0 0,5 2 0 16,-4 3 0-16,2 1 0 0,-2 5 0 0,4-5 0 16,-2 7-30-16,1 1 1 0,5 1 0 0,2-1 0 15,2 3-1-15,5 0 1 0,3-5 0 0,2 1 0 16,8-7-17-16,1-3 0 0,5-7 0 0,5-4 0 0,-1-8-1 15,1-3 1-15,-1-9 0 0,1-5 0 0,-3-1-18 16,-7-5 1-16,-3-2-1 0,-8 0 1 0,-4-1-1 16,-4 1 1-16,-6 4-1 0,-4 3 1 0,-2 3-2 0,-8 7 1 15,-3 4 0-15,-3 7 0 0,-1 3-1 16,-3 0 1-16,1 3 0 0,-3 3 0 0,30-6 0 0,0 0-2367 16</inkml:trace>
  <inkml:trace contextRef="#ctx0" brushRef="#br0" timeOffset="-135478.62">24248 13600 484 0,'0'0'0'0,"0"0"0"16,0 0 0-16,0 0 152 0,0 0 1 0,0 0-1 16,0 0 1-16,10 4-1 0,-4-2 1 0,5 0-1 15,-3 0 1-15,8 0-105 0,2-2 1 0,7 0 0 0,3 0 0 16,7-2-1-16,1-2 1 0</inkml:trace>
  <inkml:trace contextRef="#ctx0" brushRef="#br0" timeOffset="-135130.28">24781 13370 356 0,'0'0'0'0,"0"0"0"15,0 0 0-15,0 0 143 0,0 0 1 0,0 0-1 16,0 0 1-16,0 0-1 0,0 0 1 0,0 0-1 16,0 0 1-16,0 12-100 0,0 3 1 0,-4 3 0 15,-4 5 0-15,2 6-1 0,-4 7 1 0,0 6 0 16,-3 7 0-16,1-2-10 0,0 2 0 0,0-4 0 16,2-2 1-16,1-8-1 0,3-2 0 0</inkml:trace>
  <inkml:trace contextRef="#ctx0" brushRef="#br0" timeOffset="-134693.97">24936 13436 92 0,'0'0'0'0,"0"0"0"0,0 0 0 0,0 0 192 0,0 0 1 15,-10-4 0-15,8 2 0 0,0 2-1 0,2-2 1 16,0 2-1-16,0-4 1 0,2 4-130 0,6-5 0 16,-4 3 0-16,2 0 0 0,4 0-1 0,2 0 1 15,3 0 0-15,1 2 0 0,2 0-12 0,-3 2 0 16,1 2 0-16,0 0 0 0,-4 5 0 0,3-5 0 16,-7 4 0-16,-2 0 0 0,-2 2-14 0,-4 3 0 15,-2 1 0-15,-4-2 1 0,0 7-1 0,-9-5 0 0,3 3 0 16,-4 1 1-16,-2 0-47 0,-3 3 0 0,1 2 0 15,2-9 1-15,-3 6-1 0,7-3 0 0,2-1 0 16,4-3 1-16,4-1 24 0,6-10 0 0,4 4 0 16,6-2 1-16,-4-2-1 0,8 0 0 0,3 0 0 15,1 0 1-15,2 0-6 0,1 3 0 0,-3-1 0 16,-4 2 1-16,3 2-1 0,-5 4 0 0,-4 1 0 16,-4 1 0-16,-2 0-1 0,-4 3 1 0,0-1-1 15,-8 3 1-15,0-1-1 0,-4-4 0 0,-2 3 0 16,-7-7 1-16,3 0-3 0,-7 1 1 0,-1-7-1 0,0-2 1 15,-7-2-1-15,5-2 0 0,-1-7 0 0,3-1 1 16,26 10-9-16,0 0-2356 0</inkml:trace>
  <inkml:trace contextRef="#ctx0" brushRef="#br0" timeOffset="-134197.05">25547 13407 388 0,'0'0'0'0,"0"0"0"16,0 0 0-16,0 0 205 0,-13 0 1 0,7 0 0 15,0 0 0-15,-2 2-1 0,2 0 1 0,-6 2-1 0,-1 5 1 16,-1-5-143-16,2 6 0 0,-4 2 0 0,-3 3 1 15,1 5-1-15,0 7 0 0,-1-1 0 0,1 5 1 16,0 4-29-16,6-2 1 0,-3 4-1 0,5-2 1 16,4-3-1-16,6 3 0 0,4-4 0 0,2-4 1 15,6-5-16-15,3 1 1 0,1-7-1 0,6 1 1 16,3-5-1-16,-1-6 0 0,1-4 0 0,-1-4 1 16,-4-4-21-16,-1 0 1 0,-3-7-1 0,-4 3 1 0,-2-4-1 15,-1 0 1-15,-9-3-1 0,0 1 1 0,-5 1 0 16,-3 3 1-16,-2 0-1 0,-2 1 1 0,0 3-1 15,-5 4 0-15,3-4 0 0,-4 4 1 0,2 2 5 0,1 0 1 16</inkml:trace>
  <inkml:trace contextRef="#ctx0" brushRef="#br0" timeOffset="-134046.28">25809 13768 288 0,'0'0'0'15,"0"0"0"-15,0 0 0 0,0 0 244 0,0 0 1 0,0 0 0 16,0 0 0-16,-8 0-1 0,8 0 1 0,-2 0-1 16,2 0 1-16,-2 0-204 0,2 0 0 0</inkml:trace>
  <inkml:trace contextRef="#ctx0" brushRef="#br0" timeOffset="-133278.52">25994 13341 524 0,'0'0'0'15,"0"0"0"-15,0 0 0 0,0 0 131 0,0 0 1 16,10 0-1-16,-3 0 1 0,-1 0-1 0,4 0 0 0,2 0 0 16,2-2 1-16,1 2-86 0,5 0 1 0,-4 0-1 15,7 0 1-15,-7 0-1 0,2 0 1 0,1 0-1 16,-1 0 1-16,-18 0-47 0,0 0-1461 0</inkml:trace>
  <inkml:trace contextRef="#ctx0" brushRef="#br0" timeOffset="-132929.58">26015 13385 482 0,'0'0'0'0,"0"0"0"0,0 0 0 16,-4 12 120-16,0-10 0 0,-1 4 0 0,1 0 1 16,2 0-54-16,-2 5 0 0,4-5 0 0,-4 4 0 15,2 0 0-15,-2 1 0 0,2-1 0 0,0 2 0 0,2 0-12 16,0 1 1-16,2-5-1 0,2 2 1 0,0-2-1 15,0-4 1-15,2 3-1 0,3-5 1 0,1 0-15 0,0-2 1 16,2 0-1-16,2-2 1 0,-1-2-1 16,1-1 0-16,0 5 0 0,0 0 1 0,1-4-18 0,-3 4 1 15,2 0 0-15,2 0 0 0,-4 0-1 0,1 4 1 16,1 1 0-16,-4 1 0 0,2 2-31 0,1 4 1 16,-1-2-1-16,-2 3 1 0,0 1-1 0,0 3 1 15,-6-1 0-15,0 2 0 0,-2 1 18 0,-2-1 1 16,-4 3 0-16,-2-7 0 0,-4 5-1 0,-2 1 1 15,2-5 0-15,-7 1 0 0,-1-8-4 0,0 0 1 16,-3-1 0-16,1-3 0 0,0-8-1 0,3-1 1 16</inkml:trace>
  <inkml:trace contextRef="#ctx0" brushRef="#br0" timeOffset="-132761.66">26548 13668 448 0,'0'0'0'0,"0"0"0"0,0 8 0 16,0 0 171-16,4-2 1 0,-4 4 0 0,0 5 0 15,0-5-1-15,-4 6 1 0,0 1-1 0,-2 1 1 16,0 3-112-16,-3-3 1 0,1 5 0 0,-2-1 0 16,10-22-61-16,0 0-1548 0</inkml:trace>
  <inkml:trace contextRef="#ctx0" brushRef="#br0" timeOffset="-132213">26876 13428 456 0,'0'0'0'0,"0"0"0"0,0 0 0 15,-9 0 185-15,3 0 1 0,2 0-1 0,-4 2 1 16,-2 2-1-16,0 2 0 0,0 2 0 0,-5 2 1 15,5 1-125-15,0 5 0 0,2-2 0 0,0 5 0 0,2 1-1 16,4-5 1-16,2 5 0 0,6-3 0 0,2-1-15 16,4 0 1-16,4-5 0 0,5-1 0 0,1-2-1 15,4-2 1-15,3-6 0 0,-5 0 0 0,5-8-15 0,-1 0 1 16,-1-2-1-16,-3-5 1 0,-1-1-1 0,-7-3 1 16,-2-1-1-16,-4 1 1 0,-4-7-40 0,-3 3 0 15,-6 1 0-15,-3 1 0 0,-4 3 0 0,-2-1 0 16,-4 7 0-16,-1 4 0 0,-7 0 18 0,0 3 1 15,-5 5 0-15,1 2 0 0,-15 9-12 0,43-11-2289 0</inkml:trace>
  <inkml:trace contextRef="#ctx0" brushRef="#br0" timeOffset="-131796.56">27488 13143 576 0,'0'0'0'0,"0"0"0"0,0 0 0 16,-10-3 204-16,4 3 0 0,-2 0 0 0,0 3 1 16,-3 1-1-16,-1 2 0 0,-2 4 0 0,-2 2 1 15,-1 3-153-15,1-3 0 0,0 6 0 0,2 5 0 16,-1 2-1-16,5-1 1 0,0 7 0 0,2 0 0 15,4-3-16-15,4 3 1 0,6-2-1 0,2-4 1 0,2-1-1 16,9 1 0-16,-1-7 0 0,2-1 1 0,5-3-14 16,-5-2 0-16,2-3 0 0,-3-3 0 0,-1-2-1 15,-2-4 1-15,1 0 0 0,-5-4 0 0,0 0-23 0,-2-1 0 16,-2-1 0-16,-2 2 1 0,1-4-1 0,-1 2 0 16,-2 2 0-16,0 0 0 0,-4 2 0 0,2 2 1 15,0 2-1-15,-2 4 1 0,0 2-1 0,2 4 1 16,0 3-1-16,-2 1 1 0,4 7 2 0,-4-5 1 15,2 5-1-15,-2 1 1 0,0-1-1 0,0 4 0 16,0-7 0-16,0 1 1 0,-2-1 7 0,-2-4 0 16,0-1 0-16,0-3 0 0,0-2-1 0,-2-1 1 0</inkml:trace>
  <inkml:trace contextRef="#ctx0" brushRef="#br0" timeOffset="-131262.34">28019 13407 380 0,'0'0'0'0,"0"0"0"16,0 0 0-16,0 0 224 0,0 0 0 0,11-8 0 15,-5 6 1-15,0-2-1 0,4 0 0 0,2 0 0 16,0 1 1-16,5 1-157 0,-1 0 1 0,0 0 0 0,5 2 0 16,1 0-1-16,0 0 1 0</inkml:trace>
  <inkml:trace contextRef="#ctx0" brushRef="#br0" timeOffset="-131112.15">28115 13512 468 0,'0'0'0'0,"0"0"0"0,0 0 0 0,-8 0 182 16,4 4 1-16,0-4-1 0,2 2 1 0,0 2-1 16,2-2 0-16,2 0 0 0,4 0 1 0,2 0-132 0,6 2 1 15,5 0 0-15,1-4 0 0,4 4-1 0,7-4 1 16</inkml:trace>
  <inkml:trace contextRef="#ctx0" brushRef="#br0" timeOffset="-127310.89">28709 13362 308 0,'0'0'0'0,"0"0"0"16,0 0 0-16,0 0 179 0,0 0 0 0,0-10 0 16,2 6 0-16,2 0-1 0,1-1 1 0,-1 1 0 15,2-2 0-15,2 0-122 0,2 0 0 0,2 2 0 16,0-4 0-16,7-1 0 0,-1 3 0 0,4 0 0 15,1 0 0-15,1 2-12 0,1 0 0 0,1 0 0 16,1 4 0-16,-1 0 0 0,-2 2 0 0,-3 2 0 0,-7 2 0 16,-2 2-18-16,-4 4 0 0,-3 3 0 0,-5-3 0 15,-7 4-1-15,-3 1 1 0,-2-1 0 0,-4 7 0 16,-5-3-31-16,-1 5 1 0,-2-5-1 0,-3 3 1 16,3-2-1-16,3-1 1 0,3-4 0 0,0 1 0 15,3-3 10-15,5-1 1 0,4 1 0 0,4-6 0 0,4 0-1 16,4-2 1-16,6 3 0 0,3-7 0 0,1 4-6 15,4 0 1-15,3 0-1 0,7 0 1 0,-1-6-1 16,7 4 1-16,1-4-1 0,6 0 1 0,2-4 8 16,-1 0 0-16</inkml:trace>
  <inkml:trace contextRef="#ctx0" brushRef="#br0" timeOffset="-126831.96">29418 13352 552 0,'0'0'0'0,"0"0"0"15,0 0 0-15,-7-8 201 0,7 5 1 0,-2 1-1 16,4 2 1-16,-4-4-1 0,4 4 0 0,1-4 0 15,1 0 1-15,4 0-134 0,-2 0 0 0,2 2 0 16,4 0 1-16,2 0-1 0,3 2 0 0,1 0 0 0,-2 2 1 16,1 0-24-16,5 2 0 0,-8 0 0 0,3 6 1 15,-3-1-1-15,-4 3 0 0,-4-2 0 0,-4 4 1 16,-4 3-25-16,-4-7 1 0,-2 2 0 0,0 3 0 16,-9-1-1-16,3-4 1 0,-2 3 0 0,-2 1 0 15,-1-4-21-15,3-2 1 0,2 1-1 0,1-3 1 0,5-2-1 16,2 0 0-16,0-2 0 0,4 0 1 0,4-2-2 15,2 2 1-15,2-2-1 0,4 0 1 0,5 2-1 16,1 2 0-16,4-4 0 0,3 4 1 0,-1-1 0 16,3 1 1-16,-1 2-1 0,-2 0 1 0,-1 2-1 15,-3 0 0-15,-4 3 0 0,-4 1 1 0,-3 0-2 0,-5 3 0 16,-2-5 0-16,-6 4 1 0,-3 3-1 0,-5-1 0 16,-4-4 0-16,-5 3 1 0,-3-5-1 0,-3 0 0 15,3-2 0-15,-7-1 1 0,3-7-1 0,1 0 0 16,5-5 0-16,0-1 1 0,3-2 0 0,3 0 1 15,4 0 0-15,1-1 0 0,13 9-2 0,0 0-2461 0</inkml:trace>
  <inkml:trace contextRef="#ctx0" brushRef="#br0" timeOffset="-126679.3">29983 13680 608 0,'0'0'0'0,"0"0"0"16,0 0 0-16,0 0 194 0,-6 0 1 0,0 4-1 16,0 0 1-16,6-4-195 0,0 0-1040 0</inkml:trace>
  <inkml:trace contextRef="#ctx0" brushRef="#br0" timeOffset="-126230.92">30154 13284 296 0,'0'0'0'0,"0"0"0"16,0 0 0-16,0 0 189 0,0 0 0 0,0 0 0 0,0 0 1 15,11-6-1-15,-5 6 0 0,0-4 0 0,2 2 1 16,4 0-136-16,2 0 1 0,1 0-1 0,1 0 1 16,2 2-1-16,3 0 0 0,1 0 0 0,2 2 1 15,1 0-20-15,-1 0 0 0,3 0 0 0,-1 4 1 16,17-6-36-16,-43 0-1790 0</inkml:trace>
  <inkml:trace contextRef="#ctx0" brushRef="#br0" timeOffset="-125813.46">30219 13292 392 0,'0'0'0'16,"0"0"0"-16,0 0 0 0,0 0 173 0,0 0 0 16,0 0 0-16,0 0 0 0,0 0-1 0,0 0 1 15,0 0 0-15,7 10 0 0,-3-3-120 0,0 1 1 16,0 0-1-16,0 2 1 0,2 3-1 0,-4-1 0 0,4 0 0 16,0 3 1-16,0-1-5 0,0 0 0 0,1 1 0 15,-1-3 1-15,0 0-1 0,0-6 0 0,2 3 0 16,0-3 0-16,2 0-22 0,-2-6 1 0,1 4 0 15,1-4 0-15,-2-4-1 0,2 4 1 0,2-6-1 16,-2 2 1-16,3 0-32 0,-1 2 1 0,0-3 0 16,0 3 0-16,3 2 0 0,-1-4 0 0,0 4 0 15,-2 4 0-15,3-4 11 0,1 7 0 0,0-1 0 0,0 4 1 16,1-4-1-16,-1 4 0 0,2 5 0 0,-3-5 0 16,-1 2 3-16,-2 1 0 0,-2 3 0 0,-4 0 1 15,-4 1-1-15,-2-1 0 0,-6 3 0 0,-4-5 1 16,-4 2-1-16,-3 1 1 0,-7-1-1 0,-2-1 1 15,-3-5-1-15,-1 0 1 0,1-4-1 0,1-2 1 0,-1-4 0 16,5-2 1-16,-3-4 0 0,5-2 0 0,1 0-1 16,3-3 1-16</inkml:trace>
  <inkml:trace contextRef="#ctx0" brushRef="#br0" timeOffset="-116989.22">19988 16695 224 0,'0'0'0'0,"0"0"0"0,0 0 0 0,0 0 130 16,0 0 1-16,0 0 0 0,0 0 0 0,0 0-1 15,0 0 1-15,0 0-1 0,-2-8 1 0,2 10-49 16,2 0 1-16,-2-2-1 0,2 4 1 0,0 0-1 15,0 0 1-15,2 0-1 0,1 4 1 0,-1-1-22 16,-4 1 0-16,4 0 0 0,-2 0 1 0,0-2-1 16,0 0 0-16,-2 1 0 0,0-3 0 0,0 0-19 0,-2 0 0 15,2-2 0-15,-2-2 0 0,0-2-1 0,2 0 1 16,0 0 0-16,0-2 0 0,0-2-49 0,2-3 1 16,2 1-1-16,4-2 1 0,0-4-1 0,0 1 1 15,4-1-1-15,1-5 1 0,1 3 24 0,0-2 1 16,6 3-1-16,-5-1 1 0,1-1-1 0,0 3 0 15,-2 0 0-15,3 3 1 0,-5 3-9 0,2 4 0 0,-2 2 0 16,-3 2 0-16,-1 2-1 0,0 2 1 0,-2 0 0 16,-2 2 0-16,4 1-2 0,-4 1 1 0,0 0 0 15,-4-2 0-15,4 2-1 0,-2 1 1 0,0-1 0 16,1 0 0-16,-1-4-1 0,-2 0 0 0,2-2 0 16,0-2 0-16,0 2-1 0,0-4 1 0,4 2 0 15,-2-2 0-15,4-4-6 0,0 2 1 0,0-2-1 0,2 0 1 16,1 2-1-16,-1-5 0 0,2 3 0 15,-2 0 1-15,2 2-2 0,-1 0 0 0,1 2 0 0,-4-4 1 16,0 2-1-16,2-1 0 0,2 3 0 0,-3 0 0 16,1 2-1-16,-2 2 1 0,0 2-1 0,0 1 1 15,-2 3-1-15,0-2 0 0,1 4 0 0,-1 0 1 16,-2 3-3-16,2 1 0 0,-2-2 0 0,0 3 1 0,-4-1-1 16,2 3 1-16,-2-3-1 0,-2 0 1 0,2-3 0 15,0 1 1-15</inkml:trace>
  <inkml:trace contextRef="#ctx0" brushRef="#br0" timeOffset="-116641.43">20955 16564 296 0,'0'0'0'16,"0"0"0"-16,-8-2 0 0,4 0 217 0,0 4 0 15,0-2 0-15,-4 0 1 0,-1 0-1 0,-1 4 0 16,0 0 0-16,0-4 0 0,-6 2-180 0,1 2 0 15,1 0 0-15,2 2 0 0,-4 2-1 0,1 1 1 0,1 1 0 16,0 4 0-16,-4-6-17 0,5 7 1 0,-3 1 0 16,4-1 0-16,2-1-1 0,1 2 1 0,3-3 0 15,2 1 0-15,4-2-4 0,2-1 1 0,2 1 0 16,5-10 0-16,1 2-1 0,4 0 1 0,4-4-1 16,-3-2 1-16,5 0-13 0,0-4 1 0,3 0-1 15,-7-3 1-15,2 1-1 0,1-2 0 0,-3-2 0 16,-2 1 1-16,0 3-5 0,1 0 1 0,-5-2-1 0,0 4 1 15,0-5-1-15,-6 7 0 0,4 0 0 0,-6 2 1 16,0 4 1-16,0 0 0 0,0 2 0 0,0 9 0 16,-4-5-1-16,2 6 1 0,0 1 0 0,-2 1 0 15,0 0 6-15,2 3 1 0,2-3-1 0,0 1 1 16,0-1-1-16,1-4 1 0,1-1-1 0,2-3 1 16,-6-8-10-16,0 0-2091 0</inkml:trace>
  <inkml:trace contextRef="#ctx0" brushRef="#br0" timeOffset="-116491.85">21413 16642 600 0,'0'0'0'0,"0"0"0"0,-8 6 0 0,4-4 177 0,0 0 1 15,-2 4 0-15,-5-2 0 0,1 6-1 0,0 3 1 16,-2-1 0-16,-7 6 0 0,-1-5-121 0,-2 7 0 16,-3 5 0-16,-1-5 1 0,1-1-1 0,1 1 0 15,0-1 0-15,1-1 0 0,23-18-57 0,0 0-1860 0</inkml:trace>
  <inkml:trace contextRef="#ctx0" brushRef="#br0" timeOffset="-116358.65">21279 16654 835 0,'0'0'0'0,"0"0"0"16,4 8 0-16,0-4 208 0,0 0 1 0,0 4-1 16,2 1 1-16,-2 1-148 0,0 4 0 0,4-1 0 15,-4 1 0-15,0 2-1 0,3 3 1 0,-1-3 0 16,4 1 0-16,-10-17-61 0,0 0-1617 0</inkml:trace>
  <inkml:trace contextRef="#ctx0" brushRef="#br0" timeOffset="-115925.21">21794 16488 699 0,'0'0'0'0,"0"0"0"0,0 0 0 0,0 0 174 15,0 0 1-15,0 0 0 0,0 0 0 0,0 0-105 0,2 8 0 16,-2-4 0-16,0 4 0 0,2 3-1 0,-2-1 1 16,2 2 0-16,-2 0 0 0,0 5-16 0,-2-3 0 15,0 3 0-15,0-1 0 0,-1-2-1 0,1 3 1 16,0-3 0-16,2-2 0 0,-2-1-21 0,0-1 1 15,4-4 0-15,-2-2 0 0,2 0-1 0,0 2 1 16,-2-6-1-16,2 2 1 0,1-4-20 0,-1 2 0 16,0 0 0-16,2 0 0 0,-2-4-1 0,0 4 1 0,0-2 0 15,2 2 0-15,-4 0-16 0,0 0 1 0,0 2 0 16,0-2 0-16,0 4-1 0,0-2 1 0,0 1 0 16,4 3 0-16,-4 4 7 0,4 2 0 0,-4 5 0 15,2-1 1-15,0 0-1 0,2-1 0 0,2 3 0 16,0 1 1-16,0-1-2 0,3 1 0 0,-5-5 0 15,2 4 1-15,-4-1-1 0,2-1 0 0,-2-1 0 16,0 1 1-16,-4-6-2 0,0 1 0 0,2-1 0 0,-2-4 1 16,2-6-5-16,0 0-2151 0</inkml:trace>
  <inkml:trace contextRef="#ctx0" brushRef="#br0" timeOffset="-114742.35">22129 16629 464 0,'0'0'0'0,"0"0"0"15,0 0 0-15,0 0 200 0,0 0 1 0,-2-8 0 16,0 8 0-16,2 0-1 0,0 2 1 0,0 2-1 16,-4 0 1-16,0 7-131 0,-2-1 0 0,2 4 0 0,-4 5 1 15,2-1-1-15,0 3 0 0,2 1 0 0,-5 5 0 16,3-3-29-16,2 1 1 0,0-2 0 0,2-1 0 16,2 1-1-16,2-5 1 0,0 1-1 0,4-3 1 15,-6-16-42-15,0 0-2223 0</inkml:trace>
  <inkml:trace contextRef="#ctx0" brushRef="#br0" timeOffset="-114375.45">22575 16535 672 0,'0'0'0'0,"0"0"0"0,-10-2 0 0,6 2 170 0,0 0 0 16,0 0 0-16,2 0 1 0,-6 2-1 0,1 2 0 15,-1-2 0-15,0 2 0 0,0 4-111 0,0 1 0 16,-2 1 0-16,2 2 0 0,-3 5 0 0,1-3 0 16,0 0 0-16,0 5 0 0,0 3-22 0,1 1 0 15,1-1 0-15,0 1 1 0,2 2-1 0,0-1 0 16,4-1 0-16,2-1 1 0,2-5-12 0,6-1 0 0,0-2 0 16,4-3 1-16,3-7-1 0,5 0 0 0,0-6 0 15,3-2 0-15,3-4-32 0,-3-3 1 0,1-1-1 16,1-4 1-16,-3-3-1 0,-2 3 1 0,3-3-1 15,-11 1 1-15,0-3 12 0,-2 5 0 0,-6 0 0 16,-2 3 0-16,-2-1 0 0,-6 6 0 0,2-3 0 16,-8 3 0-16,2 4 2 0,-2 2 1 0,-7 2 0 15,3 2 0-15,-4 2-1 0,1 4 1 0,-3 3 0 0,2 1 0 16,-3 2-2-16,3 1 0 0,-1 1 0 0,3 0 1 16,0-1-1-16,8-1 0 0</inkml:trace>
  <inkml:trace contextRef="#ctx0" brushRef="#br0" timeOffset="-114058.08">23039 16601 332 0,'0'0'0'0,"-8"-5"0"0,4 3 0 0,-4 0 232 0,0 0 0 15,-5 2 0-15,3 2 0 0,-2-2-1 0,0 2 1 16,-2 5 0-16,1-5 0 0,-1 2-181 0,0 6 0 15,2 0 0-15,-1-2 1 0,3 9-1 0,-2-1 0 16,2 1 0-16,6-1 0 0,0 3-17 0,0 1 1 16,6-2-1-16,4-1 1 0,2-1-1 0,6-1 1 15,7-5-1-15,-3-2 1 0,6-2-19 0,-1-10 1 16,3 2-1-16,5-4 1 0,-3-4-1 0,3-3 1 0,-5-1-1 16,3-6 1-16,-9-1-14 0,0 1 0 0,-5-3 0 15,-7 0 1-15,-2-1-1 0,-6 3 0 0,-4 5 0 16,-6-1 0-16,-3 3-3 0,-3 4 1 0,-2 2-1 15,-3 6 1-15,-1 0-1 0,2 4 1 0,-3 2-1 16,1 4 1-16,22-8 1 0,-45 20 0 0</inkml:trace>
  <inkml:trace contextRef="#ctx0" brushRef="#br0" timeOffset="-113742">23414 16761 184 0,'0'0'0'16,"0"0"0"-16,0 0 0 0,0 0 246 0,-9-3 0 15,7 1 0-15,0 0 0 0,4 0-1 0,-2 2 1 16,2 0 0-16,0-2 0 0,3 0-199 0,3 0 1 0,0 2-1 16,2-4 1-16,4 2-1 0,5-2 0 0,-1 2 0 15,2 0 1-15,3 0-15 0,-1 0 0 0</inkml:trace>
  <inkml:trace contextRef="#ctx0" brushRef="#br0" timeOffset="-111724.72">23819 16652 308 0,'0'0'0'15,"0"0"0"-15,-9 2 0 0,5-2 167 0,0 4 0 16,0-8 0-16,-2 8 1 0,2-8-1 0,0 8 0 16,0-8 0-16,4 8 0 0,-4-8-107 0,8 4 1 15,-4 0-1-15,2-2 1 0,6 0-1 0,0 0 0 16,0 0 0-16,7 0 1 0,-1 0-21 0,4 0 0 0,-2-1 0 15,3 1 1-15,-1 2-1 0,2 0 0 0,-1 2 0 16,1 1 0-16,-4 1-19 0,1 2 1 0,-3 2-1 16,0-2 1-16,-4 0-1 0,1 5 1 0,-5-1-1 15,2 0 1-15,-2 0-23 0,-2 3 1 0,-2 3 0 16,-2 0 0-16,-2 3 0 0,0 1 0 0,-2-1 0 16,0-1 0-16,0 3 3 0,-2-3 1 0,2 1-1 15,-3-5 1-15,3 3-1 0,0-3 0 0,2-4 0 16,2 0 1-16,0-10-4 0,0 0-1986 0</inkml:trace>
  <inkml:trace contextRef="#ctx0" brushRef="#br0" timeOffset="-111556.6">23810 16855 652 0,'0'0'0'0,"0"0"0"0,0 0 0 0,0 0 162 15,0 0 1-15,5-10-1 0,-1 6 1 0,4-1-1 16,0-1 0-16,4 2 0 0,2 0 1 0,3 0-108 0,3 0 0 15,4 0 0-15,3 0 1 0,5 2-1 0,1 2 0 16,6-7 0-16,3 3 0 0,-1 0-18 0,0 0 0 16</inkml:trace>
  <inkml:trace contextRef="#ctx0" brushRef="#br0" timeOffset="-111173.91">24299 16681 224 0,'0'0'0'0,"0"0"0"16,0 0 0-16,0 0 211 0,0 0 1 0,-8-5-1 16,8 3 1-16,0 0-1 0,0 2 1 0,0-2-1 15,2 0 1-15,0 0-176 0,0 0 1 0,2 0 0 16,2 0 0-16,0 2-1 0,2-2 1 0,-2 2-1 16,3 0 1-16,-1 2-14 0,4 0 1 0,-6 2 0 15,2-2 0-15,0 2-1 0,0 0 1 0,-3 5 0 16,-1-5 0-16,-4 4-14 0,-4 0 1 0,-1 2-1 0,1-1 1 15,-2 1-1-15,-2 2 1 0,0-4-1 16,-4 3 1-16,2-1-5 0,1-2 0 0,3 2 0 0,4-3 1 16,-2-1-1-16,0-4 0 0,8 2 0 0,-4 0 0 15,6-2-5-15,2 0 0 0,1 0 0 0,3 0 0 16,2 0-1-16,0 2 1 0,5-2 0 0,-7 0 0 16,6 2 0-16,-4 1 0 0,1 1 0 0,-1 0 1 0,-4 0-1 15,-2 0 0-15,-2 0 0 0,-2 3 0 0,-4-3 10 16,-4 0 0-16,0 0 0 0,-6 2 0 0,0 2-1 15,-6-3 1-15,-1-1 0 0,-3 2 0 0,2-2 0 16,-5 0 0-16,5-2 0 0,-6-2 0 0,5-2 0 16,3 0 0-16</inkml:trace>
  <inkml:trace contextRef="#ctx0" brushRef="#br0" timeOffset="-111025.24">24757 16882 664 0,'0'0'0'0,"0"0"0"16,-8-3 0-16,4 3 174 0,2-2 0 0,-2 2 0 15,-3 0 0-15,-1-2 0 0,2 2 0 0,0 0 0 16,-2 0 0-16,8 0-174 0,0 0-1542 0</inkml:trace>
  <inkml:trace contextRef="#ctx0" brushRef="#br0" timeOffset="-110708.59">25044 16695 612 0,'0'0'0'0,"-8"-2"0"0,-2 2 0 0,-7 0 182 16,-1-2 0-16,-2 4 0 0,-3-2 1 0,1 2-1 15,-5 0 0-15,3 0 0 0,-1 2 0 0,3 0-128 16,2 0 0-16,5 2 0 0,5-1 0 0,4-1 0 16,6 2 0-16,4-2 0 0,2 2 0 0,9-2-22 0,3 0 0 15,0 0 0-15,9 0 1 0,1 3-1 0,5 1 0 16,-3-2 0-16,3 2 0 0,-5 2-12 0,-1 1 1 16,-5 1-1-16,-5 2 1 0,-3-1-1 0,-6 1 0 15,-8-2 0-15,-4 1 1 0,-2-3-22 0,-2 0 1 16,-11 2 0-16,5-1 0 0,-4-1 0 0,-5 0 0 15,-1-6 0-15,-1 0 0 0,-1 1 0 0,4-1 0 16</inkml:trace>
  <inkml:trace contextRef="#ctx0" brushRef="#br0" timeOffset="-110507.48">25579 16752 532 0,'0'0'0'0,"0"0"0"0,-10 2 0 16,6-2 192-16,-4 4 0 0,-2 1 0 0,-1 1 1 16,1 2-1-16,-4 2 0 0,-4 3 0 15,-1-1 0-15,-1 2-137 0,0 3 1 0,-11 1-1 0,5 3 1 16,-1-7-1-16,7 2 0 0,-3 1 0 0,5-1 1 16,18-16-56-16,0 0-1884 0</inkml:trace>
  <inkml:trace contextRef="#ctx0" brushRef="#br0" timeOffset="-110175.03">25705 16627 684 0,'0'0'0'16,"0"0"0"-16,-10 2 0 0,4-2 155 0,-4 0 1 15,0 4-1-15,-3-2 1 0,1 3-1 0,0 1 0 16,0 0 0-16,2 4 1 0,-1 0-84 0,3 3 1 0,2 1-1 16,2 2 1-16,2-1-1 0,4 1 0 0,6-1 0 15,-2-1 1-15,9 0-29 0,3 1 1 0,0-9 0 16,5 0 0-16,3-2-1 0,5 0 1 0,-1-6-1 16,3 0 1-16,-1-6-14 0,3 0 1 0,-9-5 0 15,1-3 0-15,1-3-1 0,-9 1 1 0,-3-3 0 16,-4 3 0-16,-4-5-38 0,-6 5 0 0,-4-5 0 15,-4 11 1-15,-4 0-1 0,-10 4 0 0,-3 6 0 16,-1-3 1-16,-5 10 15 0,5-3 0 0,-11 8 0 0,-1 0 0 16,3-2 0-16,3 7 0 0,1-3 0 0,3 2 0 15,26-14-10-15,0 0-2364 0</inkml:trace>
  <inkml:trace contextRef="#ctx0" brushRef="#br0" timeOffset="-109723.78">26338 16385 616 0,'0'0'0'15,"-8"2"0"-15,2 4 0 0,-2-4 184 0,-2 3 1 16,0 1-1-16,-1 4 1 0,-1 0-1 0,2 0 1 15,2 9-1-15,0-7 1 0,0 5-122 0,3 3 1 16,3 1-1-16,4-3 1 0,0 1-1 0,9 1 0 16,-3-1 0-16,4-3 1 0,2-2-22 0,5 1 0 15,1-3 0-15,0-2 0 0,1-2-1 0,-1-3 1 0,-2-1 0 16,3 0 0-16,-1-2-9 0,-2-2 1 0,-1 0 0 16,-1-2 0-16,-2 0-1 0,-4 0 1 0,-4-5-1 15,3 3 1-15,-5 2-44 0,0-2 1 0,-2 2-1 16,0-2 1-16,-2 2-1 0,0 0 1 0,-2 2-1 15,-2 0 1-15,0 2 21 0,0 2 1 0,-1 2 0 16,3 5 0-16,-2-1-1 0,0 0 1 0,0 4-1 16,4-1 1-16,4 1 2 0,-4 2 0 0,2-1 0 0,2-1 1 15,-2-1-1-15,3-1 0 0,-1-2 0 0,0 2 0 16,0-1-3-16,0-1 1 0,-2 0 0 0,2-4 0 16,0 2-1-16,-4 1 1 0,0-3-1 0,0 0 1 15,-4 0-3-15,-2 0 1 0,0 3 0 0,-4-3 0 16,1-2-1-16,-1 0 1 0,0 0-1 0,0-2 1 0,10-2-11 15,0 0-2652-15</inkml:trace>
  <inkml:trace contextRef="#ctx0" brushRef="#br0" timeOffset="-109307.83">27183 16395 708 0,'0'0'0'0,"0"0"0"0,0 0 0 15,0 0 204-15,0 0 0 0,0 0 0 0,8-8 0 16,0 6-1-16,0 0 1 0,5-2 0 0,-1 2 0 15,2-2-143-15,4 2 0 0,1 0 0 0,1 0 1 0,-2 2-1 16,7 0 0-16,-3 2 0 0,0 0 1 0,35 4-62 16,-57-6-2122-16</inkml:trace>
  <inkml:trace contextRef="#ctx0" brushRef="#br0" timeOffset="-109158.7">27226 16582 764 0,'0'0'0'16,"-9"2"0"-16,5-2 0 0,0 2 182 0,0-2 0 16,4 2 0-16,-4-2 1 0,8 2-1 0,-2-2 0 0,6 2 0 15,1-2 0-15,5 0-123 0,0 2 1 0</inkml:trace>
  <inkml:trace contextRef="#ctx0" brushRef="#br0" timeOffset="-106324.89">28201 16106 56 0,'0'0'0'0,"0"0"0"0,-11 0 0 15,3 0 212-15,-2-2 0 0,0 2 0 0,0-2 0 0,-3 2-1 16,-1 0 1-16,2 0 0 0,2 2 0 0,-2 2-140 16,-3 0 0-16,3 1 0 0,0 1 0 0,2 4-1 15,0-6 1-15,3 6 0 0,3-2 0 0,4 3-21 16,2-1 1-16,5-2-1 0,1 0 1 0,6 3-1 15,-2 3 0-15,2-2 0 0,3 7 1 0,1-7-20 0,2 7 1 16,1-5 0-16,-1 6 0 0,0 3-1 0,-1-3 1 16,-3 1-1-16,-4 2 1 0,2 1-38 0,-5-3 1 15,-1-1 0-15,-6 3 0 0,0-3 0 0,-4-3 0 16,-2-1 0-16,-6-2 0 0,-1-3 14 0,-3-1 1 16,-4-2 0-16,-3-4 0 0,-1 0-1 0,0-4 1 0,-1-2-1 15,3 0 1-15,2-6-10 0,-1 0 1 16,7-4-1-16,4-3 1 0,8 1-1 0,0-5 0 0,8-1 0 15,4-1 1-15,3 5 4 0,1-9 1 0,2 3 0 16,9-5 0-16,1 5-1 0,5-5 1 0,-1 0 0 16,3 3 0-16,-1 3-1 0,-1-1 0 0,-2 1 0 15,-5 3 1-15,-4 5-1 0,-5-1 0 0,-7 6 0 16,-6-3 1-16,-6 3-3 0,-4 4 1 0,-4 0 0 16,-7 2 0-16,-1 0-1 0,-6 2 1 0,-1 0 0 15,-1 2 0-15,-5 2-1 0,-1 0 1 0,-1 0 0 16,0 0 0-16,5 0-1 0,-3-1 1 0,9 3 0 0,6-4 0 15,4 0-3-15,5 0 1 0,3 0 0 0,6 0 0 16,-2-2-3-16,0 0-2439 0</inkml:trace>
  <inkml:trace contextRef="#ctx0" brushRef="#br0" timeOffset="-105790.98">28844 16153 684 0,'0'0'0'0,"0"0"0"15,-11 2 0-15,1-2 199 0,0 3 1 0,-4-1-1 16,-2 2 1-16,1 0-1 0,-3 4 1 0,0 2-1 0,-3-2 1 15,1 9-124-15,4-1 0 0,-3 5 0 0,3-1 0 16,4 1-1-16,2 3 1 0,2-1 0 0,4 2 0 16,6-3-24-16,2 3 1 0,4-3 0 0,4 3 0 15,0-7-1-15,7 3 1 0,1-3-1 0,0-3 1 16,5-1-24-16,-1-2 0 0,-2-1 0 0,1-5 0 16,1-2-1-16,-5-2 1 0,1-4 0 0,-8-2 0 0,2-4-31 15,-5-1 1-15,-1-3 0 0,-8 2 0 0,0-5 0 16,-2 3 0-16,-9 2 0 0,-1 2 0 0,-4-1 5 15,0 1 1-15,-7 6 0 0,1 0 0 0,0 4-1 0,-3 0 1 16,1 2-1-16,3 0 1 0,-3 1 1 0,10-1 1 16,-1 0-1-16,7 0 1 0,4-2-1 0,4 2 1 15</inkml:trace>
  <inkml:trace contextRef="#ctx0" brushRef="#br0" timeOffset="-104908.14">29273 16467 616 0,'0'0'0'15,"0"0"0"-15,0 0 0 0,0 0 227 0,-8-6 0 16,6 6 0-16,0-2 1 0,0 0-1 0,0 0 0 0,2 2 0 16,-2 0 0-16,2 0-164 0,-2 0 1 0,4 0 0 15,-4 0 0-15,4 0-1 0,-4 0 1 0</inkml:trace>
  <inkml:trace contextRef="#ctx0" brushRef="#br0" timeOffset="-104458.64">29570 16104 496 0,'0'0'0'0,"0"0"0"15,0 0 0-15,0 0 214 0,2-6 0 0,0 2 0 16,2 2 1-16,0-2-1 0,3 0 0 0,1 2 0 16,0 0 1-16,4-3-149 0,4 5 1 0,-3-4-1 15,3 2 1-15,4 2-1 0,-1 0 1 0,3 2-1 16,0-2 1-16,3 4-32 0,-3-4 0 0,3 0 0 15,-7 3 1-15,27 1-36 0,-45-4-2163 0</inkml:trace>
  <inkml:trace contextRef="#ctx0" brushRef="#br0" timeOffset="-103992.71">29552 16117 500 0,'0'0'0'0,"0"0"0"0,0 0 0 0,0 0 169 0,-8 4 1 16,8 0 0-16,-2 0 0 0,-2 0-1 0,2 0 1 16,-2 2-1-16,2 4 1 0,2 1-121 0,0-1 1 15,0 0 0-15,0 0 0 0,2 5-1 0,0-1 1 16,0 1 0-16,0-3 0 0,0 0-5 0,2-2 0 15,0-1 0-15,0-1 0 0,0 0 0 0,2-4 0 16,-4 0 0-16,0 0 0 0,0 0-17 0,0 1 0 16,0-3 0-16,0-4 0 0,0 2-1 0,-2 0 1 0,0-3 0 15,0 1 0-15,2 2-34 0,0-2 1 0,0 0 0 16,0 2 0-16,5-6-1 0,1 4 1 0,0 0 0 16,4 0 0-16,2 0 14 0,1 0 0 0,3 0 0 15,0 2 0-15,1 0 0 0,5 4 0 0,0 0 0 16,-1 0 0-16,1 2-4 0,-1 5 1 0,-5-1 0 15,2 4 0-15,-6 1-1 0,1-1 1 0,-7 2-1 16,-4 1 1-16,-2 1-2 0,0-1 1 0,-6-3 0 16,-2 2 0-16,-4 1-1 0,-1-1 1 0,-3-1-1 0,-2-3 1 15,-2-2-3-15,-3-2 0 0,-1-2 0 0,0-1 0 16,-3-3-1-16,1-2 1 0,3-2 0 0,-1-3 0 16,2-1-2-16,1 0 1 0,3 2 0 0,0-6 0 15,16 10-1-15,0 0-2226 0</inkml:trace>
  <inkml:trace contextRef="#ctx0" brushRef="#br0" timeOffset="7021.27">14609 12603 56 0,'0'0'0'16,"-4"8"0"-16,4-2 0 0,0-6 0 0,0 0-42 0</inkml:trace>
  <inkml:trace contextRef="#ctx0" brushRef="#br0" timeOffset="57558.67">25514 17548 88 0,'0'0'0'0,"0"0"0"0,0 0 0 0,0 0 0 0,0 0-66 16</inkml:trace>
  <inkml:trace contextRef="#ctx0" brushRef="#br0" timeOffset="57859.08">25463 17536 136 0,'0'0'0'0,"0"0"0"16,0-10 0-16,-2 5 47 0,2-1 1 0,0 2-1 16,0-2 1-16,-2 2-1 0,2-2 1 0,0 0-1 15,-2 2 1-15,2 1 14 0,0-1 1 0,0 2-1 16,2 2 1-16,2 4-1 0,-2 1 0 0,6 1 0 15,-2 4 1-15,5 0 6 0,-1 7 1 0,2 5 0 0,2 3 0 16,0 4-1-16,1 5 1 0,1 7-1 0,2 5 1 16,-8 1-48-16,5 0 0 0,-1-2 0 0,0 2 1 15,-4-2-1-15,1-4 0 0,-5-4 0 0,-2-6 1 16,-2-2-13-16,-2-7 1 0</inkml:trace>
  <inkml:trace contextRef="#ctx0" brushRef="#br0" timeOffset="59259.07">25414 17718 216 0,'0'0'0'16,"0"0"0"-16,0 0 0 0,0-10 137 0,0 4 1 15,0 2-1-15,2 0 1 0,-4-2-1 0,2 1 1 0,-2 1-1 16,2 0 1-16,-2 2-94 0,0-2 0 0,-2 2 0 16,0 2 1-16,-6 0-1 0,0 2 0 0,-3-2 0 15,-3 2 0-15,-4 0-16 0,-3 0 1 0,-5-2-1 16,-3 2 1-16,-7-2-1 0,-3 0 0 0,-8-2 0 16,-6 0 1-16,-6-2-14 0,-6-2 0 0,-4 0 0 15,-9-2 1-15,-7-1-1 0,-39-5 0 0,30 6 0 16,4 2 0-16,-1-2-16 0,5 3 1 0,11-3 0 0,0 6 0 15,12-4 0-15,1 4 0 0,7 0 0 32,7 0 0-32,-1 2 1 0,4 0 1 0,-2 0-1 0,-4 0 1 0,4-2-1 0,-4 2 1 15,7-2-1-15,-5 0 1 0,4 0 8 0,2 0 1 0,-2 0-1 0,-4-1 1 16,5 1-1-16,-5 0 1 0,6 0-1 0,-4 0 1 16,2 0 0-16,7 2 0 0,-3-2 0 0,0 0 1 15,2 0-1-15,3 0 0 0,-1 0 0 0,-4 0 0 0,5 0 1 16,-5 0 1-16,4-2-1 0,-4 4 1 0,3-4-1 15,-1 2 0-15,0-3 0 0,1 3 1 0,-1-2 1 16,0 2 0-16,3 0 0 0,1 2 1 0,2-4-1 16,3 2 0-16,1 0 0 0,1 2 0 0,1 0-3 0,7-2 1 15,1 4-1-15,11-2 1 0,-2 0-1 0,2 0 1 16,0 0-1-16,0 0 1 0,-7-2 2 0,-1 2 0 16,-2 0 0-16,1-4 0 0,-7 4-1 0,3-2 1 15,-9 0 0-15,-3 0 0 0,-3 2-3 0,-11-2 1 16,4 2-1-16,4 0 1 0,-1 0-1 0,1 0 0 15,4 2 0-15,3-2 1 0,-1 0-3 0,2 0 1 16,7 0-1-16,-9 0 1 0,7-2-1 0,-1 0 1 0,1 2-1 16,-1-2 1-16,-1 2-3 0,-1-3 1 0,-3 3-1 15,3 0 1-15,1 0-1 0,-3 0 0 0,5 0 0 16,3 0 1-16,-5 0-2 0,1 0 1 0,3 0 0 16,-1 0 0-16,7 0-1 0,-3-2 1 0,1 2 0 15,0 0 0-15,-3 0-4 0,1-2 1 0,1 0-1 16,-3 2 1-16,-2 0-1 0,-1 0 1 0,-4 0-1 15,3 0 1-15,-7 0 1 0,-3 0 1 0,1 0 0 16,-4-2 0-16,0 2-1 0,1 0 1 0,-3-2-1 0,-2 0 1 16,4 2-5-16,-3 0 1 0,-1-2-1 0,0 0 1 15,0 0-1-15,0 0 0 0,3 0 0 0,1 0 1 16,4 0 1-16,0 0 1 0,-3-2 0 0,1 0 0 16,0 2-1-16,-1 2 1 0,-1-5 0 0,-4 3 0 15,6 0-3-15,-5 0 0 0,3 0 0 0,-4 0 0 16,2 0 0-16,-2 0 0 0,1 0 0 0,-9 2 0 0,0-2 1 15,-21-4 0-15,25 4 0 0,-10-2 0 0,6 0-1 16,-8 2 1-16,0-3 0 0,-4 1 0 0,-6 0 0 16,-9 0 0-16,5 4 0 0,-6-4 0 0,3 0 0 15,1 2 0-15,-5-4 0 0,3 2 0 0,-2-1-2 0,1 1 1 16,1 2-1-16,-1-4 1 0,1 0-1 0,2 0 1 16,-1 4-1-16,5-4 1 0,2 2 1 0,5-1 0 15,-1 1 0-15,2 0 0 0,-2 0-1 0,0 2 1 16,-5 0 0-16,5 0 0 0,-4 0-2 0,2 2 1 15,2-2-1-15,-1 2 1 0,1-6-1 0,-4 4 0 16,4 0 0-16,-3-2 1 0,5 1 0 0,0 1 1 0,2-2 0 16,-4 2 0-16,6 0-1 0,-2-2 1 0,1 4-1 15,3-4 1-15,6 2 0 0,-2-2 0 0,5 2 0 16,-1 0 0-16,0-2-1 0,-2 2 1 0,-2 2 0 16,0-4 0-16,2 1 0 0,0 3 0 0,2-4 0 15,-2 2 0-15,-2 0 0 0,2-2 0 0,-6 0 0 16,2 0 0-16,0 2-2 0,-2 0 1 0,0 0 0 15,-2 0 0-15,-2 2-1 0,0-2 1 0,-5 2-1 16,5-4 1-16,2 2 1 0,0 2 0 0,2 0 0 0,4 0 0 16,-2-2-1-16,2 2 1 0,2-3 0 0,-10 1 0 15,-2 2-2-15,-2 0 1 0,3-2-1 0,1 2 1 16,-2-2-1-16,-2 2 0 0,4-2 0 0,-8 0 1 16,3 0 0-16,-7 0 1 0,6 2 0 0,-5 0 0 15,1-2-1-15,-2 2 1 0,-5 0 0 0,3 0 0 0,-2 0-1 16,-5 0 1-16,1 0 0 0,1 2 0 0,-5-2-1 15,3 0 1-15,-3-2 0 0,-1 0 0 0,3 2 1 16,-3-2 1-16,-10 2 0 0,3-2 0 0,1 2-1 16,-4-2 1-16,-2 2-1 0,1-2 1 0,1 4-2 15,0-2 1-15,-6 0-1 0,-2 0 1 0,-3 0-1 0,-1 2 0 16,-4 0 0-16,-4-2 1 0,-3 0-1 0,-1 2 0 16,0-2 0-16,0 2 1 0,-4-2-1 0,6 0 0 15,-7 0 0-15,5 0 1 0,-4 2-1 0,2 0 0 16,-6 0 0-16,3 2 1 0,3-2-1 0,-2 2 0 15,-2 1 0-15,6 1 0 0,-1-2 0 0,5 0 0 0,0 2 0 16,0-2 1-16,2 2-1 0,2 0 0 16,-2-1 0-16,2-3 0 0,4 4 1 0,4 0 1 0,0-4 0 15,5 0 0-15,-1 2-1 0,6-4 1 0,4 0-1 16,3 0 1-16,1 0-2 0,9 0 1 0,-5 0-1 16,13-4 1-16,0 0-1 0,12 2 0 0,10-4 0 15,12 2 1-15,90-7-3 0,-51 11-2486 0</inkml:trace>
  <inkml:trace contextRef="#ctx0" brushRef="#br0" timeOffset="184534.78">15266 11807 352 0,'0'0'0'0,"0"0"0"15,0 0 0-15,0 0 113 0,0 0 0 0,0 0 0 16,0 0 1-16,0 0-1 0,0 11 0 0,0-7 0 15,0-4 0-15,0 4-21 0,0-2 1 0,-4 0 0 16,0 2 0-16,-4 0-1 0,2 2 1 0,-2-2-1 0,0 0 1 16,-4 1-27-16,-1-1 0 0,3-2 0 15,-4 0 0-15,2-2-1 0,0 0 1 0,3-2 0 0,-1-2 0 16,4 2-19-16,0-7 0 0,6 3 0 0,0 0 0 16,0-2-1-16,6 2 1 0,0-1 0 0,4 1 0 15,3 0-55-15,-3 2 0 0,6 0 0 0,0 4 1 16,-1 0-1-16,1 0 1 0,0 4-1 0,2 0 1 15,-7 2 28-15,-3 3 1 0,-2 1-1 0,0 2 1 0,-6 0-1 16,-4 1 0-16,-2 1 0 0,-2-2 1 0,0 1-17 16,-5-1 1-16,-5 0 0 0,2 1 0 0,-5-7-1 15,3 0 1-15,-2-4 0 0,1-2 0 0,3-4 2 0,2-2 0 16,2-2 0-16,1-7 0 0,3 3 0 16,4-3 0-16,0-1 0 0,0 0 0 0,4 1 10 0,0-3 0 15,4 3 0-15,0 1 0 0,0 4-1 0,2-2 1 16,3 7 0-16,3-1 0 0,0 6-2 0,2 0 0 15,-2 0 0-15,3 2 0 0,-1 5 0 0,0 1 0 16,-2 6 0-16,1-2 0 0,-3 5 0 0,-6-1 1 16,0 1 0-16,-4 1 0 0,0-2-1 0,-4 3 1 15,-4-3 0-15,-4-1 0 0,1-3-3 0,-5 2 0 16,-2-7 0-16,1-1 1 0,1-2-1 0,2-4 0 0,-4-2 0 16,5-4 0-16,1-3-3 0,4-1 1 0,0-2 0 15,4-5 0-15,2-1-1 0,2-3 1 0,2 1 0 16,2 4 0-16,4-5-3 0,-4 3 1 0,8-1-1 15,-2 3 1-15,3 5-1 0,3-1 1 0,-2 4-1 16,3 2 1-16,-1 4-3 0,2 2 1 0,-2 2-1 16,3 4 1-16,-7 2-1 0,0 2 0 0,2 1 0 15,-5 7 1-15,-5-4-2 0,-2 5 1 0,-4 1 0 0,-2-3 0 16,-1 3-1-16,-7 1 1 0,-2-3 0 0,-2 1 0 16,-3-7-2-16,-1 0 0 0,0-3 0 0,1-3 0 15,1-4-1-15,2-2 1 0,-1-4 0 0,7-5 0 16,2-3-1-16,0 0 1 0,4-2 0 0,2-7 0 15,2 3-1-15,2-1 1 0,2-3-1 0,4 1 1 0,-4 3-1 16,6-1 0-16,3 5 0 0,-1 3 1 0,2 1-1 16,2 4 0-16,1 2 0 0,-3 4 0 0,2 2-1 15,-2 6 0-15,-1 0 0 0,-1 5 0 0,-4 3-1 16,-4 5 1-16,0-3 0 0,-2 5 0 0,-2-3 1 0,-2 1 0 16,-2-1 0-16,0 1 0 0,-4-11-1 15,0 2 1-15,-2-4 0 0,-3-1 0 0,1-3-3 0,0-4 1 16,0-2-1-16,-3-2 1 0,15 4-2 0,0 0-3068 15</inkml:trace>
  <inkml:trace contextRef="#ctx0" brushRef="#br0" timeOffset="185084.56">14815 12468 372 0,'0'0'0'15,"0"0"0"-15,0 0 0 0,0 0 274 0,0 0 0 16,0 0 0-16,0 0 0 0,0-6-1 0,0-1 1 0,2 3 0 16,0-2 0-16,0 2-194 0,0 2 1 0,2-2-1 15,-2 0 1-15,2 4-1 0,0 4 0 0,-4 2 0 16,4 2 1-16,-4 9-40 0,0-1 0 0,0 5 0 15,0 5 0-15,0 5 0 0,0 4 0 0,0 8 0 16,0-2 0-16,0 6-24 0,0-4 0 0,0 2 0 16,0-4 0-16,4 2 0 0,0-6 0 0,0-4 0 15,2-6 0-15,1-9-17 0,3-5 0 0</inkml:trace>
  <inkml:trace contextRef="#ctx0" brushRef="#br0" timeOffset="185486.31">14845 12576 328 0,'0'0'0'0,"0"0"0"0,0 0 0 0,0 0 250 0,-8 5 0 15,2-5 0-15,4 4 0 0,0-4-1 0,0 2 1 16,0 2 0-16,0 0 0 0,0 0-175 0,2 4 1 16,2-4 0-16,2 0 0 0,2 3-1 0,4-1 1 15,2-2-1-15,5 2 1 0,1-6-36 0,2 0 0 16,5 0 0-16,3 0 0 0,3-8 0 0,-1 2 0 16,3-3 0-16,-3-3 0 0,1 0-21 0,-5-3 0 0,-5 1 0 15,-3-2 0-15,-2-3-1 0,-10 1 1 0,-2 1 0 16,-4-1 0-16,-4-1-17 0,-2 3 1 0,-6 0 0 15,-6 1 0-15,1 3-1 0,-3 0 1 0,-2 1-1 16,-5 1 1-16,3 4 1 0,-3 0 0 0,5 6 0 16,-7 0 1-16,7 0-1 0,-4 2 0 0,3 4 0 15,3 0 1-15,4 6 2 0,-1-1 0 0,7-1 0 16,-4 2 0-16,6 3 0 0,4-1 0 0</inkml:trace>
  <inkml:trace contextRef="#ctx0" brushRef="#br0" timeOffset="187502.04">15057 12935 284 0,'0'0'0'0,"0"0"0"0,0 0 0 16,0 0 235-16,0 0 0 0,0 0 0 0,0 0 0 15,0 0-1-15,-8-2 1 0,6 2 0 0,-2-4 0 16,4 4-170-16,-4-4 0 0,4 4 0 0,-5-2 1 0,5 0-1 16,-4 0 0-16,4 0 0 0,0-2 1 0,0 0-38 15,4 0 1-15,-4 2-1 0,5-7 1 0,3 3-1 16,-6 0 1-16,4 0-1 0,0 2 1 0,2-4-11 15,-4 1 0-15,4 1 0 0,0 0 0 0,3 2-1 16,1 0 1-16,-4 0 0 0,2 0 0 0,-2 0-20 0,0-1 1 16,1 1 0-16,-1 2 0 0,-4 2 0 0,2-4 0 15,-2 4 0-15,0 0 0 0,0 0 0 0,0 4 0 16,-4-4 0-16,0 0 0 0,0 2 0 0,0 2 0 16,0 1 0-16,0-1 1 0,0 0 0 0,0 0 0 15,0 4 0-15,0-4 0 0,-4 2 0 0,4 3 0 16,0-1 0-16,-4 2 0 0,2 0 0 0,0 1 0 15,0 1 0-15,0-2 0 0,2 2 0 0,-2 1 0 0,2 1 0 16,0 0 0-16,0-1 1 0,2-1 1 0,0-2-1 16,2-2 1-16,2-1-1 0,-2-1 1 0,0-2-1 15,4-4 1-15,-4 0-2 0,3-2 0 0,-1-2 0 16,0-2 1-16,2 1-1 0,-4-3 0 0,2-2 0 16,2-2 1-16,0-1-1 0,-4-1 0 0,5 0 0 15,-5-1 1-15,0 3-1 0,0 0 0 0,0-1 0 16,0 3 1-16,-2 0-1 0,2 4 0 0,-4-2 0 0,4 3 1 15,-4 3-1-15,0 2 0 0,0 0 0 0,4 2 0 16,-4 3 3-16,0 3 0 0,4-2 0 0,-4 2 0 16,4 4-1-16,-4 1 1 0,0 1 0 0,0 0 0 15,0 7 0-15,0-5 1 0,0 3 0 0,0-1 0 16,0-1-1-16,2 1 1 0,-2 1-1 0,2-3 1 16,0-2 0-16,2-3 0 0,1-1 0 0,-1-2 0 0,-4-8-4 15,0 0-2344-15</inkml:trace>
  <inkml:trace contextRef="#ctx0" brushRef="#br0" timeOffset="-161287.85">14676 15013 316 0,'0'0'0'0,"0"0"0"0,0 0 0 0,0 0 125 15,0 0 0-15,0 0 0 0,0 0 0 0,6-8 0 16,-6 4 0-16,4 2 0 0,5-2 0 0,-5-5-28 0,2 3 0 16,2 2 0-16,0 2 0 0,0 2 0 0,0 2 0 15,0 4 0-15,-3 7 0 0,1 5-22 0,-2 7 0 16,0 3 0-16,0 9 0 0,0 4 0 0,-4 9 0 15,4-1 0-15,-4 4 0 0,0 0-22 0,0-1 1 16,0-3 0-16,2-6 0 0,-2-4-1 0,0-6 1 16,0-11 0-16,2-1 0 0,0-15-64 0,0-4 0 15</inkml:trace>
  <inkml:trace contextRef="#ctx0" brushRef="#br0" timeOffset="-161018.89">14644 15007 104 0,'0'0'0'0,"0"0"0"0,0 10 0 15,0-2 269-15,0 1 0 0,0 1 0 0,4 2 1 16,0 2-1-16,4 3 0 0,-2 1 0 0,4 1 0 16,4-3-204-16,-1 3 0 0,5 1 0 0,-2-1 0 15,3-1-1-15,3-1 1 0,2-5 0 0,-1-2 0 16,1-2-26-16,-3-2 1 0,-3-4 0 0,0-4 0 0,3-4-1 15,-9-4 1-15,2-2 0 0,-6-5 0 0,0-1-26 16,-2-5 1-16,-4-3 0 0,-2-3 0 0,-2-2-1 16,-4-2 1-16,-2 5-1 0,0-3 1 0,-6 6-14 15,2 1 1-15,-7 9 0 0,3-3 0 0,0 6-1 16,-7 3 1-16,3 5 0 0,2 2 0 0,18 2-2 0,0 0-2419 16</inkml:trace>
  <inkml:trace contextRef="#ctx0" brushRef="#br0" timeOffset="-160170.78">14975 14508 520 0,'0'0'0'0,"0"0"0"15,0 0 0-15,0 0 211 0,0 0 0 0,0 0 0 16,7 7 1-16,-5-7-1 0,0 0 0 0,0 0 0 16,2 0 1-16,0 0-146 0,-4 0 1 0,0 0-1 0,0 0 1 15,0 0-1-15,0 0 1 0,-4 0-1 0,-2 0 1 16,-1 2-16-16,1 0 1 0,2 0-1 0,-4 0 1 16,4 2-1-16,0 0 0 0,0-4 0 0,2 2 1 15,0-2-20-15,2 0 0 0,0 0 0 0,0 0 0 16,2-2-1-16,0 2 1 0,2-4 0 0,-4 0 0 15,0 0-37-15,4 2 0 0,-4 0 0 0,0 0 0 16,0 2 0-16,-4 0 0 0,4 0 0 0,-6 0 0 0,2 0 14 16,-2 0 0-16,0 2 0 0,2 0 0 0,-5 0-1 15,5 0 1-15,-4 0 0 0,2-2 0 0,0-2 4 16,4 0 0-16,-2-2 0 0,4 0 0 0,-4-3 0 16,4-5 0-16,0 0 0 0,4-1 0 0,-4 1-1 0,4 0 0 15,-4 0 0-15,4 1 1 0,0 3-1 16,0 0 0-16,0 4 0 0,2 2 0 0,-2 2-2 0,5 2 0 15,-5 2 0-15,2 4 0 0,0-4 0 0,0 4 0 16,-2 1 0-16,0 5 0 0,0-4 0 0,-4 3 1 16,-4-1 0-16,0 0 0 0,-2 0-1 0,-4-1 1 15,0-1 0-15,-7 0 0 0,1-2-1 0,2-1 1 16,-5-1-1-16,3-2 1 0,2-4-1 0,0 0 0 0,3-4 0 16,3-4 1-16,0-1-4 0,6-1 1 0,2-2-1 15,2 1 1-15,2-3-1 0,4 0 1 0,-4-1-1 16,5 1 1-16,1 2-1 0,2-1 0 0,0 5 0 15,2 2 0-15,3-2-1 0,-5 4 1 0,2 4 0 16,-2 2 0-16,1 4-2 0,-1 2 0 0,-2 0 0 16,-2 3 0-16,0 1 0 0,-6 2 0 0,-2 3 0 15,-2-1 0-15,-2 1-2 0,0-3 0 0,-8 0 0 0,0 1 0 16,-2-3 0-16,-3-2 0 0,-1-4 0 0,6 0 0 16,-9-1 0-16,7-5 1 0,-4-5-1 0,6-3 1 15,-1 0-1-15,3-2 0 0,4-2 0 0,2-3 1 16,4 1-4-16,0 1 0 0,2-1 0 0,4 2 0 15,0 0 0-15,4-1 0 0,-1 3 0 0,3 2 0 16,2 2 0-16,-2 2 0 0,5-1 0 0,-3 5 0 0,0 0 0 16,0 2 0-16,1 5 0 0,-3-1 0 0,0 2 0 15,2-2 0-15,-6 4 0 0,-2 1 0 0,1-1 0 16,-3 0 0-16,-4 0 0 0,0-1 0 0,-4-3 0 0,-3 2 0 16,1-2 0-16,-6 0 0 0,0-2 0 15,0-2 0-15,-3-2 0 0,-1 0 0 0,2 0 0 0,2 0 0 16,-3-2 0-16,3-2 0 0,4-2 0 0,-2 0 0 15,4 0 0-15,2-2 0 0,2 1 0 0,2 1 0 16,4-4 0-16,0 2 0 0,2 2 0 0,2 0 0 16,0-1 0-16,-2 5 0 0,2 2 0 0,5 0 0 15</inkml:trace>
  <inkml:trace contextRef="#ctx0" brushRef="#br0" timeOffset="-159503">15163 15298 348 0,'0'0'0'0,"0"0"0"15,0 0 0-15,0 0 257 0,0 0 1 0,-8-8 0 0,8 4 0 16,-5 0-1-16,5-2 1 0,0-1-1 0,0 1 1 15,0 2-205-15,0-6 0 0,0 4 0 0,5 0 0 16,-5 2-1-16,0-1 1 0,4 5 0 0,-4 7 0 0,0 1-16 16,4 2 1-16,-4 2 0 0,2 5 0 15,-2 3-1-15,0 3 1 0,2 6-1 0,-2 1 1 0,0 3-10 16,2 4 0-16,0-4 0 0,0 4 0 0,0-6 0 16,0-3 0-16,0-1 0 0,4-2 0 0,-6-25-28 0,0 0-2518 15</inkml:trace>
  <inkml:trace contextRef="#ctx0" brushRef="#br0" timeOffset="-159153.38">15077 15462 272 0,'0'0'0'0,"0"0"0"16,0 0 0-16,-8 2 257 0,2 0 0 0,0 2 0 16,0 1 0-16,-2-1-1 0,-1 0 1 0,-1 2 0 15,2 0 0-15,0 2-188 0,0 3 1 0,0 1 0 16,2 0 0-16,-1 0-1 0,5 1 1 0,2-1 0 16,0 0 0-16,2 1-24 0,5-1 0 0,3-2 0 0,-2 0 0 15,2-1 0-15,2-3 0 0,5 0 0 0,-5-2 0 16,2-4-22-16,2-2 0 0,-3-2 0 0,1-2 1 15,-6-4-1-15,0-3 0 0,0 1 0 0,-2-2 0 16,-2-1-25-16,-4 1 1 0,-4-3 0 0,0 3 0 16,-2 2-1-16,-2-1 1 0,0 5 0 0,0 2 0 0,-7 2 1 15,3 4 1-15,0 0-1 0,-4 4 1 0,2 2-1 16,-1 2 1-16</inkml:trace>
  <inkml:trace contextRef="#ctx0" brushRef="#br0" timeOffset="-108858.71">15580 11354 168 0,'0'0'0'15,"-8"-4"0"-15,4-2 0 0,-2 0 36 0,-3-1 0 16,1-1 0-16,0 0 1 0,0-2-1 0,-2 2 0 16,0-3 0-16,-1 3 0 0,3 0-46 0,-2-2 0 15,0-1 0-15,0 5 1 0,-4-6-1 0,-3 4 1 0,1 2-1 16,-6-3 1-16,-5-1 28 0,-1 4 1 0,-7 2-1 16,-8 2 1-16,-3 4-1 0,-7 2 1 0,-4 6-1 15,-6 5 1-15,-7 7 21 0,-3-1 0 0,0 11 0 16,-29 22 1-16,25-3-1 0,-5 9 0 0,1 13 0 15,-7 11 1-15,3 21-65 0,-5 10 1 0,3 8-1 16,5 12 1-16,7 9-1 0,8-3 1 0,8-5 0 16,20-5 0-16,9-12 50 0,22-4 0 0,12-6 0 15,12-11 0-15,14-4-1 0,15-7 1 0,14-7 0 16,6-11 0-16,17-9-21 0,9-9 0 0,15-14 0 0,14-10 1 16,15-13-1-16,9-8 0 0,7-12 0 0,-1-4 0 15,-3-9 11-15,-9-7 1 0,-5-5 0 0,-5-14 0 16,-8-4-1-16,-10-17 1 0,-4-10-1 0,-15-10 1 15,-1-9 1-15,-9-5 1 0,-14-15-1 0,-10-10 1 16,-18-12-1-16,-13-9 0 0,-13-12 0 0,-22-6 1 0,-21-2 9 16,-17 4 1-16,-18 14 0 0,-25 13 0 0,-17 20-1 15,-13 23 1-15,-9 24 0 0,5 15 0 0,0 18-1 16,6 14 1-16,2 11 0 0,6 4 0 0,6 12-1 16,13 2 1-16,1 7 0 0,9 9 0 0,3 3-3 0,9 2 1 15,6 5-1-15,14 5 1 0,11 2-1 0,7 11 0 16</inkml:trace>
  <inkml:trace contextRef="#ctx0" brushRef="#br0" timeOffset="-107793.19">15511 14671 252 0,'-4'-9'0'15,"0"-3"0"-15,-9-11 0 0,-1-7 227 0,-6-15 0 16,-7-11 0-16,-7-11 1 0,-7-3-1 0,-8 0 0 16,-6 2 0-16,-26-10 0 0,12 29-170 0,-9 12 0 15,-3 17 0-15,-11 5 0 0,-3 17-1 0,1 13 1 0,-4 14 0 16,3 7 0-16,1 18-22 0,0 13 1 0,15 15 0 15,-2 19 0-15,11 10-1 0,5 20 1 0,6 17 0 16,4 12 0-16,8 10-22 0,25 2 0 0,18 0 0 16,22-16 1-16,27-24-1 0,30-20 0 0,23-21 0 15,30-22 0-15,27-23-11 0,8-22 0 0,10-14 0 16,-4-12 1-16,2-14-1 0,-21-15 0 0,-15-6 0 16,-15-10 1-16,-14-8-9 0,-13-7 1 0,-11-6 0 15,-5-7 0-15,-8-5-1 0,-4-13 1 0,-10 1 0 0,-6-11 0 16,-20-5 3-16,-15-7 0 0,-14-10 0 0,-23-9 1 15,-15-7-1-15,-17 6 1 0,-23 9-1 0,-15 24 1 16,-17 30-1-16,-22 25 1 0,-21 22 0 0,-8 23 0 16,2 17-1-16,1 17 1 0,7 12 0 0,9 13 0 0,60 19 0 15,82-76-2181-15</inkml:trace>
  <inkml:trace contextRef="#ctx0" brushRef="#br0" timeOffset="-104799.73">6026 15712 560 0,'0'0'0'0,"-4"15"0"16,8-3 0-16,-4 2 107 0,0 9 1 0,4 12 0 15,5 6 0-15,5 23-1 0,6 13 1 0,3 22 0 16,-1 12 0-16,11 57-41 0,-11-31 1 0,-6 3-1 15,-6-1 1-15,-1-8-1 0,-9-7 1 0,0-14-1 16,4-19 1-16,-4-14-51 0,8-11 0 0,0-17 0 16,2-4 0-16,-10-45-17 0,0 0-1523 0</inkml:trace>
  <inkml:trace contextRef="#ctx0" brushRef="#br0" timeOffset="-104100.18">5884 17247 424 0,'0'0'0'0,"0"0"0"15,-4-7 0-15,0 3 111 0,4-2 1 0,0 2-1 16,-4-2 1-16,4 2-1 0,0 0 1 0,0 2-1 0,4-2 1 16,-4 2-68-16,4 0 0 0,0-1 0 0,4 3 1 15,6 0-1-15,-1 3 0 0,5-1 0 0,2 0 0 16,3 2-1-16,1-4 0 0,11 2 0 0,18-2 0 15,10 0 0-15,24-2 0 0,19-6 0 0,20-1 0 0,68-3-16 16,-36 2 0-16,13-3 0 0,6 7 1 0,-10-4-1 16,2 4 0-16,10 0 0 0,-2 2 0 0,-6-7-32 15,6 3 0-15,2-4 0 0,9 0 0 0,7-1 0 16,2 1 0-16,7-4 0 0,2-1 1 0,-1-1 14 0,11-3 1 16,-7 1 0-16,11-3 0 0,0 7-1 0,-4-1 1 15,2 7 0-15,-11 4 0 0,-1-2-3 0,-9 4 1 16,1-1 0-16,-5 3 0 0,2 2-1 0,3 2 1 15,1 3 0-15,-7 1 0 0,-5 0 9 0,-6 2 1 16,-16 2-1-16,-4 1 1 0,-13 1-1 0,-3 2 1 16,-15-4-1-16,2 3 1 0,-6-3-2 0,-4-2 0 15,-10 0 0-15,0 1 1 0,0-1-1 0,-4-2 0 16,-12 0 0-16,1 0 0 0,-11-2 0 0,1 1 0 0,-9 1 0 16,-7-2 0-16,-10-2 0 0,-14 0 0 0,-6 2 0 15,-13-4 0-15,-12 4-2 0,-9-4 1 0,-16 0 0 16,-13-6 0-16,2 2-1 0,1 0 1 0</inkml:trace>
  <inkml:trace contextRef="#ctx0" brushRef="#br0" timeOffset="-103784.18">15008 16367 44 0,'0'0'0'0,"2"-13"0"0,0 5 0 0,2-2 288 0,2-4 0 16,2 3 0-16,-4 1 1 0,5 0-1 0,-5 2 0 15,-4 4 0-15,0 4 1 0,-4 2-226 0,0 6 0 16,-1 2 0-16,1 6 0 0,-2 7 0 0,2 6 0 16,0 6 0-16,6 12 0 0,4 4-23 0,4 6 1 15,5 9 0-15,9 2 0 0,5 2-1 0,3 3 1 16</inkml:trace>
  <inkml:trace contextRef="#ctx0" brushRef="#br0" timeOffset="157572.87">6981 13899 204 0,'0'0'0'0,"0"0"0"16,-10-6 0-16,4 0 92 0,0-2 0 0,1-4 0 16,-3-3 0-16,4 1-1 0,4-3 1 0,0 3 0 15,0-6 0-15,4 5-46 0,0-3 0 0,5 1 0 0,-3 3 0 16,2 10-1-16,0-6 1 0,4 3 0 0,0 3 0 15,3 2-15-15,-3 0 1 0,2 2-1 0,2 2 1 16,-3-2-1-16,-3 2 1 0,-2 2-1 0,4-2 1 16,-4 3-7-16,-4 1 0 0,-2-2 0 0,-2 2 1 15,-2 4-1-15,-2 1 0 0,-4-3 0 0,-4 2 1 0,0 2-33 16,-3-4 1-16,3 1 0 0,-6 1 0 0,2-6-1 16,-1-2 1-16,3 2 0 0,-4-4 0 0,1-2 17 0,5-2 1 15,-4 0 0-15,6-4 0 0,-2 0-1 16,3-3 1-16,5-1-1 0,0 2 1 0,4-3-9 0,2 1 0 15,4 2 0-15,3 2 1 0,3-5-1 16,2 5 0-16,-2-2 0 0,5 0 1 0,5 1 1 0,-2 5 1 16,-1-4-1-16,1 2 1 0,2 4-1 0,-5 0 1 15,-3 2-1-15,-2 2 1 0,-4 0 9 0,-2 2 0 16,-4 0 0-16,-4 2 1 0,0 3-1 0,-6 1 0 16,0-2 0-16,-6 2 1 0,2 3 0 0,-5-1 1 15,-1-4 0-15,-2 2 0 0,1 1-1 0,3-5 1 16,0-2 0-16,1-2 0 0,3-2 1 0,4-2 0 0,0-2 0 15,6 0 1-15,-2 0-1 0,0-3 0 0,4 1 0 16,0 0 1-16,0 2-5 0,4 0 1 0,-4 0-1 16,6-7 1-16,2 5-1 0,0 0 1 0,0-2-1 15,5 2 1-15,1 0-3 0,2 0 0 0,-4 1 0 16,3 1 1-16,-3 0-1 0,-4 2 0 0,0 2 0 16,-2 2 0-16,-6 2 0 0,4-4 1 0,-8 4 0 15,-2 1 0-15,2-1-1 0,-4 0 1 0,0 2-1 16,0 2 1-16,-5-2-1 0,3 2 1 0,-2 1-1 0,-4-1 1 15,1 2-1-15,3-2 0 0,-2 1 0 0,2-1 1 16,0-2-4-16,-1-2 1 0,3 0-1 0,6-4 1 16,4 0-10-16,0 0-2045 0</inkml:trace>
  <inkml:trace contextRef="#ctx0" brushRef="#br0" timeOffset="158040.21">6959 13651 92 0,'0'0'0'0,"0"0"0"15,0 0 0-15,0 0 239 0,0 0 1 0,0 0 0 16,0 0 0-16,0 0-1 0,0 0 1 0,0 10 0 16,0-5 0-16,-5-1-194 0,5-2 1 0,0 2-1 15,5 0 1-15,-5 0-1 0,8-8 1 0,2 2-1 16,6-6 1-16,2-1-6 0,11-9 1 0,14-5 0 16,22-16 0-16,20-10-1 0,31-21 1 0,27-12 0 15,64-37 0-15,-40 27-19 0,-8 4 0 0,-4 10 0 0,-13 8 0 16,-10 9-1-16,1 3 1 0,-3 1 0 0,-10 8 0 15,-8 2-26-15,-4 1 0 0,-2 3 0 0,-7 2 0 16,-9 8 0-16,-9 7 0 0,-15 3 0 0,-12 5 0 16,-13 1 3-16,-6 7 0 0,-11 0 0 0,-5 2 1 15,-15 8-1-15,-8 2 0 0,-11 2 0 0,3 0 1 16,0-4 1-16,-2 2 1 0,5-2 0 0,-3 0 0 0,4-2-1 16,2 2 1-16,-2 0-1 0,0 0 1 0,-9 0-2 15,7-2 1-15,-2 2 0 0,4-2 0 0,0 4-1 16,2 0 1-16,-2-2 0 0,-1 0 0 0,9 0-2 15,0 0-2184-15</inkml:trace>
  <inkml:trace contextRef="#ctx0" brushRef="#br0" timeOffset="158773.47">9633 12462 184 0,'0'0'0'0,"-10"-5"0"16,2-1 0-16,-1 0 237 0,-3 0 0 0,2-2 0 16,2-2 1-16,-4 1-1 0,-1 1 0 0,3-2 0 15,2 2 0-15,4-1-192 0,-4 1 1 0,4 2-1 16,0 2 1-16,2 0-1 0,2 2 0 0,2 2 0 16,2 0 1-16,4 4-17 0,0 0 0 0,0 0 0 15,2 4 1-15,3-4-1 0,-1 5 0 0,0-3 0 16,-6 0 0-16,2 4-19 0,-4-4 0 0,0 1 0 15,-8 3 0-15,0-6 0 0,-4 2 0 0,0-2 0 0,-2 0 0 16,2 0-7-16,-4-2 0 0,1-4 0 0,-1 0 0 16,4-2 0-16,-2-2 0 0,6 0 0 0,0-8 0 15,6 1-6-15,0 1 0 0,0-2 0 0,6-1 0 16,-4 1 0-16,0 2 0 0,4-1 0 0,-4 5 1 16,-2-2 1-16,4 4 1 0,-2 4 0 0,3 0 0 0,-7 2-1 15,4 2 1-15,-4 2 0 0,4-2 0 0,-4 10 0 16,4-4 0-16,-4 5 0 0,4-1 0 0,-4 2 0 15,0 1 0-15,0-5 0 0,0 2 0 0,0-4 10 16,-4 3 0-16,-4-3 0 0,-3-4 1 0,1 0-1 16,0-2 0-16,-8 0 0 0,2-4 0 0,-1 0 1 0,1-2 0 15,2 0 0-15,-5-6 0 0,3 1 0 0,8 1 0 16,-2-4 0-16,6-3 0 0,6 3-1 0,0-2 1 16,8-1 0-16,2 1 0 0,0 2-1 0,7 2 1 15,-7-1-1-15,6 1 1 0,3 4-2 0,-7 2 1 16,2 2-1-16,-4 4 1 0,3 2-1 0,-3 0 0 15,-2 4 0-15,-4 0 1 0,4 1-3 0,-6-3 1 16,0 2-1-16,-4 2 1 0,0-2-1 0,-4 1 0 0,-4-1 0 16,2 0 1-16,-2-2-1 0,-4 2 0 0,-3-4 0 15,3 1 0-15,-4-1-1 0,2-2 1 0,2-2 0 16,-1 0 0-16,3-2-2 0,0 0 0 0,4-5 0 16,2 3 0-16,0-4-1 0,4 2 1 0,4 0 0 15,-4 0 0-15,4 0 1 0,0-1 0 0,0 3 0 16,2 0 0-16,2 0 0 0,0 2 0 0,1 2 0 0,-3-4 0 15,0 8 0-15,0-2 0 0,2 0 0 0,0 2 0 16,-4 0 0-16,0 0 0 0,-2 1 0 0,0 1 0 16,0-2-2-16,-2 0 1 0,-2 0 0 0,0 2 0 15,0-2-1-15,2 0 1 0,-4 0 0 0,-4 1 0 16,4-5-1-16,-6 2 1 0,2 0 0 0,0 0 0 16,-5 0-1-16,3 0 1 0,0 0-1 0,0 0 1 0,2-2-3 15,0 0 1-15,-1 0 0 0,3 2 0 0,6-2-3 16,0 0-2565-16</inkml:trace>
  <inkml:trace contextRef="#ctx0" brushRef="#br0" timeOffset="159956.28">8674 13309 132 0,'0'0'0'0,"0"0"0"0,0 0 0 0,0 0 257 0,0 0 0 16,0 0 0-16,0 0 0 0,0 0-1 0,0 0 1 16,0 0 0-16,0 0 0 0,8-11-203 0,1 5 0 15,-5-2 0-15,4 2 0 0,2-2 0 0,2-3 0 16,2-1 0-16,3 0 0 0,-5 2-43 0,2-3 1 15,2 1 0-15,3 2 0 0,1-5-1 0,-2 3 1 16,3-2 0-16,-3 1 0 0,2-3-17 0,-1 2 1 0,1-1-1 16,0-1 1-16,3-1-1 0,-7 3 1 0,-2 0 0 15,3 1 0-15,-3 7 13 0,-10-2 1 0,4 2 0 16,-4 4 0-16,0 0-1 0,-4 4 1 0,0 0 0 16,-4 2 0-16,0 6-29 0,0 0 1 0,-4 5 0 15,0 1 0-15,2 3-1 0,-2 3 1 0,-1-1 0 16,1 1 0-16,2 1 3 0,2-1 1 0,0-3-1 15,4 1 1-15,2-5-1 0,0 1 1 0,2-3 0 16,6 1 0-16,-2-8 4 0,1 2 1 0,3-4-1 16,2-4 1-16,2-2-1 0,3-4 1 0,1 0-1 0,2-8 1 15,1-3 4-15,5-3 1 0,-5-3 0 0,3 1 0 16,3-5-1-16,-3 0 1 0,-2 3 0 0,-1 1 0 16,-5 3 2-16,3 3 0 0,-7-1 0 0,2 5 1 15,-4 7-1-15,-6 0 0 0,0 4 0 0,1 4 1 16,-7 2 2-16,4 0 0 0,-4 4 0 0,-4 7 1 0,0 5-1 15,1 3 0-15,-1-1 0 0,2-1 0 0,0 6 5 16,0-1 0-16,0 1 0 0,2 4 1 0,0 0-1 16,2-3 0-16,0 1 0 0,2-4 0 0,-4-25-6 15,0 0-1822-15</inkml:trace>
  <inkml:trace contextRef="#ctx0" brushRef="#br0" timeOffset="161556.15">15262 11719 148 0,'0'0'0'0,"0"0"0"16,0 0 0-16,0 0 209 0,0 0 0 16,9 8 0-16,-5-2 1 0,-4-1-1 0,-4-1 0 0,8 2 0 15,-8 2 0-15,4 0-178 0,-5 0 0 16,1 1 0-16,0 1 1 0,0-2-1 0,-2-4 0 0,-2 2 0 15,0 0 1-15,-4 1-14 0,1-7 1 0,-1 0-1 16,0-4 1-16,-2 1-1 0,2-3 1 0,-1-2-1 16,1 2 1-16,2-4-14 0,2-1 1 0,0 1 0 15,4-6 0-15,2 1-1 0,4 1 1 0,6 2-1 16,0-5 1-16,4 7-1 0,2 0 0 0,-1 0 0 16,5 3 0-16,2 3-1 0,-3 0 1 0,1 4 0 0,0 0 0 15,3 8-5-15,-9-3 0 0,2 5 0 0,2 2 1 16,-4-2-1-16,-1 7 0 0,-3-5 0 0,0 2 1 15,-6 1 0-15,0-3 0 0,-6 0 0 0,-4-1 0 0,0 1 0 16,-9-2 0-16,3 0 0 0,-8 1 0 0,1-3 4 16,-1-4 0-16,-4 0 0 0,1-6 0 0,-1 0 0 15,-1-6 0-15,7 0 0 0,-3-5 0 0,7-1 3 16,8-7 0-16,0 1 0 0,8-1 1 0,2 1-1 16,4-1 0-16,2 5 0 0,0-4 1 0,7 5 2 0,1 1 0 15,-4 1 0-15,6 3 0 0,1 2 0 0,1 0 0 16,-2 0 0-16,3 1 0 0,-1 3-1 0,2 0 1 15,-3 4 0-15,1-4 0 0,0 4-1 0,3 4 1 16,-5-2-1-16,3 2 1 0,-21-4-11 0,0 0-1944 0</inkml:trace>
  <inkml:trace contextRef="#ctx0" brushRef="#br0" timeOffset="162539.54">15606 11598 64 0,'0'0'0'0,"0"0"0"15,0 0 0-15,0 0 24 0,0 0 0 0,0 0 0 16,0 0 0-16,0 0-24 0,0 0 0 0,-6 2 0 15,2 0 0-15,0-2 0 0,0 2 0 0,0 0 0 16,-4 2 0-16,0 0 16 0,-2 1 0 0,-1 1 0 16,5 0 0-16,-6 0 16 0,0 2 0 0,2 0 0 15,-3-1 0-15,-13 9-20 0,10-8-12 0,-1-2 0 0,3 1 13 0,-6 3 0 16,-3 0 0-16,3 0-1 0,-2 1 1 0,1-1-1 16,3 0 1-16,-2 0 92 0,5-1 1 0,-1-3-1 0,2 2 1 15,-2-4-1-15,5 0 0 0,3-2 0 0,-4 2 1 16,0 0-55-16,2 0 0 0,2 1 0 0,-1-1 0 15,-5 0 0-15,6 0 0 0,-4 0 0 0,2 2 0 16,-3 2-39-16,5-4 1 0,0 1-1 0,-2-3 1 16,4 2-1-16,2 0 1 0,-2-4-1 0,2 2 1 0,0 0-8 15,-1 0 0-15,1 0 0 0,4 2 0 0,-6-4-1 16,2 0 1-16,2 4 0 0,-2-4 0 16,2 0-6-16,-2 0 1 0,4-4 0 0,-4 4 0 0,4 0 0 15,-4-4 0-15,8 2 0 0,-4-4 0 0,8 0-2 0,2-7 1 16,7-1 0-16,1-2 0 0,12-7 0 0,15-8 0 15,12-12 0-15,16-6 0 0,23-15 0 0,20-5 1 16,67-40 0-16,-28 21 0 0,4 0-1 0,-5 3 1 16,-7 10 0-16,-5 5 0 0,-9 10 0 0,-15 7 0 15,-8 10 0-15,-7-6 0 0,-1 10 0 0,-2-8 0 16,-7 1 0-16,-1 1 0 0,-2 2 4 0,-9 4 0 16,7 4 0-16,-7 3 1 0,-6 3-1 0,-10 8 0 15,-14 1 0-15,-10 3 1 0,-10 11 12 0,-11-2 0 0,-4 4 0 16,-10 4 1-16,-12 4-1 0,-6 4 0 0,0-4 0 15,-3 3 0-15,7-3 3 0,0-2 1 0,4 4-1 16,-6-2 1-16,4 2-1 0,-2-2 0 0,2 9 0 16,-7-5 1-16,1-2 1 0,-2 6 0 0,6-4 0 15,-8 3 1-15,1-3-1 0,3 0 0 0,-4 0 0 16,6-2 0-16,1 1-2 0,1-1 0 0,4-2 0 16,0-8 1-16,0 4-1 0,4-4 0 0,2-1 0 15,4-3 1-15,-2 2-643 0,-4 6 622 0,0 0 0 16,8-8-622-16,5-4-622 0,-3 1 1244 0,6-7 0 0,4 6 0 15,72-50 0-15,-92 62-12 0</inkml:trace>
  <inkml:trace contextRef="#ctx0" brushRef="#br0" timeOffset="163137.79">17703 10458 523 0,'0'0'0'16,"0"0"0"-16,0 0 0 0,6-8 130 0,-2 8 1 15,2-7-1-15,4 1 1 0,-6 0-59 0,4 2 0 16,0 0 0-16,1-4 1 0,1 4-1 0,2-1 0 16,-4 3 0-16,2 0 1 0,3 2-29 0,-5 2 0 0,2 0 0 15,2 3 1-15,0 1-1 0,0 0 0 16,-1 2 0-16,1 2 1 0,-4 3-16 0,0-5 1 0,-4 2-1 15,-2 2 1-15,-2-1-1 0,-6-1 0 0,-4 0 0 16,-4 0 1-16,-3 3-15 0,-5-5 0 0,0-6 0 16,-7 2 1-16,3 0-1 0,-1-6 0 0,-3-2 0 15,5 0 0-15,3-4-19 0,4-9 1 0,1 3 0 16,9-5 0-16,4-3-1 0,4 6 1 0,4-7 0 16,4 2 0-16,5 1 10 0,1 4 1 0,-2-3 0 15,6 3 0-15,3 1-1 0,-3 3 1 0,6 0-1 0,3 3 1 16,-5 7-3-16,5 2 1 0,-3 2-1 0,-1 5 1 15,-3 3-1-15,-2 2 0 0,-2 7 0 0,-5-5 1 16,-3 2 13-16,-4 1 0 0,-4 1 0 0,-4 1 1 16,-6-3-1-16,-3 3 0 0,-3-7 0 0,-6 2 1 15,-1-3-5-15,-3-1 0 0,1 0 0 0,-1-6 1 0,0 0-1 16,5-4 0-16,-3-4 0 0,10 0 0 0,-3-6-1 16,7 0 0-16,6-1 0 0,4-5 0 0,0 6-1 15,6-9 1-15,2 7 0 0,4-7 0 0,1 3-4 16,3-2 1-16,6 3-1 0,-3-1 1 0,5-1-1 15,3 3 1-15,-3 4-1 0,0 2 1 0,1 3-4 0,-3 1 1 16,-1 8 0-16,-7-2 0 0,-2 7-1 0,-4-1 1 16,-4 0 0-16,-4 2 0 0,-4 3-3 0,0-5 0 15,-8 0 0-15,2 0 1 0,-3 3-1 0,-3-7 0 16,2 2 0-16,-4 2 1 0,1-4-3 0,1 0 0 16,0 0 0-16,2 0 1 0,-3-4-1 0,7 2 0 15,2-2 0-15,-4 0 0 0,4-2-2 0,4 2 0 0</inkml:trace>
  <inkml:trace contextRef="#ctx0" brushRef="#br0" timeOffset="164121.93">17033 11340 244 0,'0'0'0'0,"0"0"0"0,-10 0 0 0,6 0 193 16,0 0 0-16,-2-2 0 0,4 2 0 0,-2 0-1 15,-1 0 1-15,1 0 0 0,4-2 0 0,-4-1-162 16,8 3 1-16,-4 0 0 0,4-2 0 0,5-2-1 0,3-2 1 16,6 0-1-16,0 0 1 0,7-2-8 0,5-1 0 15,1-5 0-15,8 2 1 0,7-5-1 0,-3 3 0 16,4 0 0-16,-2-3 0 0,-3 3-15 0,3 6 1 16,-6-5 0-16,-2 7 0 0,-9 4-1 0,-1 2 1 15,-9 0 0-15,-6 4 0 0,-4 0-5 0,-8 1 0 16,-4 3 0-16,0 0 0 0,-8 2-1 0,2 2 1 15,-3-1 0-15,-3 5 0 0,2-6-4 0,-4 7 0 0,3-1 0 16,1 3 0-16,-4-3-1 0,2 3 1 0,1-1 0 16,1-2 0-16,4 3 1 0,0-1 1 0,2-1-1 15,1-3 1-15,3 3-1 0,6-5 0 0,0-2 0 16,5-2 1-16,3-2 3 0,6-4 1 0,0-2 0 16,7-4 0-16,3-2-1 0,1 0 1 0,7-10-1 15,7 1 1-15,0-5 0 0,-3 1 1 0,1-3-1 16,-2 1 1-16,-5-1-1 0,-1 3 0 0,-3 1 0 0,-3 1 1 15,-3 3 6-15,-12 6 0 0,-2-2 0 0,-4 8 0 16,0-1-1-16,-4 6 1 0,0 1 0 0,-6 4 0 16,2 0-2-16,0 4 1 0,-2 3 0 0,0 1 0 15,-2 3-1-15,0-1 1 0,4-2-1 0,0 3 1 16,4-3-5-16,2 1 1 0,0-7-1 0,0 4 1 16,-2-14-9-16,0 0-2051 0</inkml:trace>
  <inkml:trace contextRef="#ctx0" brushRef="#br0" timeOffset="-158962.22">23234 12189 268 0,'0'0'0'0,"11"-15"0"0,-3 1 0 0,-2-2 66 0,-4-1 1 15,-2-3-1-15,-10-1 1 0,-7-1-1 0,-9-1 0 16,-15-4 0-16,-20 1 1 0,-20-7-50 0,-25 2 0 16,-24-2 0-16,-70-10 0 0,37 17 0 0,-14 3 0 15,-4 3 0-15,-6 9 0 0,-6-3 17 0,-1 8 0 16,1 4 0-16,-8 6 0 0,-3 4-1 0,-2 4 1 16,-3 1 0-16,9 7 0 0,9 3-13 0,10 3 0 15,12 1 0-15,2 4 1 0,6-4-1 0,11-1 0 0,13 5 0 16,5 0 1-16,6-1-28 0,2 7 1 0,4 2-1 15,-5 6 1-15,-1 1-1 0,-2 3 1 0,0 4-1 16,2 5 1-16,-1-5 16 0,16-2 0 0,15 3 0 16,23-1 0-16,18 0 0 0,24 5 0 0,17 1 0 15,12 9 0-15,18 4-5 0,13 1 0 0,15 5 0 16,11 4 0-16,10-2-1 0,9 0 1 0,7-2 0 16,5 2 0-16,5-6 0 0,7 0 0 0,-7 0 0 0,11-2 1 15,0-7-1-15,6 1 0 0,2-7 0 0,8-7 0 16,6-3 17-16,10-6 0 0,1-4 0 0,11-8 0 15,5-9-1-15,8-1 1 0,16-11 0 0,0-6 0 16,8-10 1-16,10-6 1 0,9-9-1 0,3 3 1 16,7-7-1-16,6 4 1 0,1 3-1 0,9 2 1 15,-4-3-3-15,0-1 0 0,-2 1 0 0,-12-3 0 0,-9-1 0 16,-1-10 0-16,-7-4 0 0,0-2 0 0,1-12-2 16,-5-2 1-16,4-3 0 0,-4-5 0 0,-1 1-1 15,-9-3 1-15,-8 1-1 0,-8-7 1 0,-13 1-2 16,-11-2 1-16,-17 0-1 0,-18 3 1 0,-25 5-1 15,-16 1 1-15,-28 3-1 0,-25 1 1 0,-18-1-9 0,-23-3 1 16,-18-1 0-16,-16 1 0 0,-20 1-1 0,-15 1 1 16,-14-1-1-16,-20-1 1 0,-21 1-2 0,-16-1 0 15,-10-1 0-15,-23-1 0 0,-9-5 0 0,-11 4 0 16,-8 5 0-16,-13-1 0 0,-9 11-1 0,-10 4 0 16,-5 10 0-16,-8-2 0 0,4 13-1 0,-6 7 1 15,1 7 0-15,1 10 0 0,12 4-1 0,15 6 1 16,18 11-1-16,30 10 1 0,29-1-1 0,29 11 0 0</inkml:trace>
  <inkml:trace contextRef="#ctx0" brushRef="#br0" timeOffset="-156762.01">15262 11750 84 0,'0'0'0'15,"0"0"0"-15,0 0 0 0,0 0 20 0,0 0 0 16,9-6 0-16,-9 4 1 0,4 2-1 0,-4-4 0 15,2-1 0-15,-2 1 1 0,2 0-3 0,0 0 1 16,-4 0-1-16,0 2 1 0,2-2-1 0,0 0 0 0,-2 4 0 16,-2-4 1-16,-1 0 11 0,1 2 1 0,0-1-1 15,-2 3 1-15,2 0-1 0,0 0 1 0,0 0-1 16,0 0 1-16,0 3 27 0,0-3 1 0,0 0 0 16,0 0 0-16,-2 0-1 0,1 0 1 0,-3-3 0 15,0 1 0-15,4 0-94 0,-8 0 0 0,2 0 0 16,2 0 0-16,-5-2 0 0,1 0 0 0,2 0 0 15,-2 0 0-15,0 0 75 0,1 2 1 0,3-2 0 16,4-1 0-16,0 5-1 0,0-4 1 0,-2 4 0 0,4 0 0 16,0 0-28-16,2 0 0 0,0 0 0 15,2 0 0-15,0 0-1 0,-2 0 1 0,2 4 0 0,2-4 0 16,0 0 11-16,4 5 1 0,-2-3 0 0,0 2 0 16,3 0-1-16,1 0 1 0,2 4 0 0,0-2 0 0,2 0 11 15,1 5 1-15,5 1-1 0,-2 0 1 0,7 3-1 16,-1-5 1-16,1 6-1 0,7-3 1 0,7 5-6 15,0-4 1-15,-1 1-1 0,7 1 1 0,6 1-1 16,4-3 1-16,8 4-1 0,8 3 1 0,13 2-6 16,7-5 0-16,33 15 0 0,-28-7 1 0,2 3-1 0,1-2 0 15,1 4 0-15,2-1 1 0,-11-1-5 0,3 2 0 16,-8-2 0-16,-1-1 0 0,1 3-1 0,1-2 1 16,-6-3 0-16,5 1 0 0,-9 2-5 0,9-5 0 15,-3 5 0-15,-1-2 0 0,-1-5-1 0,-4 1 1 16,-9 2 0-16,-7-1 0 0,-2-3-2 0,-11 1 1 15,-1-1 0-15,-12-1 0 0,-11-3-1 0,-3-5 1 16,-9 0-1-16,0-2 1 0,-4 1-3 0,-8-5 1 0,-4-6-1 16,-4 6 1-16,6-6-1 0,2 4 1 0,2 0-1 15,-2-4 1-15,0 2-3 0,0-2 1 0,-2-2-1 16,0 2 1-16,0 0-1 0,-4-4 0 0,4 4 0 16,-10-4 1-16,-7-6-3 0,-5 2 1 0,-5-1-1 15,-5-3 1-15,-11-2-1 0,-6 1 0 0,-6-1 0 16,-2 0 1-16,-6-3 0 0,4 1 1 0,-2-3-1 15,4 3 1-15,-2-2-1 0,2-1 0 0,2 3 0 16,-13-7 1-16,24 5-2 0,3-1 0 0,8 3 0 0,5 1 0 16,3 3-1-16,7 0 1 0,10 2 0 0,12 5 0 15,10 5-1-15,-4 0 1 0,4 0 0 0,-1 5 0 16,1 1-1-16,-2 0 1 0,4 0-1 0,5 4 1 16,3 5-2-16,10 3 0 0,11 5 0 0,10 3 0 0,8 5 0 15,6 2 0-15,3 0 0 0,3 4 0 0,4 2 1 16,-4 2 0-16,1-2 0 0,-11-9 1 0,2 5-1 15,-4-10 0-15,-4-5 0 0,-8-3 0 0,-8-5-2 16,-5-2 1-16,-7-1 0 0,-9-7 0 0,-12-4-1 16,-12-7 1-16,-10-3-1 0,-2 2 1 0,1 2-2 15,1-1 0-15,-4 1 0 0,-5-2 0 0,-3 2 0 0,-7-7 0 16,-9-3 0-16,-9-7 0 0,-2 3-1 0,-12-5 1 16,6-4 0-16,-2 1 0 0,4-1-1 0,2-2 1 15,8 6 0-15,8 3 0 0,5 1-1 0,5 7 0 16,11 1 0-16,4 7 1 0,20 10-1 0,6 8 0 15,2-1 0-15,2 1 1 0,1 2-3 0,1-4 1 16,4 7 0-16,7 1 0 0,10 3-1 0,11 3 1 16,7-1 0-16,13 3 0 0,7 3 1 0,4 0 0 0,1-3 0 15,-5 3 0-15,-8-7-1 0,-8 1 1 0,-8-1 0 16,-12-3 0-16,-13-7-2 0,-5-4 1 0,-15 0-1 16,-16-6 1-16,-15-2-1 0,7-4 1 0,-8 2-1 15,1-4 1-15,-3 2-3 0,-7-5 1 0,-5 1 0 16,-11-8 0-16,-12-5-1 0,-4 1 1 0,2-3 0 15,-3-2 0-15,1 5 1 0,10-1 0 0,0 3 0 16,9 1 0-16,5 3 0 0,2 2 0 0,11 5 0 16,7 3 0-16,11 0-2 0,18 8 1 0,5 4-1 0,1-2 1 15,4 0-1-15,2 1 0 0,7 3 0 0,5 4 1 16,15 4 0-16,14 5 1 0,4 2 0 0,9 3 0 16,7 9-1-16,-4-4 1 0,-7 0 0 0,-7-5 0 15,-14-7-2-15,-9-3 1 0,-9-2-1 0,-9-1 1 0,-16-9-1 16,-12-4 0-16,-10-4 0 0,-2-6 1 0,-3 1-1 15,-1 1 0-15,-3-4 0 0,-7-3 1 0,-17-7-1 16,-8-3 0-16,-6 1 0 0,-12-1 1 0,-7-6-1 16,-3 5 0-16,3 5 0 0,5-1 1 0,8 3-1 15,2 3 0-15,6 5 0 0,8 1 0 0,6 2 0 0,8 4 0 16,11-4 0-16,3 4 0 0,13 2 0 0,18 6 0 16</inkml:trace>
  <inkml:trace contextRef="#ctx0" brushRef="#br0" timeOffset="-154413.72">15091 11815 156 0,'0'0'0'0,"-6"-4"0"0,2 2 0 0,0 0 249 15,-4-2 1-15,2 2-1 0,2 0 1 0,0-2-1 16,0 4 0-16,2-4 0 0,4 0 1 0,4 2-203 16,2 0 1-16,4 0-1 0,0 0 1 0,11 4-1 15,1 0 0-15,7 2 0 0,9 0 1 0,11 6-28 0,6 7 0 16,15 5 0-16,9 3 1 0,27 3-1 0,18 16 0 15,75 13 0-15,-25-4 0 0,9 7-15 0,4 3 1 16,-2 3-1-16,1-2 1 0,-7-7-1 0,-14-4 0 16,-21-1 0-16,-10-1 1 0,-20-2-2 0,-14 0 0 15,-14-4 0-15,-17-2 0 0,-8-1-1 0,-4-6 1 16,0 3 0-16,-8-8 0 0,-2-2-8 0,-6-2 1 0,-5-13-1 16,-3-6 1-16,-13 0-1 0,3-8 1 0,-11-4-1 15,-2 0 1-15,-12-6 3 0,-6-2 0 0,-2-3 0 16,-2 3 1-16,-1-7-1 0,-9 3 0 0,-2 0 0 15,-17-5 0-15,-12-8 0 0,-10 1 0 0,-6-3 0 16,-12-4 1-16,-11 2-1 0,3-2 0 0,1 3 0 16,5 5 0-16,-1-8 7 0,-7 0 0 0,-3 0 0 15,-2-4 1-15,-7 2-1 0,-3-10 0 0,0 2 0 16,-4-4 0-16,4 0 2 0,3-3 0 0,3 7 0 0,2 0 0 16,1 6-1-16,1 4 1 0,5 9 0 0,5 1 0 15,7 11-1-15,10 1 1 0,6 7-1 0,14 6 1 16,12 0-1-16,15 4 1 0,14 0-1 0,10 7 1 15,14 1 0-15,15 2 0 0,7 7 0 0,15 1 0 16,10 5-1-16,17 4 1 0,13 0 0 0,26 5 0 16,23 8-2-16,7-3 0 0,-9 6 0 0,1-4 0 0,-7 2-1 15,-10 0 1-15,-12-2 0 0,-6 2 0 0,-10-6-4 16,-7 2 1-16,-9-4 0 0,-9-4 0 0,-16-4-1 16,-10-9 1-16,-21-7 0 0,-10-5 0 0,-11-12 0 0,-18 0 0 15,-5-11 0-15,-10-1 1 0,-5-3-1 16,-6-7 0-16,-6-1 0 0,-16-8 1 0,-8-4-3 0,-12-2 1 15,-5-2 0-15,-11-2 0 0,-15-6-1 0,-8-3 1 16,-2 5-1-16,-7-4 1 0,5 8-1 0,-2 2 1 16,2 4-1-16,-2 4 1 0,10 4-1 0,10 6 0 15,8 1 0-15,11 5 1 0,13 5-3 0,13 4 1 16,16 4 0-16,15 1 0 0,18 5-1 0,14 5 1 16,12-1 0-16,12 2 0 0,7-2-1 0,18 8 1 0,6 0-1 15,20 7 1-15,9 4-1 0,13 7 0 16,13 5 0-16,17 6 1 0,5 6-1 0,-2-4 0 0,-12 7 0 15,-8-5 1-15,-12-4-1 0,-6-2 0 0,-11-6 0 16,-10-1 0-16,-14-9 0 0,-16-5 0 0,-14-5 0 16,-15-5 0-16,-14-4 0 0,-12-12 0 0,-11 0 0 15,-7-5 0-15,-7-1-2 0,-8 0 0 0,-16-11 0 16,-16-4 1-16,-13-6-1 0,-9-6 1 0,-3-2-1 16,-18-6 1-16,-13 2 0 0,-1-6 1 0,0 7 0 0,6-1 0 15,3 8-1-15,5-2 1 0,4 6 0 0,4-4 0 16,9 3-4-16,3 1 1 0,6 4 0 0,9 2 0 15,12 5 0-15,11 3 0 0,12 7 0 0,19 1 0 16,15 7 0-16,16 6 1 0,12 6 0 0,6 3 0 16,13 3-1-16,1 2 1 0,7 1 0 0,10 5 0 0,14 3-1 15,10 1 1-15,13 3 0 0,22 0 0 0,20 5-1 16,14 3 1-16,1-10 0 0,-5 2 0 0,-10-7-1 16,-8 1 1-16,-16-7 0 0,-6-2 0 0,-17-1 0 15,-15-3 0-15,-20-6 0 0,-15-2 0 0,-23-4 0 0,-12-2 0 16,-12-5 0-16,-11-1 0 0,-7 2 0 0,-13-11 0 15,-6 1 0-15,-14-9 0 0,-7 2-3 0,-13-6 1 16,-3 3-1-16,-9 1 1 0,-7-4-1 0,-6 4 1 16,4 7 0-16,10 6 0 0,9 5 2 0,5 3 1 15</inkml:trace>
  <inkml:trace contextRef="#ctx0" brushRef="#br0" timeOffset="-151096.29">14918 14467 184 0,'0'0'0'15,"0"0"0"-15,5-10 0 0,3 2 209 0,-2 2 0 16,10-6 0-16,-4 3 1 0,7-5-1 0,1 2 0 0,2-3 0 16,5 3 0-16,1 2-207 0,-1 2 1 0,-1-1 0 15,-1 5 0-15,1 2-1 0,-2 2 1 0,-1 2 0 16,-5 2 0-16,3 3-5 0,-11 3 0 0,2 0 0 16,-4 0 0-16,-4 1 0 0,0 3 0 0,-4 0 0 15,-4-1 0-15,-8 3-9 0,0 0 1 0,-3 1 0 16,-5-3 0-16,-6 3 0 0,-5-3 0 0,-8 2 0 15,1 1 0-15,-9-5 14 0,2-2 1 0,2-2 0 16,3-1 0-16,1-3-1 0,9-2 1 0,3-4-1 0,5 0 1 16,9-2-8-16,5-5 1 0,8 1 0 0,4-4 0 15,5-2-1-15,-1-3 1 0,6-1 0 0,6 3 0 16,3-7 3-16,-1-3 0 0,13-2 0 0,3 5 0 16,1-3-1-16,2 5 1 0,1-3 0 0,-1 5 0 15,-4 3-1-15,1 1 1 0,1 4 0 0,-8 2 0 0,3 8-1 16,-7-5 1-16,-7 5 0 0,-2 5 0 0,-9 5 12 15,-5 2 0-15,-2 2 0 0,-2 3 1 0,-2 1-1 16,-7 3 0-16,1 1 0 0,-8 1 0 0,2 2 1 0,-11 3 1 16,3 1-1-16,-4-2 1 0,-3-3-1 0,-6-1 1 15,-1 1-1-15,1-9 1 0,-3 1 1 0,1-8 1 16,0 1-1-16,5-5 1 0,1-4-1 0,1-4 0 16,13-5 0-16,3-5 1 0,10 2-2 0,6-5 1 15,4-1-1-15,8-3 1 0,5 1-1 0,5-1 0 16,11-7 0-16,-1-1 1 0,17-2-1 0,4-6 0 15,2 2 0-15,8 3 0 0,2-1 0 0,3 2 0 0,19-2 0 16,-28 13 0-16,-4 3-3 0,-2 3 0 0,-10 6 0 16,2 0 0-16,-6-1-1 0,-7 7 1 0,-3 2 0 15,-9 4 0-15,-10 7-3 0,-12 1 1 0,-8 6 0 16,-6-3 0-16,-2 1-1 0,-3-1 1 0,-1 1-1 16,-2-4 1-16,-7 7-3 0,-10-1 1 0,1 1-1 15,-1-3 1-15,-4-8-1 0,5-2 0 0,11-2 0 16,-1-4 1-16,13-6 0 0,11-2 0 0,4-6 0 15,8-3 1-15,1 3-1 0,5-2 0 0,6-7 0 16,7 0 1-16,5-7-4 0,13-3 0 0,6 0 0 0,10-2 1 16,12-2-1-16,5 2 0 0,-3 3 0 0,0 9 1 15,-8 5 0-15,-2-1 0 0,-12 11 0 0,-6-2 1 16,-6 8-1-16,-11 4 0 0,-3 4 0 0,-13 2 1 16,-8 6-3-16,-14 3 1 0,-4 5 0 0,-8-7 0 15,-3 3-1-15,-3 3 1 0,-5-3 0 0,-5 3 0 0,-7-3-1 16,0 1 1-16,-2-3-1 0,-2-2 1 0,5-1-1 15,-1-7 0-15,4-2 0 0,13-2 1 0,-3-2-1 16,15-4 0-16,6-4 0 0,12-3 1 0,0 1-1 16,4 0 0-16,4-7 0 0,7 1 1 0,5-2-1 0,13-11 0 15,14-6 0-15,16-12 1 0,29-15-1 0,15-5 0 16,16-7 0-16,5 2 0 0,0-2-1 0,1 6 0 16,-3 11 0-16,-6 4 0 0,-12 3-1 0,-12 7 1 15,-7 0 0-15,-5 8 0 0,-7 5 1 0,-1 3 0 16,-9 4 0-16,0 5 0 0,-10 2-1 0,-6 5 1 15,-8 1 0-15,-4 4 0 0,-11 4-3 0,-3 2 0 16,-13-2 0-16,-2 0 0 0,-10 4 0 0,-8 2 0 16,-10-2 0-16,6 0 0 0,0-2 2 0,-1 0 1 0,5 0-1 15,-4 2 1-15,2-2-1 0,-2 0 1 16,0 0-1-16,-8 2 1 0,-3 2-1 0,-3 0 1 0,6 0 0 16,-13 5 0-16,-1 1-1 0,-9 2 1 0,-4 7 0 15,-4-7 0-15,-10 13-2 0,-4 3 1 0,-10 3-1 16,-10 10 1-16,-11 4-1 0,-44 27 1 0,26-17-1 15,-8 5 1-15,-2 8 1 0,-2-5 0 0,-3 3 0 16,-3 1 0-16,-6 1 0 0,-9-2 0 0,1-3 0 0,-3-1 0 16,-1-1-2-16,8-5 1 0,5-5-1 0,5 0 1 15,8-10-1-15,16 2 1 0,8-8-1 0,15-6 1 16,12-4-3-16,10-9 1 0,12-2 0 0,12-5 0 16,9 1-1-16,4-2 1 0,7-4 0 0,9 0 0 15,6-6 1-15,12-2 0 0,7-4 0 0,7-2 0 0,3-1 0 16,9-9 0-16,11-9 0 0,27-14 0 0,29-23-2 15,24-5 1-15,15-11-1 0,17-7 1 0,2 3-1 16,12-4 0-16,6 0 0 0,4-2 1 0,4-3-1 16,1 7 0-16,-7 6 0 0,-2 2 1 0,-4 8-1 15,-4 7 0-15,-10 3 0 0,-13 15 1 0,-13 4-1 0,-17 14 0 16,-18 6 0-16,-11 7 1 0,-9 4-1 16,-21 4 0-16,-10 5 0 0,-21 3 0 0,-18 5 0 0,-12-1 0 15,-8 6 0-15,-8-2 0 0,-7 7 0 0,-5 1 0 16,-5 0 0-16,-7 1 0 0,-9 3 3 0,-16 1 0 15,-4 1 0-15,-21 3 0 0,-18 12-1 0,-12 4 1 16,0 0 0-16,-4 2 0 0,-2 0-1 0,-3 2 0 0,1-2 0 16,-2 6 1-16,2-8-1 0,4 3 0 0,3-3 0 15,5-2 0-15,9-7 0 0,9 1 0 0,21-8 0 16,16-5 1-16,14-1-1 0,12-5 0 0,11-4 0 16,14-6 1-16,10-8-1 0,8-2 0 0,10-4 0 15,8 0 0-15,7-7 0 0,2 3 0 0,5-13 0 16,23-3 0-16,19-12 0 0,13-1 0 0,13-4 0 15,23-6 1-15,17-5-1 0,9 1 0 0,-2 4 0 16,-11 4 0-16,-20 3-2 0,-12 5 1 0,-10 4 0 16,-13 7 0-16,-13 3-1 0,-13 4 1 0,-20 5 0 0,-13 10 0 15,-20 6-1-15,-10 8 1 0,-10 4-1 0,-14 7 1 16,-7 5-1-16,-12 5 0 0,-9-1 0 0,-16 9 1 16,-15 6 0-16,-9 7 1 0,1 1-1 0,-9 0 1 15,-8 2-1-15,8-2 1 0,7-12-1 0,15 0 1 16,17-8-2-16,19-2 0 0</inkml:trace>
  <inkml:trace contextRef="#ctx0" brushRef="#br0" timeOffset="-18585.59">26053 10577 256 0,'0'0'0'0,"0"0"0"15,-10-13 0-15,6 5 92 0,-4 0 1 0,0 2 0 16,0-4 0-16,-5-1-1 0,3-3 1 0,-4 2 0 16,-2-3 0-16,-1 1-81 0,-3-2 0 0,-2-3 0 0,-1-1 1 15,-1 1-1-15,-5-3 0 0,-1 1 0 0,-5 0 0 16,-3 1-2-16,-7 6 1 0,-6 1-1 0,-8 5 1 15,-16 2-1-15,-11 6 0 0,-7 10 0 0,-40 3 1 16,25 9 12-16,5 5 1 0,-1 4-1 0,4 10 1 16,2 6-1-16,13 10 1 0,1 9-1 0,9 6 1 15,16 3-22-15,14 3 0 0,17-6 0 0,20-2 0 0,24-9 0 16,21-3 0-16,16-5 0 0,16-8 0 0,16-2 0 16,11-6 0-16,12-8 0 0,8-6 1 0,6-13-1 15,12-6 0-15,11-6 0 0,1-6 1 0,3-5 4 0,-5-5 0 16,-9-3 0-16,-7 1 1 0,-8-7-1 15,-12-4 0-15,-8-5 0 0,-7-10 0 0,-11 3 1 0,-15-10 1 16,-14-4 0-16,-19-7 0 0,-20-6-1 0,-16-10 1 16,-14-4-1-16,-18 6 1 0,-17 6 11 0,-19 3 0 15,-17 9 0-15,-15 9 1 0,-6 8-1 0,-12 6 0 16,0 6 0-16,-4 9 0 0,-4 9 4 0,2 3 0 16,6 8 0-16,-1 4 1 0,5 4-1 0,9 7 0 0,13 1 0 15,15 0 1-15,13 7-2 0,20 5 1 0,13 1-1 16,17-2 1-16,61 3-24 0,-45-28-1482 0</inkml:trace>
  <inkml:trace contextRef="#ctx0" brushRef="#br0" timeOffset="-17619.81">31025 13126 320 0,'0'0'0'0,"-2"-8"0"0,-2 0 0 0,2-1 126 0,-4-3 0 15,-2-2 0-15,-2-1 0 0,-4-1 0 0,-3-4 0 16,-3 1 0-16,-6 1 0 0,-5-9-55 0,-10 2 0 16,-8 3 0-16,-12-3 0 0,-16 5-1 0,-10-3 1 15,-15 9 0-15,-47-3 0 0,31 7-43 0,-8 6 1 16,-2 6-1-16,-7 2 1 0,-1 8-1 0,-8 7 0 15,-5 3 0-15,-4 11 1 0,-1 8 3 0,-3 9 1 0,2 11-1 16,7 11 1-16,11 10-1 0,11 6 0 0,14 11 0 16,17 5 1-16,27 7-41 0,20 0 0 0,21 1 0 15,21 3 1-15,14-10-1 0,21-9 1 0,17-14-1 16,20-12 1-16,19-15 19 0,17-9 1 0,14-9-1 16,16-11 1-16,13-7-1 0,15-9 1 0,7-6-1 0,16-10 1 15,7-6-7-15,5-9 1 0,3 1-1 16,-5-7 1-16,-10-4-1 0,-6-4 1 0,-6-8-1 15,-10-6 1-15,-21-11 2 0,-9 1 0 0,-15-11 0 0,-17-6 1 16,-13-10-1-16,-19-4 0 0,-18-4 0 0,-23 1 1 16,-18 7-3-16,-20 6 1 0,-22 2 0 0,-19 4 0 15,-19 7-1-15,-17 3 1 0,-17 5-1 0,-16 7 1 16,-12 5-3-16,-9 4 0 0,-1 6 0 0,-3 13 1 0,7 5-1 16,5 13 0-16,11 6 0 0,6 12 1 0,43 25-6 15,75-37-1987-15</inkml:trace>
  <inkml:trace contextRef="#ctx0" brushRef="#br0" timeOffset="-16103.22">30146 15926 76 0,'0'0'0'0,"-10"-6"0"0,0-3 0 0,-4 1 15 0,-3-6 1 16,-1-1-1-16,-4-1 1 0,-9-4-1 0,-6-1 0 16,-5-6 0-16,-9 1 1 0,-8-1 71 0,-6-2 1 15,-11 1 0-15,-9-1 0 0,-43-6-1 0,24 15 1 16,-4 5-1-16,-2 5 1 0,-4 10-4 0,-2 0 1 15,-2 10-1-15,0 7 1 0,4 9-1 0,-8 9 1 16,-2 14-1-16,-2 11 1 0,-1 14-30 0,-1 8 0 0,0 12 0 16,0 13 0-16,8 10 0 0,10 8 0 0,14-4 0 15,19-2 0-15,20-11-62 0,22-17 0 0,25-7 0 16,24-8 0-16,17-13 0 0,18-7 0 0,10-9 0 16,12-10 0-16,8-9 37 0,11-11 1 0,10-11-1 15,16-10 1-15,12-10-1 0,16-9 0 0,9-2 0 16,6-7 1-16,12-1-13 0,-4-4 1 0,-5-2 0 15,-9-8 0-15,-13-5-1 0,-9-7 1 0,-11-9 0 16,-10-4 0-16,-9-10-2 0,-9 0 0 0,-9-4 0 0,-15 2 0 16,-15 6-1-16,-21 4 1 0,-20 9 0 0,-22 3 0 15,-24 7 10-15,-23 10 0 0,-23 4 0 0,-17 4 1 16,-13 6-1-16,-19 4 0 0,-9 5 0 0,-4 7 0 16,-3 5-4-16,7 6 1 0,-7 6-1 0,11 8 1 15,10 5-1-15,2 5 0 0</inkml:trace>
</inkml:ink>
</file>

<file path=ppt/ink/ink2.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0-25T16:39:59.676"/>
    </inkml:context>
    <inkml:brush xml:id="br0">
      <inkml:brushProperty name="width" value="0.05292" units="cm"/>
      <inkml:brushProperty name="height" value="0.05292" units="cm"/>
    </inkml:brush>
  </inkml:definitions>
  <inkml:trace contextRef="#ctx0" brushRef="#br0">3547 6044 288 0,'0'0'0'15,"0"0"0"-15,0 0 0 0,0 0 127 0,0 0 0 0,5-8 0 16,-5 4 1-16,4-5-1 0,-4 5 0 0,4-2 0 16,-4 2 0-16,4 0-37 0,-4 0 1 0,0 4 0 15,4 0 0-15,-4 0-1 0,4 8 1 0,0-4 0 16,-2 10 0-16,0-1-21 0,0 5 1 0,2 5-1 16,0 8 1-16,0-1-1 0,-4 9 1 0,4 2-1 15,-4 2 1-15,4 0-38 0,-4-2 0 0</inkml:trace>
  <inkml:trace contextRef="#ctx0" brushRef="#br0" timeOffset="366.27">3784 6103 112 0,'0'0'0'0,"0"0"0"0,0 0 0 0,0 0 247 16,-5 9 1-16,5-5-1 0,0 4 1 0,0-4-1 16,0 2 1-16,0 6-1 0,5-3 1 0,-1 5-183 0,0 0 0 15,0 7 0-15,0-3 0 0,0 3-1 16,0 5 1-16,-2-3 0 0,6 0 0 0,-4 1-16 0,0-1 1 16,0-5 0-16,0 1 0 0,0-7-1 0,5 0 1 15,-7-1-1-15,0-7 1 0,0 0-21 0,2-4 1 16,-4-4-1-16,4 0 1 0,-4-5-1 0,0-1 1 15,0-2-1-15,0-5 1 0,0-1-34 0,4-5 0 16,-4 1 0-16,4-1 1 0,4-3-1 0,-4 1 1 16,6 2-1-16,3 1 1 0,-1 1 10 0,6 3 1 0,-2 4 0 15,3 1 0-15,-3 9-1 0,6 4 1 0,-5 4-1 16,1 4 1-16,2 7 0 0,-3 5 0 0,1 7 0 16,2 4 1-16,-5-1-1 0,1 5 0 0,-6 0 0 15,-2 2 1-15,0-2-1 0,-4 0 0 0</inkml:trace>
  <inkml:trace contextRef="#ctx0" brushRef="#br0" timeOffset="2583.75">5237 5978 448 0,'0'0'0'0,"0"0"0"0,0 0 0 0,0 0 174 15,-6-8 1-15,6 4 0 0,0-4 0 0,-4 4-1 16,4-3 1-16,0 3-1 0,0-4 1 0,0 4-85 0,0 2 1 15,0 2 0-15,0 6 0 0,4 2-1 0,-4 3 1 16,4 5-1-16,2 11 1 0,-2 8-27 0,4 14 0 16,0 8 0-16,0 9 0 0,-2 10-1 0,3 4 1 15,3-2 0-15,-4 10 0 0,2-16-45 0,-2-15 1 16</inkml:trace>
  <inkml:trace contextRef="#ctx0" brushRef="#br0" timeOffset="3017.55">5145 6308 676 0,'0'0'0'0,"0"0"0"15,4 7 0-15,-4-3 197 0,4 4 1 0,-2-4 0 16,6 2 0-16,-3-2-1 0,3 0 1 0,4 0-1 16,-2 1 1-16,2-5-129 0,0-5 0 0,7 1 0 0,-3-2 1 15,-2 0-1-15,3-4 0 0,-1-2 0 0,2 1 1 16,-2-5-22-16,-1-3 0 0,-3-1 0 0,0 1 1 15,0 1-1-15,-1-5 0 0,-3 7 0 0,0-2 0 0,-4 5-29 16,0 1 1-16,0 6 0 0,2 2 0 0,-2 4-1 16,0 4 1-16,0 0 0 0,0 6 0 0,5 2-19 15,-5 7 0-15,6 3 0 0,-2 5 0 0,0 2-1 16,4 4 1-16,-2 2 0 0,3 3 0 0,-1 4 0 16,2 1 1-16,-2-4-1 0,-4 0 1 0,1 2-1 15,-5-11 0-15,2 1 0 0,-2-4 1 0,0-11-1 0,-4-6 1 16,0-1 0-16,0-9 0 0,-4-5-1 0,4-3 1 15,-4-2-1-15,4-2 1 0,0-11-2 0,0-1 1 16,4-3-1-16,-4-4 1 0,4-2-1 0,4 3 1 16,-4-1-1-16,4 4 1 0,-6 5 2 0,6 5 0 15,1 3 0-15,-1 6 1 0,4 3-1 0,-2 5 0 16,-2 0 0-16,5 9 1 0,-3-3 4 0,2 6 0 0,0 5 0 16,0 1 1-16,3 5-1 0,-7 3 0 15,4 5 0-15,2 0 0 0,-2 4-2 0,-3-5 1 0,1 3-1 16,-2-2 1-16,4 8-7 0,-12-39-2630 0</inkml:trace>
  <inkml:trace contextRef="#ctx0" brushRef="#br0" timeOffset="3233.45">6096 6507 680 0,'0'0'0'0,"0"0"0"16,0 0 0-16,12-4 229 0,-4 4 1 0,-4-4-1 0,6 0 1 15,-2 0-1-15,0-2 0 0,-3 0 0 0,1 0 1 16,0-7-163-16,0 3 1 0,-6-2-1 0,0-1 1 15,-6 3-1-15,0-2 1 0,0 0-1 0,-3 1 1 16,-3-1-25-16,-2 6 1 0,-2 2-1 0,-5 0 1 16,3 4-1-16,0 4 1 0,1 4-1 0,5 6 1 0,0-1-25 15,2 5 0-15,2 0 0 0,4 5 1 0,4 2-1 16,4-3 0-16,0 5 0 0,8-5 1 0,6-1-17 16,5-7 1-16,9-1-1 0,3-7 1 0,12-6-1 15,6-6 1-15</inkml:trace>
  <inkml:trace contextRef="#ctx0" brushRef="#br0" timeOffset="3667.66">7089 6138 720 0,'0'0'0'0,"0"0"0"0,0 0 0 16,0 0 205-16,0 0 1 0,0 0-1 0,0 0 1 0,0 0-1 16,0 0 0-16,0 0 0 0,8-8 1 15,-4 2-130-15,4-2 1 0,0-7-1 0,0 3 1 16,7 0-1-16,-3-3 1 0,0 3-1 0,6-2 1 0,-3 1-16 16,1 1 0-16,0 6 0 0,-4-2 1 0,3 8-1 15,-3 4 0-15,0 0 0 0,-2 8 1 0,3 7-24 16,-5 3 0-16,-2 5 0 0,2 12 1 0,0 0-1 15,-4 10 0-15,0-4 0 0,4 6 0 0,-4-1-44 0,2-5 0 16,3 2 0-16,-5-2 0 0,4-6 0 0,-4-2 0 16</inkml:trace>
  <inkml:trace contextRef="#ctx0" brushRef="#br0" timeOffset="3817.67">7256 6663 712 0,'0'0'0'0,"0"0"0"16,0 0 0-16,0 0 240 0,0 0 0 0,0 0 0 15,0 0 1-15,0 0-1 0,12 8 0 0,-4-8 0 16,6 0 0-16,3-4-170 0,1 4 1 0,2-4 0 16,3 4 0-16,3 0-1 0,7 0 1 0</inkml:trace>
  <inkml:trace contextRef="#ctx0" brushRef="#br0" timeOffset="3985.11">7716 6354 692 0,'0'0'0'0,"0"0"0"0,0 0 0 15,-8 0 226-15,1 0 1 0,5 0-1 0,0 0 1 16,2 0-1-16,2 0 1 0,2 0-1 0,5 0 1 0,3-5-166 16,0 5 0-16,6-4 0 0,5 0 1 0,32-6-62 15,-55 10-2062-15</inkml:trace>
  <inkml:trace contextRef="#ctx0" brushRef="#br0" timeOffset="4284.12">8222 6183 244 0,'0'0'0'16,"0"0"0"-16,0 0 0 0,-12 0 250 0,4 0 0 0,-2 0 0 15,2 0 1-15,-4 0-1 0,-3 0 0 0,3 0 0 16,0 2 0-16,-2 0-189 0,1 5 1 0,1-1 0 16,2 2 0-16,2 2-1 0,4-2 1 0,0 5-1 15,8-1 1-15,0 2-16 0,2-3 1 0,6 1-1 16,4 0 1-16,7-1-1 0,-3 1 0 0,11 0 0 16,-1 2 1-16,-1-3-14 0,-3 1 0 0,1 0 0 15,-3 3 1-15,-1-3-1 0,-9 6 0 0,-2-5 0 0,-4 5 1 16,-8-5-43-16,-4 1 1 0,0-2-1 0,-10-4 1 15,-3 3-1-15,-1-7 1 0,-2 0 0 0,-7 0 0 16,-3-4 19-16,1-4 1 0</inkml:trace>
  <inkml:trace contextRef="#ctx0" brushRef="#br0" timeOffset="4583.68">8477 5913 708 0,'0'0'0'16,"0"0"0"-16,0 0 0 0,0 0 223 0,0 0 0 15,0 0 0-15,8 8 0 0,-4-2 0 0,0 6 0 0,4 1 0 16,-4 5 0-16,2 5-149 0,3 11 0 0,3 5 0 16,-4 15 1-16,-2-1-1 0,2 9 0 0,0-1 0 15,-4-3 0-15,0-5-31 0,1 4 0 0,-5-9 0 16,4-3 1-16,-4-4-44 0,0-41-2444 0</inkml:trace>
  <inkml:trace contextRef="#ctx0" brushRef="#br0" timeOffset="4768.5">8469 6323 636 0,'0'0'0'0,"0"0"0"0,0 0 0 16,0 0 217-16,0 0 1 0,8 6-1 0,0-2 1 15,0 0-1-15,2-2 0 0,7 4 0 0,-5-2 1 16,10 1-150-16,-1-5 0 0,5 4 0 0,-2-4 0 16,7 2 0-16,-5-2 0 0,5 0 0 0,-3-2 0 0,3-2-22 15,-9-1 0-15,-1 1 0 0,1-2 1 0,-8 0-1 16,3 0 0-16,-5 2 0 0,-4-4 1 0,-2-1-28 15,2 3 1-15</inkml:trace>
  <inkml:trace contextRef="#ctx0" brushRef="#br0" timeOffset="4950.14">8884 6216 160 0,'0'0'0'0,"0"0"0"0,0 0 0 0,0 0 403 0,0 0 1 15,-12-8-1-15,8 4 1 0,-5 0-1 0,3 0 1 16,2 0-1-16,-4-1 1 0,-4 3-400 0,0 2 0 16,2 0 0-16,-3 2 0 0,1 3 0 0,2 3 0 15,-2 0 0-15,4 4 0 0,-5-1-3 0,7 5 1 16,-2 2-1-16,4 5 1 0,0-5-1 0,0 5 1 15,4 2-1-15,0 1 1 0,4-3 1 0,4 3 1 0,2-3-1 16,7 2 1-16,-1-3-1 0,6-3 1 0,-1-1-1 16,5-1 1-16,1-7-6 0,-1 2 0 0,2-8 0 15,-1 4 1-15,1-3-1 0,-1-5 1 0</inkml:trace>
  <inkml:trace contextRef="#ctx0" brushRef="#br0" timeOffset="5167.66">9108 6226 1170 0,'0'0'0'0,"0"0"0"0,0 0 0 16,0 0 292-16,4 9 0 0,0-5 0 0,-4 2 1 15,4 6-204-15,2 0 0 0,2 7 0 0,0-1 1 0,1 5-1 16,-1 8 0-16,6 6 0 0,-6 8 0 0,4 0-29 15,-8 8 1-15,4-1 0 0,-1 1 0 0,1-4-1 16,-4-2 1-16,4-6 0 0,-2-2 0 0,-6-39-61 0,0 0-2654 16</inkml:trace>
  <inkml:trace contextRef="#ctx0" brushRef="#br0" timeOffset="5384.23">9236 6403 728 0,'0'0'0'16,"0"0"0"-16,0 0 0 0,8 12 238 0,-2-6 0 15,2 2 0-15,5 5 1 0,-3-5-1 0,6 2 0 0,0 3 0 16,3-7 0-16,-3 2-156 0,6-4 0 0,-3 0 0 16,1-4 1-16,0-4-1 0,-1-2 0 0,-3-4 0 15,2-1 1-15,-6-7-26 0,-3 1 0 0,-5-5 0 16,-2 1 0-16,-2-3 0 0,-4-1 0 0,-2-1 0 16,-7 3 0-16,-5-4-29 0,2 9 0 0,-5 1 0 15,-1 5 1-15,-4 6-1 0,-1 2 0 0,3 4 0 16,-3 4 1-16,-16 6-29 0,43-10-2980 0</inkml:trace>
  <inkml:trace contextRef="#ctx0" brushRef="#br0" timeOffset="6600.64">13410 6124 448 0,'0'0'0'0,"0"0"0"16,0 0 0-16,-6-8 263 0,4 4 0 0,0-3 0 15,0 1 0-15,0 0-1 0,0-2 1 0,0 0 0 16,2 2 0-16,0 1-189 0,0-3 0 0,0 4 0 15,0 0 1-15,0 4-1 0,4 8 0 0,-2 0 0 0,0 7 0 16,0 3-26-16,2 13 1 0,0 8-1 0,0 12 1 16,0 13-1-16,1 10 0 0,-1 2 0 15,-4 4 1-15,0 12-19 0,4-10 0 0,-2-10 0 0,0-11 0 16,2-16-1-16,0-6 1 0,2-8 0 0,-2-12 0 16,4-11-34-16,-4-8 0 0</inkml:trace>
  <inkml:trace contextRef="#ctx0" brushRef="#br0" timeOffset="6902.77">13465 6339 304 0,'0'0'0'0,"0"0"0"0,0 0 0 0,-8 6 279 0,4-2 1 16,0 1-1-16,-2-1 1 0,2 0-1 0,0 2 0 15,2 2 0-15,2-4 1 0,2 4-208 0,2 3 1 16,2-3-1-16,6 2 1 0,0-2-1 0,3 5 1 15,5-5-1-15,2-4 1 0,1 2-31 0,5-2 0 16,3 0 0-16,3-4 0 0,1-4-1 0,0-6 1 16,-1-2 0-16,-1-1 0 0,-3-1-21 0,-3-6 0 0,-3-3 0 15,-6 0 0-15,-5-3-1 0,-7-1 1 16,-6-4 0-16,-6 5 0 0,-11-5-20 0,-5 4 0 0,-5-4 0 16,3 9 0-16,-11-5-1 0,1 5 1 0,-5 5 0 15,5 5 0-15,-5 8 3 0,0 4 0 0,1 4 0 16,3 8 1-16,-2-2-1 0,5 11 0 0,7-3 0 15,-1 5 0-15,26-23-4 0,0 0-2746 0</inkml:trace>
  <inkml:trace contextRef="#ctx0" brushRef="#br0" timeOffset="8783.75">13813 6760 276 0,'0'0'0'0,"0"0"0"0,0 0 0 0,0 0 256 16,-8 4 1-16,4-4-1 0,0 0 1 0,0 2-1 15,-2 0 0-15,0 2 0 0,0 0 1 0,2 2-189 0,-5-2 0 16,5 5 0-16,-2-3 1 0,0 2-1 0,2 0 0 15,0 2 0-15,2 3 1 0,-2-5-23 0,4 0 0 16,0 2 0-16,0 3 0 0,4-5-1 0,-2 2 1 16,4-2 0-16,2-4 0 0,6 3-21 0,-3-3 0 15,1-2 0-15,0-2 1 0,0 0-1 0,-2 0 0 16,3-2 0-16,-1-2 0 0,-6-3-27 0,0 3 1 16,0-4-1-16,-4-2 1 0,-2 2-1 0,-2-5 1 15,-4 1 0-15,0 2 0 0,0-3 4 0,-6 3 0 0,1 2 0 16,1-2 0-16,-4 4-1 0,0-1 1 0,-2 7 0 15,-1 0 0-15,1 0 7 0,2 0 1 0,-5 5 0 16,7-3 0-16,12-2-11 0,0 0-2622 0</inkml:trace>
  <inkml:trace contextRef="#ctx0" brushRef="#br0" timeOffset="9099.07">14277 6393 712 0,'0'0'0'16,"0"0"0"-16,0 0 0 0,0 0 209 0,0 0 0 16,0 0 0-16,0 0 1 0,8 2-1 0,-1-2 0 15,5 0 0-15,0 0 1 0,0-2-135 0,7 0 1 16,-1-3 0-16,6 3 0 0,-1-2-1 0,1 0 1 16</inkml:trace>
  <inkml:trace contextRef="#ctx0" brushRef="#br0" timeOffset="9284.2">14355 6565 700 0,'0'0'0'0,"0"0"0"16,0 0 0-16,0 0 200 0,-8 10 1 0,8-10-1 15,-5 0 1-15,5 4-1 0,0-4 1 0,5 4-1 0,-1-4 1 16,4 0-135-16,2 0 0 0,2 0 0 0,4 0 1 15,3 0-1-15,-1 0 0 0</inkml:trace>
  <inkml:trace contextRef="#ctx0" brushRef="#br0" timeOffset="10199.48">15014 6411 704 0,'0'0'0'0,"0"0"0"16,0 0 0-16,0 0 201 0,0 0 1 0,8 6-1 16,0-4 1-16,1 0-1 0,-1 2 1 0,4 0-1 15,6 1 1-15,0-1-130 0,7 0 0 0,-3-4 0 16,5 0 1-16,5 0-1 0,3 0 0 0,4 0 0 16,-5-4 1-16,5 0-18 0,-5-1 1 0,1-3-1 15,0 2 1-15,-5-6-1 0,1 2 0 0,-3-3 0 0,-9 1 1 16,1-2-26-16,-10-1 1 0,-2 3-1 0,-4-4 1 15,-4 5-1-15,-4-1 1 0,-4 0-1 0,-2 1 1 16,-10 3-34-16,1 2 1 0,-5 0 0 0,-3 4 0 16,-3-2 0-16,-5 4 0 0,3 0 0 0,-5 4 0 15,0 0 8-15,1 2 1 0,1 2-1 0,1 3 1 16,-1 1-1-16,6 4 0 0,-1-1 0 0,3-1 1 0,7 6 2 16,0-3 1-16,6 3-1 0,-1 1 1 0,9-3-1 15,2 5 1-15,4 2-1 0,2 1 1 0,4 5-2 16,6 0 0-16,5 2 0 0,5 1 1 0,3 1-1 15,7-8 0-15,3 0 0 0,7-3 1 0,9-5 0 0,0-7 0 16,4-2 0-16,6-6 0 0,0-8-1 0,4-2 1 16,3-6 0-16,9-7 0 0,-8-1-2 0,-6-3 0 15,-2-3 0-15,-12 3 1 0,0-2-1 0,-4 3 0 16</inkml:trace>
  <inkml:trace contextRef="#ctx0" brushRef="#br0" timeOffset="12070.15">15448 5900 120 0,'0'0'0'0,"0"0"0"0,0 0 0 15,0 0 308-15,0 0 0 0,0 0 0 0,0 0 1 16,0 0-1-16,-9 4 0 0,7 1 0 0,0-5 1 0,0 0-233 15,2 4 1-15,0-4 0 0,0 0 0 0,0 0-1 16,0 0 1-16,2 0-1 0,0 0 1 0,2 4-57 16,1-4 0-16,1 4 0 0,-2-4 0 0,4 2-1 15,-4 0 1-15,2 0 0 0,0 0 0 0,0 0-18 0,2 2 0 16,1-4 0-16,-1 4 0 0,0-4 0 0,2 4 0 16,-2-4 0-16,0 0 0 0,0 0 7 0,1 0 0 15,1 0 0-15,-6 0 1 0,4 0-1 0,-2 0 0 16,-2 0 0-16,0 0 1 0,-2 0-27 0,0-4 0 15,-2 4 0-15,0 0 0 0,-2 0 0 0,0 0 0 16,-2 0 0-16,0 0 0 0,-2-4 8 0,2 4 1 16,-4 0 0-16,4 0 0 0,-4-4-1 0,-1 2 1 0,3 2 0 15,-2-2 0-15,0 2 1 0,2-2 0 0,-2 0 0 16,0 2 1-16,4-2-1 0,-5 2 0 0,-1 0 0 16,2-4 1-16,2 4 0 0,0 0 0 0,2-4 0 15,-4 4 0-15,2 0 0 0,1 0 0 0,3 0 0 16,0 0 1-16,0 0 3 0,0 0 0 0,2 0 0 15,0 0 1-15,2 0-1 0,0 0 1 0,2 4-1 16,3-4 1-16,1 0 0 0,0 0 0 0,0 0 0 0,2 0 0 16,2 0 0-16,1 0 0 0,1 0 0 0,2-4 1 15,-6 0 4-15,3 4 0 0,-1-5 0 0,0 5 1 16,-2-4-1-16,-2 2 0 0,0 2 0 0,-4 0 1 16,1 0 0-16,-1 0 1 0,-4 0-1 0,2 0 1 15,-2 0-1-15,0 0 0 0,0 0 0 0,0 0 1 0,-2 0-2 16,2 0 1-16,-4 2-1 0,-5 2 1 0,5-4-1 15,-6 0 1-15,0 0-1 0,0 0 1 0,-4 0 2 16,-1 0 1-16,1 0-1 0,0 0 1 16,-2 0-1-16,3 0 1 0,-3 0-1 0,6 5 1 0,10-5-8 15,0 0-2474-15</inkml:trace>
  <inkml:trace contextRef="#ctx0" brushRef="#br0" timeOffset="13183.44">15800 5824 112 0,'0'0'0'16,"0"0"0"-16,0 0 0 0,0 0 237 0,0 0 0 16,0 0 0-16,0 0 1 0,0 0-1 0,0 0 0 15,0 0 0-15,0 0 1 0,0 0-180 0,0 0 0 0,0 0 0 16,0 0 1-16,0 0-1 0,0 0 0 0,0 0 0 16,0 0 1-16,0 0-21 0,0 9 1 0,4-5-1 15,0 2 1-15,0 2-1 0,0 4 0 0,2-3 0 16,0 5 1-16,0 0-22 0,2 3 1 0,1 1-1 15,-5-1 1-15,4-3-1 0,-2 4 0 0,2-1 0 16,-4-3 1-16,4 3-18 0,-4-7 0 0,-2-2 0 16,0 0 1-16,-2-4-1 0,0 0 0 0,-2-4 0 15,0 0 1-15,-2 0 0 0,-4-8 1 0,4 0-1 0,-6-2 1 16,2-3-1-16,0-3 0 0,4-2 0 0,-5-1 1 16,3 3 7-16,0-3 0 0,2 1 0 0,2 1 0 15,2-1 0-15,0 2 0 0,4 5 0 0,2-1 0 16,2-2 6-16,5 1 1 0,-3 3-1 0,2 2 1 15,4 0-1-15,-2-1 0 0,3 5 0 0,1-2 1 16,-2 2 0-16,3 4 0 0,1-4 0 0,-4 4 0 0,3 0 0 16,-3 0 0-16,0 4 0 0,-2 0 0 0,-14-4-16 15,0 0-2444-15</inkml:trace>
  <inkml:trace contextRef="#ctx0" brushRef="#br0" timeOffset="14417.34">15808 5701 228 0,'0'0'0'0,"0"0"0"0,0 0 0 0,0 0 224 15,0 0 0-15,0 0 0 0,0 0 1 0,0 0-1 16,0 0 0-16,0 0 0 0,0 0 1 0,0 0-164 16,8-6 1-16,-8 8-1 0,2 2 1 0,0 0-1 15,2 5 1-15,0-3-1 0,-2 2 1 0,0 4-26 0,0-1 0 16,2 1 0-16,-4 0 1 0,4 3-1 0,-4 1 0 15,0 2 0-15,0-1 1 0,0 1-21 0,0-5 0 16,5 5 0-16,-5-4 0 0,0-14-16 0,0 0-2151 0</inkml:trace>
  <inkml:trace contextRef="#ctx0" brushRef="#br0" timeOffset="15083.99">16268 5722 188 0,'0'0'0'0,"0"0"0"15,0 0 0-15,0 0 185 0,0 0 0 0,0 0 0 0,0 0 1 16,0 0-1-16,0 0 0 0,0 0 0 0,0 0 0 15,0 0-117-15,0 0 0 0,8 10 0 0,-8-6 1 16,4 4-1-16,-2 7 0 0,2-3 0 0,0-2 1 16,0 11-27-16,0-3 0 0,0-1 0 0,0 1 1 15,1-1-1-15,-5 3 0 0,4 1 0 0,-2-5 0 0,0 2-28 16,0-3 0-16</inkml:trace>
  <inkml:trace contextRef="#ctx0" brushRef="#br0" timeOffset="15601.14">16140 5701 536 0,'0'0'0'0,"0"0"0"0,0 0 0 0,0 0 160 15,0 0 1-15,0 0 0 0,0 0 0 0,0 0-1 16,0 0 1-16,0 0-1 0,0 0 1 0,0 0-92 15,8-4 1-15,0 4-1 0,2 0 1 0,4 0-1 16,5 0 1-16,-3 4-1 0,6-4 1 0,5 0-20 0,-3 0 0 16,5 0 0-16,-1 0 1 0,3-4-1 0,-3 0 0 15,1 4 0-15,-1-2 1 0,-7 0-16 0,1 0 0 16,-4-2 0-16,-2 0 1 0,-3 4-1 0,-5-4 0 16,-2 4 0-16,-2 0 0 0,-4 0-35 0,0 0-2295 0</inkml:trace>
  <inkml:trace contextRef="#ctx0" brushRef="#br0" timeOffset="16352.94">16306 5736 20 0,'0'0'0'0,"0"0"0"0,0 0 0 16,0 0 260-16,0 0 1 0,0 0-1 0,0 0 1 16,0 0-1-16,0 0 1 0,-8-4-1 0,6 4 1 15,0 0-208-15,0 0 1 0,0 0-1 0,0 0 1 0,0 0-1 16,0 0 0-16,0 4 0 0,0-4 1 0,0 4-19 15,2 0 1-15,0 1 0 0,0 1 0 0,0 2-1 0,0 0 1 16,0 0-1-16,0 3 1 0,0 5-18 0,0-2 0 16,0 5 0-16,0 1 1 0,-2-1-1 15,2 3 0-15,0 3 0 0,-4 2 0 0,4-5-19 0,-4 1 0 16,4 3 0-16,0-7 1 0,0-3-1 0,0-6 1 16</inkml:trace>
  <inkml:trace contextRef="#ctx0" brushRef="#br0" timeOffset="16800.72">16079 5718 460 0,'0'0'0'0,"0"0"0"0,0 0 0 0,0 0 183 0,0 0 1 16,0 0-1-16,0 0 1 0,0 0-1 0,0 0 0 15,0 0 0-15,0 0 1 0,8-4-122 0,-2 0 0 16,2 4 0-16,4 0 0 0,-2 0 0 0,3 4 0 15,3-4 0-15,0 4 0 0,2-2-18 0,-1 0 0 16,1 0 0-16,2-2 0 0,-20 0-44 0,0 0-1950 0</inkml:trace>
  <inkml:trace contextRef="#ctx0" brushRef="#br0" timeOffset="18314.25">16895 5978 416 0,'0'0'0'0,"0"0"0"15,0 0 0-15,0 0 180 0,0 0 0 0,0 0 0 16,-8-8 1-16,8 4-1 0,-5-4 0 0,1 4 0 15,-2-3 0-15,2 3-98 0,0-4 0 0,2 4 0 16,-2 0 1-16,2 0-1 0,2 2 0 0,0-2 0 16,0 4 0-16,0 4-23 0,0-2 0 0,0 4 0 0,4 4 1 15,0 3-1-15,2 1 0 0,2 2 0 0,-4 7 1 16,5 4-19-16,-5 3 1 0,0 1-1 0,0 6 1 16,-2-2-1-16,-2 4 1 0,-2 0-1 0,-2-4 1 15,0 2-50-15,0-7 0 0,-5 1 0 0,-1-4 1 16,2-1-1-16,0-5 0 0,0-3 0 0,0-3 1 15,-2-3 23-15,1-8 1 0,5 0-1 0,-4-4 1 0,4 0-1 16,0-4 0-16,4-4 0 0,0 2 1 0,4-4-9 16,0-1 0-16,4-3 0 0,3 2 1 0,1 3-1 15,0-3 0-15,2 6 0 0,2-2 1 0,3 4 0 16,1 4 1-16,-2 0 0 0,3 0 0 0,-1 8-1 16,-2 0 1-16,3 0 0 0,-3 7 0 0,-2-1-2 0,-3 7 0 15,1 1 0-15,-8 1 0 0,0 7 0 0,-2 1 0 16,-4 4 0-16,0 0 0 0,-4-2-2 0,0 2 1 15,0-1 0-15,-4-3 0 0,4 0-1 0,-4-4 1 16,4-5 0-16,1-1 0 0,3-11-4 0,3 2 1 16,3-8 0-16,4 1 0 0,0-3-1 0,4-2 1 15</inkml:trace>
  <inkml:trace contextRef="#ctx0" brushRef="#br0" timeOffset="21129.58">17579 6311 464 0,'0'0'0'16,"0"0"0"-16,0 0 0 0,0 0 228 0,-9-9 1 15,5 7-1-15,2-2 1 0,-2-4-1 0,2 4 1 16,0-4-1-16,0 1 1 0,2 3-156 0,0-4 0 0,0 2 0 15,2 0 1-15,0 4-1 0,0-2 0 0,0 0 0 16,0 4 1-16,4 8-26 0,-2-2 0 0,5 6 0 16,-5 5 0-16,0 5-1 0,2 1 1 0,0 8 0 15,4 3 0-15,-2 7-22 0,-2 9 0 0,0 1 0 16,1 2 0-16,1 1 0 0,-4-3 0 0,4-2 0 16,-8-4 0-16,4-6-27 0,-2-8 0 0,0-4 0 15,2-5 0-15,-2-9 0 0,0-5 0 0,0-2 0 0,-2-6 1 16,0 0 0-16,0 0-2597 0</inkml:trace>
  <inkml:trace contextRef="#ctx0" brushRef="#br0" timeOffset="22496.32">17721 6304 88 0,'0'0'0'0,"0"0"0"16,0 0 0-16,0 0 281 0,0 0 1 0,0 0-1 15,0 0 1-15,0 0-1 0,0 0 0 0,0 0 0 16,-8 2 1-16,6-2-217 0,0 0 1 0,0 0 0 0,0 0 0 15,2 0-1-15,-2 0 1 0,2 0-1 0,-4 0 1 16,4 0-36-16,-4 0 1 0,4 0 0 0,-5 0 0 16,1 0-1-16,4 0 1 0,-6 0 0 0,4 2 0 15,-2 1-20-15,0 1 1 0,0 0-1 0,2 0 1 16,2 4-1-16,-4 0 0 0,4 2 0 0,0 3 1 16,4 1-8-16,-4-4 1 0,6 3-1 0,0 3 1 15,4-6-1-15,3 3 0 0,-3-3 0 0,6-2 1 0,2 0-12 16,3-4 1-16,-3 1 0 0,2-5 0 0,5 0-1 15,-3-5 1-15,1-3 0 0,-1 2 0 0,-2-2 5 16,-3-4 0-16,-1-5 0 0,-2 3 1 0,-4-3-1 16,-4-1 0-16,-2-1 0 0,-4 1 1 0,-4 2-1 0,-4 1 1 15,-4-1 0-15,0-3 0 0,-2 3-1 0,-5 2 1 16,1 1 0-16,0 7 0 0,-1 2 6 0,3 0 1 16,-6 4 0-16,1 0 0 0,5 4-1 0,-2 0 1 15,-1 2 0-15,3 3 0 0,16-9-7 0,0 0-2424 0</inkml:trace>
  <inkml:trace contextRef="#ctx0" brushRef="#br0" timeOffset="22928.56">17896 5962 328 0,'0'0'0'0,"0"0"0"0,0 0 0 0,0 0 207 0,0 0 0 15,0 0 0-15,0 0 1 0,0 0-1 0,8 4 0 16,-4 0 0-16,0 0 1 0,2 0-152 0,-2 0 0 15,5 3 0-15,-3 5 1 0,4-4-1 0,0 6 0 16,2-1 0-16,-4-3 1 0,3 2-23 0,1 1 1 16,-4 1 0-16,2-2 0 0,-10-12-35 0,0 0-1932 0</inkml:trace>
  <inkml:trace contextRef="#ctx0" brushRef="#br0" timeOffset="23212.74">17927 6027 152 0,'0'0'0'0,"0"0"0"0,0 0 0 16,0 0 220-16,0 0 1 0,10-4-1 0,-4-2 1 16,2 2-1-16,2 0 1 0,0 0-1 0,3-4 1 15,-1 4-179-15,2 0 1 0,-2-1-1 0,4 1 1 16,-5 2-1-16,-1 2 1 0,0-4-1 0,2 4 1 15,-6 0-7-15,0 0 1 0,1 0 0 0,-5 0 0 16,0 4-1-16,-2-2 1 0,-2 2 0 0,-2 1 0 0,-3 3-18 16,1 0 1-16,-6-2 0 0,0 6 0 0,2 1-1 15,-3-3 1-15,-5 2-1 0,2-2 1 0,-2 3-20 0,1-1 1 16,5 0 0-16,-4-1 0 0,16-11-1 0,0 0-2033 16</inkml:trace>
  <inkml:trace contextRef="#ctx0" brushRef="#br0" timeOffset="23494.04">18091 5872 512 0,'0'0'0'0,"0"0"0"16,0 0 0-16,0 0 171 0,-10 6 0 0,6-2 0 0,-4 4 0 15,0-2 0-15,0 2 0 0,-2 5 0 0,-3-1 0 16,1 2-109-16,-2 1 0 0,0 1 0 0,-1 3 1 16,1-3-1-16,0 2 0 0,0-1 0 0,3-3 1 15,11-14-63-15,0 0-1784 0</inkml:trace>
  <inkml:trace contextRef="#ctx0" brushRef="#br0" timeOffset="23661.04">17918 6011 532 0,'0'0'0'0,"0"0"0"0,0 0 0 0,4 12 176 0,1-3 0 15,1-1 0-15,2 2 0 0,4 2-1 16,0 1 1-16,2 1 0 0,3-2 0 0,-1 7-126 0,2-7 1 15,1 2-1-15,-3-3 1 0,4 1-1 0,-3 0 1 16</inkml:trace>
  <inkml:trace contextRef="#ctx0" brushRef="#br0" timeOffset="23928.03">18098 5890 532 0,'0'0'0'0,"0"0"0"0,0 0 0 15,0 0 162-15,0 0 1 0,-11 2 0 0,9 2 0 16,-6 4-1-16,-2 1 1 0,0-1 0 0,0 6 0 15,-3 3-107-15,-1 1 1 0,-2 5-1 0,-2 7 1 16,1-3-1-16,-3 8 0 0,2-4 0 0,1-1 1 0,-5 16-57 16,22-46-1714-16</inkml:trace>
  <inkml:trace contextRef="#ctx0" brushRef="#br0" timeOffset="24227.45">17825 6009 672 0,'0'0'0'0,"0"0"0"16,0 0 0-16,0 0 173 0,4 8 0 0,0-2 0 15,0-2 0-15,4 1 0 0,0 1 0 0,4 0 0 0,3 0 0 16,1 2-108-16,2 2 1 0,1 3-1 0,5-1 1 16,-2-2-1-16,3 3 1 0</inkml:trace>
  <inkml:trace contextRef="#ctx0" brushRef="#br0" timeOffset="29611.41">18319 6645 16 0,'0'0'0'0,"0"0"0"0,0 0 0 16,0 0 34-16,0 0 1 0,0 0-1 0,0 0 1 16,0 0-1-16,0 0 1 0,0 0-1 0,0 0 1 15,0 0 27-15,0 0 1 0,0 0-1 0,0 0 1 0,0 0-1 16,0 0 0-16,-6 0 0 0,2 0 1 0,0 0-8 15,0 0 0-15,0 0 0 0,2 0 1 0,0 0-1 16,0 0 0-16,0-4 0 0,2 4 0 0,0-4-1 16,0 4 0-16,0-4 0 0,0 1 0 0,0 1-1 15,2 2 1-15,0-2 0 0,-2 2 0 0,2 0-73 0,-2 0 1 16,2 0-1-16,-2 0 1 0,0 2-1 16,0 0 1-16,0 1 0 0,-2 1 0 0,0 0 53 0,-2 0 1 15,0 0-1-15,0-4 1 0,2 4-1 16,-2-2 1-16,-1 0-1 0,5 0 1 0,-4-2-24 0,4 0 1 15,-4-2-1-15,4 0 1 0,0 0-1 0,0-2 0 16,0 0 0-16,0 4 1 0,4-4 10 0,-4 0 0 16,4 0 0-16,1-1 1 0,-1 3-1 0,0 0 0 15,0 2 0-15,0-2 1 0,0 2 1 0,2 0 0 0,-2 0 0 16,0 2 1-16,0 0-1 0,0 0 0 0,-2 0 0 16,0 1 1-16,0 1-5 0,0-4 1 0,0 0 0 15,1 0 0-15,-3 0-1 0,0 0 1 0,0 0 0 16,-3 0 0-16,1-4-4 0,-2 1 1 0,2-1 0 15,-4-2 0-15,2 4-1 0,-4-2 1 0,4-4 0 16,-2 4 0-16,2 0-5 0,0 2 1 0,2 0 0 16,0 2 0-16,2-2-1 0,-4 2 1 0,4 0-1 0,0 0 1 15,0 0 1-15,0 0 1 0,0 0-1 0,0 0 1 16,0 2-1-16,0 0 1 0,0-2-1 0,0 2 1 16,4-2-4-16,-4 0 1 0</inkml:trace>
  <inkml:trace contextRef="#ctx0" brushRef="#br0" timeOffset="37803.75">18596 6468 628 0,'0'0'0'0,"0"0"0"0,0 0 0 0,0 0 172 0,0 0 1 16,0 0 0-16,0 0 0 0,0 0-1 0,8-8 1 15,-4 8 0-15,2-4 0 0,-1 4-84 0,3 4 0 16,-4 0 0-16,2 0 1 0,0 5-1 0,0 1 0 16,2 6 0-16,-4 3 0 0,-2-3-22 0,0 7 0 15,-2-1 0-15,0 1 0 0,0-3 0 0,-2 3 0 0,0-9 0 16,2 3 0-16,-4-3-26 0,4-6 0 0,-4-4 0 15,4-4 1-15,0-4-1 0,0-4 0 0,0-4 0 16,0-3 1-16,0 1-47 0,4-6 1 0,-4 1-1 16,4-3 1-16,0-1-1 0,0 2 1 0,0-1-1 15,1 3 1-15,-1 3 18 0,2 6 0 0,-2-3 0 16,4 5 0-16,-6 2 0 0,4 2 0 0,0 2 0 16,-2 2 0-16,4 0-7 0,1 2 1 0,-3 2 0 15,4 2 0-15,0 2-1 0,2-1 1 0,-4 3 0 0,3 0 0 16,1 0-3-16,-4 3 0 0,0-1 0 0,-2-2 1 15,0 3-1-15,0-5 0 0,2-4 0 0,-3 2 0 16,-5-2 0-16,6-4 1 0,0-4-1 0,0 0 1 16,0-2-1-16,4-7 0 0,-2 1 0 0,2 2 1 15,3-7-3-15,-1 3 0 0,0 2 0 0,2 2 0 0,3-3-1 16,-3 1 1-16,2 6 0 0,-2 2 0 0,1 0-1 16,-1 4 1-16,-4 4-1 0,0 4 1 0,0-2-1 15,-6 6 1-15,5-1-1 0,-7 5 1 0,0 0-3 16,-2 3 1-16,0 3 0 0,0-1 0 0,0 2-1 15,0-1 1-15,0 1-1 0,2-5 1 0,2-2-1 0,0 1 1 16,2-3-1-16,0-6 1 0,-6-8-1 0,0 0-2896 16</inkml:trace>
  <inkml:trace contextRef="#ctx0" brushRef="#br0" timeOffset="38121.1">19388 6534 316 0,'0'0'0'0,"0"0"0"15,0 0 0-15,0 0 288 0,-8-8 0 0,6 4 0 16,-4 0 1-16,-1-2-1 0,1-1 0 0,0 1 0 16,-6 2 0-16,2 0-231 0,0 0 0 0,0 0 0 15,-1 2 0-15,3 0 0 0,0 2 0 0,0 0 0 16,0 4 0-16,2 0-21 0,0 4 1 0,-1 0 0 16,3 1 0-16,4 1-1 0,0 0 1 0,0 0 0 15,2 1 0-15,5-3-17 0,1-2 0 0,2 2 0 0,2-8 0 16,0 0 0-16,3-4 0 0,-1 0 0 0,2-2 0 15,0 2-18-15,-3-5 1 0,1-1-1 0,-2 2 1 16,0 0-1-16,2 4 0 0,-5-5 0 0,-1 5 1 16,-2 2-3-16,0 2 1 0,-2 0-1 0,-2 0 1 15,2 2-1-15,-4 2 0 0,4 5 0 0,-4-1 1 16,4 0-1-16,-4 2 1 0,0 3 0 0,0 1 0 16,4-2-1-16,-4 3 1 0,2 1-1 0,0-2 1 0,0 3 2 15,3-7 0-15</inkml:trace>
  <inkml:trace contextRef="#ctx0" brushRef="#br0" timeOffset="38305.05">19897 6329 704 0,'0'0'0'15,"0"0"0"-15,0 0 0 0,-11 12 210 0,7-4 0 16,-4 1 0-16,0-1 1 0,-2 6-1 0,2-3 0 0,-6 5 0 15,1 0 1-15,1 7-146 0,-4-1 1 0,2 1-1 16,-3 4 1-16,3 3-1 0,-2-3 0 0,2-4 0 16,-1 1 1-16,1 3-35 0,0-9 0 0</inkml:trace>
  <inkml:trace contextRef="#ctx0" brushRef="#br0" timeOffset="38437.58">19659 6448 324 0,'0'0'0'0,"0"0"0"16,0 0 0-16,0 0 234 0,8-2 0 0,-2 2 0 15,2 0 1-15,4 0-1 0,-2 2 0 0,3 4 0 0,3 0 1 16,-2 7-171-16,2-1 1 0,1 2 0 0,1 5 0 16,-2 3-1-16,1 3 1 0,1-3 0 0,-4 5 0 15,10 12-65-15,-24-39-2037 0</inkml:trace>
  <inkml:trace contextRef="#ctx0" brushRef="#br0" timeOffset="38886.44">20171 6124 624 0,'0'0'0'16,"0"0"0"-16,0 0 0 0,0 0 185 0,4-8 0 15,-1 4 0-15,1-3 0 0,0 3 0 0,2 0 0 0,-2 0 0 16,0 4 0-16,0 0-114 0,-4 4 0 0,2-2 0 16,0 6 1-16,-2 5-1 0,0 1 0 0,0 3 0 15,0 5 0-15,-2 5-16 0,0-5 1 0,-2 7-1 16,0 0 1-16,0-3-1 0,-4-1 0 0,4 2 0 16,-3-9 1-16,5 1-22 0,-2-3 1 0,-2-6-1 15,2-2 1-15,0 1-1 0,0-5 0 0,2-4 0 16,0 4 1-16,0-4-40 0,2-4 0 0,0 4 0 15,2-4 0-15,2 0 0 0,4-1 0 0,-4-3 0 0,4 4 0 16,1 2 15-16,1-2 1 0,2 4 0 0,0 0 0 16,2 4-1-16,-1 2 1 0,-1 2-1 0,0 5 1 15,-2-1-4-15,0 7 1 0,1-1-1 0,-1 5 1 16,-2 1-1-16,0 5 0 0,2 0 0 0,-2 1 1 16,0 1-2-16,3-2 1 0,-3 0-1 0,0-1 1 15,-2-5-1-15,0 1 0 0,2-1 0 0,-4-9 1 16,2-1-2-16,1-1 1 0,-3-2-1 0,0-2 1 0,-4-8-6 15,0 0-2676-15</inkml:trace>
  <inkml:trace contextRef="#ctx0" brushRef="#br0" timeOffset="40069.57">20676 6192 452 0,'0'0'0'0,"0"0"0"0,0 0 0 15,0 0 244-15,0 0 1 0,0 0 0 0,0 0 0 0,-4 8-1 16,6 0 1-16,0 4-1 0,2 3 1 0,2 3-169 15,2 9 1-15,1 4-1 0,3 12 1 0,0 2-1 16,2 10 0-16,-4 5 0 0,3 1 1 0,-1 1-33 16,0-1 0-16,0-3 0 0,-2-5 1 0,1-10-1 15,-3-6 0-15</inkml:trace>
  <inkml:trace contextRef="#ctx0" brushRef="#br0" timeOffset="40469.47">21081 6214 676 0,'0'0'0'0,"0"0"0"15,0 0 0-15,0 0 197 0,8-2 1 0,-6 2 0 16,0 0 0-16,0 0-1 0,0 0 1 0,-2 0-1 16,0 0 1-16,0 0-139 0,0 0 0 0,0 2 0 0,0 2 0 15,-4 0-1-15,0 5 1 0,-4-1 0 0,0 0 0 16,-2 6-3-16,-2-3 0 0,-1 5 0 0,-1-4 1 16,-2 3-1-16,-2 1 0 0,1 2 0 0,-1-3 1 15,0 1-18-15,-1-3 1 0,3 1 0 0,2-4 0 16,2 2-1-16,-1 1 1 0,7-1-1 0,-2 2 1 15,2-3-51-15,2 1 1 0,0 0-1 0,4 7 1 0,0-3-1 16,2 3 1-16,2-1-1 0,4 1 1 0,0 5 26 16,0-5 0-16,5 3 0 0,5-3 1 0,0 1-1 15,5-5 0-15,5 1 0 0,-1-6 0 0,7 2-2 16,1-7 0-16,1-1 0 0,1-4 0 0,0 0 0 0,1 0 0 16</inkml:trace>
  <inkml:trace contextRef="#ctx0" brushRef="#br0" timeOffset="40986.61">21356 6544 712 0,'0'0'0'16,"0"0"0"-16,0 0 0 0,0 0 209 0,0 0 0 15,0 0 0-15,8 0 1 0,-4 0-1 0,2 4 0 0,2-4 0 16,5 5 1-16,-3-5-123 0,10 4 1 0,-2 0-1 16,7-4 1-16,1 0-1 0,11-4 0 0</inkml:trace>
  <inkml:trace contextRef="#ctx0" brushRef="#br0" timeOffset="41602.85">22066 6239 672 0,'0'0'0'0,"0"0"0"15,0 0 0-15,-8 0 236 0,2-4 1 0,-2 4-1 16,0 0 1-16,-2 0-1 0,-1 0 0 0,1 0 0 16,-4 4 1-16,0 2-180 0,-1 0 0 0,1 4 0 15,2-2 0-15,4 3-1 0,-2 1 1 0,4 0 0 16,6 3 0-16,2-3-23 0,4 2 1 0,6 1-1 0,0 1 1 16,4-4-1-16,3 3 0 0,3-1 0 0,1 7 1 15,3-5-19-15,2 3 1 0,-3-1-1 0,1 0 1 16,1 3-1-16,-11-3 1 0,2-1-1 0,-1 1 1 15,-5-1-17-15,-6 1 0 0,-2 1 0 0,-4-1 1 0,-6-2-1 16,-2-1 0-16,-4 1 0 0,-5-3 1 16,-3 1-3-16,0-2 0 0,-5-2 0 0,-1-1 0 0,-3-5 0 15,3-4 0-15,3 0 0 0,-1-8 0 0,2 3 1 0,3-7 1 16,3 2 0-16,2-4 0 0,14 14 0 16,0 0-2558-16</inkml:trace>
  <inkml:trace contextRef="#ctx0" brushRef="#br0" timeOffset="42553.43">22365 6688 300 0,'0'0'0'0,"0"0"0"15,0 0 0-15,0 0 238 0,0 0 1 0,0 0 0 16,-8 2 0-16,4-2-1 0,0 0 1 0,0 0 0 16,0 0 0-16,2 0-180 0,0 0 0 0,-2 0 0 0,2 0 1 15,0 0-1-15,0 0 0 0,0-2 0 0,2 0 0 16,0 0-18-16,2-2 0 0,0 0 0 0,0-1 0 15,2 1 0-15,2 0 0 0,2-4 0 0,-4 2 0 16,2-2-20-16,2-3 1 0,1 3-1 0,-1 0 1 16,0 0-1-16,0 2 1 0,-2 2-1 0,0 0 1 0,0 4-23 15,-4 0 0-15,4 0 0 0,-6 0 0 0,5 4 0 16,-5 2 0-16,0 2 0 0,0-4 1 0,0 4 1 16,-5 3 1-16,5 1-1 0,-6 0 1 0,6-2-1 15,-4 5 0-15,0 1 0 0,2-4 1 0,0 3 2 0,0-1 1 16,2-2 0-16,0-3 0 0,0 1-1 0,4-2 1 15,0 0-1-15,0-4 1 0,0-4 0 0,5 0 1 16,-1 0-1-16,0 0 1 0,2-4-1 0,2 0 1 16,-2-2-1-16,1 0 1 0,3 0-2 0,-4-2 1 15,0-3 0-15,0-1 0 0,3 4-1 0,-7-4 1 16,-2 1-1-16,2 3 1 0,0 0 1 0,0 2 0 16,0 2 0-16,-6-1 0 0,4 1 0 0,-4 4 0 0,4 0 0 15,-4 0 0-15,0 4 0 0,0 1 0 0,2-1 0 16,-2 2 1-16,0 6-1 0,0-2 0 0,2 7 0 15,-2-3 0-15,2 3 0 0,0-3 0 0,0 2 0 16,3-1 1-16,-1 1-1 0,0-6 0 0,4 3 0 16,-4-9 0-16,-4-4-6 0,0 0-2589 0</inkml:trace>
  <inkml:trace contextRef="#ctx0" brushRef="#br0" timeOffset="43570.74">22968 6751 640 0,'0'0'0'0,"0"0"0"0,0 0 0 0,0 0 209 0,-8 9 1 15,4-5-1-15,0 4 1 0,0 2-1 16,-3 3 1-16,1 5-1 0,0-2 1 0,0 3-141 0,0 3 1 16,0 1-1-16,0 2 1 0,0-3-1 0,2 5 0 15</inkml:trace>
  <inkml:trace contextRef="#ctx0" brushRef="#br0" timeOffset="43871.27">23070 6548 680 0,'0'0'0'0,"0"0"0"16,0 0 0-16,-11 9 192 0,7-5 1 0,-2 2 0 16,2 2 0-16,-4 0-1 0,2 3 1 0,0 5-1 15,2 0 1-15,0 7-126 0,2-1 0 0,2 5 0 0,2 4 0 16,4 0 0-16,4-1 0 0,6 1 0 15,1-8 0-15,5-1-22 0,2-3 1 0,7-7 0 0,4-4 0 16,1-4-1-16,1-8 1 0,1-4-1 0,-1-4 1 16,-4-7-10-16,1-3 1 0,-9-5-1 0,-3-4 1 15,-6-4-1-15,-5 1 1 0,-7-3-1 0,-8 2 1 16,-5 0-48-16,-5 0 1 0,-2 4-1 0,-11 5 1 0,1-1-1 16,-3 9 1-16,-1 1 0 0,-1 7 0 0,1 2 24 15,-1 8 0-15,7 0 0 0,-5 8 1 0,29-8-15 16,0 0-2541-16</inkml:trace>
  <inkml:trace contextRef="#ctx0" brushRef="#br0" timeOffset="44320.08">23918 6226 656 0,'0'0'0'15,"-8"0"0"-15,0 0 0 0,-2 0 229 0,-4 0 1 0,-1 0-1 16,-3 5 1-16,-4 3-1 0,-3-4 1 0,3 6-1 16,-7 2 1-16,3 7-156 0,-3-3 0 0,1 3 0 15,1 3 1-15,3 3-1 0,8 0 0 0,2-1 0 16,3 3 0-16,7-5-31 0,4 1 0 0,6-1 0 16,7-1 1-16,5-7-1 0,2 3 0 0,7-7 0 15,1-2 0-15,1 0-16 0,3-1 0 0,-5-3 0 16,1-2 1-16,-3-2-1 0,-3 0 0 0,-4 0 0 15,-3 0 0-15,-7 0-28 0,0-2 1 0,-2 2-1 0,0 0 1 16,-2 0-1-16,-2 2 1 0,0 0 0 0,0 2 0 16,2 4 1-16,0-4 1 0,5 4 0 0,-3 7 0 15,2-5-1-15,2 6 1 0,4 1-1 0,-4 1 1 16,5 1 11-16,-1 1 1 0,-6-1 0 0,4 3 0 0,0-3-1 16,1 1 1-16,-3-1-1 0,-2-5 1 0,-2 2-4 15,2-3 0-15,-4-3 0 0,-2 2 1 0,0-8-1 16,0 3 0-16,0-3 0 0,-2-2 1 0,0-2-5 15,0 0 1-15,0 0-1 0,-2-2 1 0,2 0-1 16,-2-2 1-16,0-1-1 0,0-3 1 0,-2 4-5 0,0-2 1 16,2 2 0-16,0 2 0 0,2 2-3 0,0 0-2934 15</inkml:trace>
  <inkml:trace contextRef="#ctx0" brushRef="#br0" timeOffset="46021.83">24787 6507 228 0,'0'0'0'16,"0"0"0"-16,0 0 0 0,0 0 240 0,0 0 1 0,0 0-1 15,0 0 1-15,0 0-1 0,0-8 0 0,2 8 0 16,2 0 1-16,1 0-175 0,-1 0 1 0,-2 0-1 16,2 6 1-16,4 3-1 0,-4 3 0 0,0 0 0 15,2 7 1-15,0-1-24 0,0 1 1 0,0 5-1 16,1-1 1-16,-3-1-1 0,-2 5 0 0,2-2 0 15,0-1 1-15,-2 1-25 0,0-7 1 0</inkml:trace>
  <inkml:trace contextRef="#ctx0" brushRef="#br0" timeOffset="46152.54">24724 6618 684 0,'0'0'0'0,"0"0"0"0,0 0 0 15,0 0 185-15,10 0 0 0,-1-4 0 0,-3 4 0 16,6-4-1-16,4 0 1 0,0 0 0 0,3 2 0 0,5-2-123 15,5 0 0-15</inkml:trace>
  <inkml:trace contextRef="#ctx0" brushRef="#br0" timeOffset="46585.81">25650 6349 312 0,'0'0'0'0,"0"0"0"0,0 0 0 16,0 0 202-16,-8-4 0 0,4 4 0 0,0-4 0 15,0 2-1-15,-2 0 1 0,0 0 0 0,-2 2 0 16,-1 0-145-16,3 2 1 0,0 2 0 0,-6 4 0 0,2 1-1 15,2-1 1-15,0 6-1 0,4 1 1 0,-5 1-12 16,7 7 0-16,0 3 0 0,4 1 0 0,2 8 0 16,3 4 0-16,3-4 0 0,2 6 0 0,4-2-20 15,0 0 0-15,7-3 0 0,1-9 1 0,21 8-27 16,-45-35-2146-16</inkml:trace>
  <inkml:trace contextRef="#ctx0" brushRef="#br0" timeOffset="46803.93">25972 6499 588 0,'0'0'0'0,"0"0"0"15,0 0 0-15,0 8 195 0,0-3 1 0,4 1-1 16,-4 2 1-16,4 2-1 0,0 2 0 0,-2 1 0 15,0 1 1-15,2 3-114 0,-2 5 1 0,2 1 0 16,0-1 0-16,5 1-1 0,-5 3 1 0,2 3-1 16,0-6 1-16,-6-23-83 0,0 0-2109 0</inkml:trace>
  <inkml:trace contextRef="#ctx0" brushRef="#br0" timeOffset="47004.39">26224 6630 172 0,'0'0'0'0,"0"0"0"0,0 0 0 0,0 0 282 16,0 0 1-16,12 0 0 0,-5 0 0 0,1 3-1 16,2-3 1-16,2 4-1 0,4-4 1 0,1 0-217 0,1 0 1 15,0 0 0-15,5 0 0 0,-23 0-67 0,0 0-2025 16</inkml:trace>
  <inkml:trace contextRef="#ctx0" brushRef="#br0" timeOffset="47202.12">26595 6485 600 0,'0'0'0'0,"0"0"0"15,0 0 0-15,0 0 216 0,0 0 0 0,0 0 0 16,0 0 0-16,0 0-1 0,-2 6 1 0,2 2 0 15,0-4 0-15,2 7-144 0,0 5 1 0,0 2 0 16,0 1 0-16,0 6-1 0,0 7 1 0,0 7 0 0,-2 4 0 16,0 2-22-16,0-1 0 0,0-3 0 15,0 2 1-15,0-6-1 0,0-3 0 0,2-3 0 16,0-4 0-16,-2-27-51 0,0 0-2489 0</inkml:trace>
  <inkml:trace contextRef="#ctx0" brushRef="#br0" timeOffset="47424.14">26576 6827 712 0,'0'0'0'0,"0"0"0"0,0 0 0 0,11 4 216 16,-5-4 1-16,4 0 0 0,4-2 0 0,2-2-1 16,5 0 1-16,-1-4-1 0,4-4 1 0,5 1-146 0,-1-7 1 15,3 2-1-15,-5-3 1 0,-1 3-1 0,-5-7 0 16,-3 1 0-16,-7 1 1 0,-8-1-24 0,-4 3 0 15,-6-3 0-15,-5 5 0 0,-3-1-1 0,-4 1 1 16,-3 3 0-16,3 2 0 0,-6 1-34 0,1 3 1 16</inkml:trace>
  <inkml:trace contextRef="#ctx0" brushRef="#br0" timeOffset="47669.5">27012 6257 568 0,'0'0'0'0,"0"0"0"0,0 0 0 15,0 12 208-15,0-7 0 0,0 5 0 0,0 2 1 16,0 0-1-16,4 3 0 0,-4 3 0 0,4 1 0 15,0 1-143-15,0 3 1 0,0-5 0 0,0 7 0 16,0-7-1-16,0 3 1 0</inkml:trace>
  <inkml:trace contextRef="#ctx0" brushRef="#br0" timeOffset="47953.23">26829 6411 516 0,'0'0'0'16,"0"0"0"-16,0 0 0 0,0 0 185 0,0 0 0 16,0 0 0-16,0 0 1 0,10-8-1 0,0 4 0 15,2-2 0-15,3-1 1 0,5 1-121 0,-2 2 1 16,3-4-1-16,1 0 1 0,2 2-1 0,1 1 0 16,-1-5 0-16,1 2 1 0,-3 4-21 0,0-4 1 0,-1 4-1 15,-3-3 1-15,-2 1-1 0,-3 0 1 0,-3 2-1 16,-4 0 1-16,-2 0-24 0,-2 4 1 0,-2 0 0 15,-4 0 0-15,0 8-1 0,-6-4 1 0,-3 4-1 16,-1 3 1-16,-2 1-23 0,-2-2 1 0,1 7 0 16,-3-3 0-16,2 2-1 0,-1-1 1 0,-1-3 0 15,2 0 0-15,-1 3 1 0,1-7 0 0</inkml:trace>
  <inkml:trace contextRef="#ctx0" brushRef="#br0" timeOffset="48103.4">26939 6331 468 0,'0'0'0'0,"0"0"0"0,0 0 0 16,0 0 209-16,0 0 0 0,6 0 0 0,-2 0 0 0,2 0-1 15,0 2 1-15,6 0 0 0,-4 0 0 0,5-2-150 16,-1 2 0-16,0 0 0 0,2 2 0 0,1-4-1 16,-5 4 1-16</inkml:trace>
  <inkml:trace contextRef="#ctx0" brushRef="#br0" timeOffset="48252.78">27158 6192 552 0,'0'0'0'16,"0"0"0"-16,0 0 0 0,-8 2 191 0,2 0 0 16,0 2 0-16,-2 4 1 0,-2-2-1 0,-2 2 0 15,-1 5 0-15,-1 3 0 0,-2 2-136 0,2 1 1 0</inkml:trace>
  <inkml:trace contextRef="#ctx0" brushRef="#br0" timeOffset="48472.97">26977 6212 256 0,'0'0'0'0,"0"0"0"0,0 0 0 16,0 0 217-16,0 0 1 0,2 8 0 0,0-6 0 0,2 7-1 15,3-5 1-15,-1 4 0 0,4-2 0 0,2 6-157 16,0-4 0-16,7 3 0 0,-5 1 0 0,4-4-1 16,3 3 1-16</inkml:trace>
  <inkml:trace contextRef="#ctx0" brushRef="#br0" timeOffset="49420.13">27370 6438 416 0,'0'0'0'16,"0"0"0"-16,0 0 0 0,0 0 197 0,0 0 1 16,0 0 0-16,10 4 0 0,-4-4-1 0,3 4 1 15,1-4 0-15,2 4 0 0,2 2-137 0,2 2 0 16,-1 5 0-16,3 1 0 0,-2 2-1 0,3 9 1 0,-7 4 0 15,0-3 0-15,-2 7-11 0,-2 4 1 0,-4 0-1 16,-2-2 1-16,-4 2-1 0,-4 0 1 0</inkml:trace>
  <inkml:trace contextRef="#ctx0" brushRef="#br0" timeOffset="53038.02">27722 6567 392 0,'0'0'0'0,"0"0"0"16,0 0 0-16,0 0 114 0,0 0 0 0,0 0 0 0,0 0 1 16,4-6-1-16,-2 2 0 0,0 4 0 0,-2-4 0 15,0 4-32-15,0 0 0 0,0-5 0 0,2 5 0 16,-2 0-1-16,2 0 1 0,-2 0 0 0,0 0 0 15,2 0-17-15,-2 5 1 0,3-5 0 0,-3 4 0 16,0 0-1-16,4-2 1 0,-4 2 0 0,0 0 0 0,0 0-16 16,4 0 0-16,-4 0 0 0,0-4 1 0,0 4-1 15,0-4 0-15,0 5 0 0,0-5 1 0,0 2-63 16,0-2 1-16,0 2-1 0,0 0 1 0,0-2-1 16,0 0 1-16,0 0-1 0,0 0 1 0,0 0 36 0,0 0 1 15,0 0-1-15,0 0 1 0,0 0-1 0,0 0 0 16,-4 0 0-16,4 0 1 0,0 0-14 0,0 0 1 15,0 0-1-15,0 0 1 0,0 0-1 0,0 0 0 16,0 0 0-16,0 0 1 0,0 0 1 0,0 0 0 16,0 0 0-16,0 0 0 0,0 0 0 0,0 0 0 0,0 0 0 15,0 0 0-15,0 0 0 0,0 0 0 0,0 0 0 16,0 0 1-16,0 0-1 0,0 0 0 0,0 0 0 16,0 0 0-16,0 0-3 0,0 0 0 0,0 0 0 15,0 0 1-15,0 0-1 0,0 0 0 0,0 0 0 16,0 0 1-16,0 0-3 0,0 0 1 0,0 0-1 15,0 0 1-15,0 0-1 0,0 0 1 0,0 0-1 16,0 0 1-16,0 0-3 0,0 0 0 0,0 0 0 16,0 0 1-16,0 0-1 0,0 0 0 0,0 0 0 15,0 0 1-15,0 0-1 0,0 0 0 0,0 0 0 16,0 0 0-16,0 0-1 0,0 0 1 0,0 0 0 0,0 0 0 16,0 0-4-16,0 0 1 0,0 0-1 0,0 0 1 15,0 0-1-15,0 0 0 0,0 0 0 0,0 0 1 16,0 0 0-16,0 0 0 0,0 0 0 0,0 0 1 15,0 0-1-15,0 0 0 0,0 0 0 0,0 0 1 16,0 0-5-16,0 0-2748 0</inkml:trace>
  <inkml:trace contextRef="#ctx0" brushRef="#br0" timeOffset="53619.12">27948 6548 424 0,'0'0'0'0,"0"0"0"15,0 0 0-15,0 0 246 0,0 0 1 0,0 0 0 16,0 0 0-16,0 0-1 0,0 0 1 0,0 0 0 15,0 0 0-15,0 0-176 0,0 0 1 0,0 0 0 16,0 0 0-16,0 0-1 0,0 0 1 0,-2 9-1 16,0-3 1-16,0 6-25 0,0-4 1 0,2 5-1 15,-4 1 1-15,0 0-1 0,0 3 0 0,-2-5 0 16,2 2 1-16,-2-3-25 0,-1-1 0 0,3-4 0 16,0-2 1-16,-4 0-1 0,4-4 0 0,0-4 0 0,0 0 0 15,2-2-22-15,0-4 0 0,2-1 0 0,2-3 0 16,2 2-1-16,0-7 1 0,2 3 0 0,2-3 0 15,-2 3-1-15,5 2 0 0,-1-5 0 0,2 7 1 16,0 0-1-16,0 3 0 0,3 3 0 0,-9 2 1 16,4 0 0-16,0 4 1 0,2 0-1 0,-4 4 1 0,3 4-1 15,-1-2 1-15,0 7-1 0,-4-1 1 0,0 2 4 16,0 3 0-16,0-3 0 0,0 3 1 0,-1 1-1 16,-1-8 0-16,-4 3 0 0,2-1 0 0,-2-6 0 15,0 2 0-15,0-8 0 0,2 0 0 0,0 0-1 16,0 0 1-16,0-8 0 0,2 2 0 0,0-6-2 0,0-7 1 15,4 1 0-15,0 1 0 0,2-1-1 0,3 1 1 16,-1-5 0-16,0 3 0 0,0 3-2 0,1 6 0 16,-1 2 0-16,0-1 1 0,0 1-1 0,0 6 0 15,1 2 0-15,-1 2 0 0,0 6-1 0,0 1 1 16,0 3 0-16,1 2 0 0,-7 1-1 0,2 3 1 0,-2 3-1 16,0 1 1-16,-2-5-3 0,0 5 1 0,0-3 0 15,-4 1 0-15,2-2-1 0,0-1 1 0</inkml:trace>
  <inkml:trace contextRef="#ctx0" brushRef="#br0" timeOffset="53921">28599 6475 688 0,'0'0'0'0,"0"0"0"0,-10 0 0 15,2 0 216-15,-2 2 1 0,-2 0 0 0,0 2 0 16,-1 0-1-16,-1 0 1 0,0 4 0 0,2-2 0 15,-1 7-148-15,1-1 0 0,2-2 0 0,2 3 1 16,2-1-1-16,2-2 0 0,4 2 0 0,2-1 1 16,4-3-23-16,0 0 0 0,4-4 0 0,2 2 1 15,3-2-1-15,1-2 0 0,2 1 0 0,0-3 0 0,3-3-23 16,-1-1 0-16,1 0 0 0,-1 0 1 0,-2-4-1 16,1 4 0-16,-3-4 0 0,-2 2 1 0,-2 1-27 15,-2-3 0-15,-3 4 0 0,-1 4 1 0,-2-4-1 16,0 4 0-16,-2 0 0 0,0 0 1 0,0 0 0 0,0 0 1 15,2 0 0-15,-4 0 0 0,4 0 0 0,0 0 0 16,0 4 0-16,2-4 0 0,-2 4-1 0,-2 0 1 16</inkml:trace>
  <inkml:trace contextRef="#ctx0" brushRef="#br0" timeOffset="54119.67">29188 6438 680 0,'0'0'0'0,"0"0"0"16,0 0 0-16,0 0 206 0,0 0 0 0,0 0 0 16,0 0 0-16,-9 4-1 0,3 0 1 0,2 4 0 15,-10 6 0-15,2-1-144 0,-4 5 1 0,-5 1-1 16,-1 5 1-16,-3 1-1 0,1 0 0 0,0 1 0 16,-1-3 1-16,3-1-23 0,-1-5 0 0,1 1 0 15,4-8 1-15,18-10-41 0,0 0-2241 0</inkml:trace>
  <inkml:trace contextRef="#ctx0" brushRef="#br0" timeOffset="54236.66">28909 6532 348 0,'0'0'0'0,"0"0"0"0,0 0 0 15,12 4 219-15,-2-2 1 0,0 2-1 0,3 2 1 0,1-1-1 16,2 5 1-16,0 2-1 0,1-4 1 0,1 5-167 16,0 1 1-16,-1 0-1 0,1 3 1 0,-18-17-54 15,0 0-1739-15</inkml:trace>
  <inkml:trace contextRef="#ctx0" brushRef="#br0" timeOffset="54619.58">29302 6183 180 0,'0'0'0'0,"0"0"0"15,0 0 0-15,-2-10 190 0,2 6 1 0,0 0-1 16,0 0 1-16,0 0-1 0,0 2 1 0,2-2-1 16,2-1 1-16,2 5-151 0,0 0 0 0,2 0 0 15,2 0 0-15,2 9-1 0,3-3 1 0,-5 6 0 16,2 2 0-16,-2 7-11 0,-2-3 0 0,-2 3 0 16,1 6 1-16,-5 1-1 0,-2 1 0 0,-4 2 0 15,-3 0 0-15,1-3 9 0,-4 1 0 0,0-4 0 0,2-5 0 16,0-1-1-16,2-7 1 0,-1-4 0 0,5-4 0 15,2-4-51-15,0 0 0 0,5-4 0 0,-1 0 0 16,2-4 0-16,2-2 0 0,2 1 0 0,0 1 0 16,0 0 30-16,3 2 0 0,-3 2 0 0,0 2 1 15,0 2-1-15,-2 4 0 0,2 2 0 0,-1 0 1 16,1 6-2-16,-2 3 0 0,0 1 0 0,0 3 1 0,-2-1-1 16,0 3 0-16,0 1 0 0,1 1 0 0,-1-1 2 15,0-1 1-15,2 1 0 0,-2-3 0 0,-6-19-19 16,0 0-2098-16</inkml:trace>
  <inkml:trace contextRef="#ctx0" brushRef="#br0" timeOffset="55853.33">29713 6257 528 0,'0'0'0'0,"0"0"0"0,0 0 0 0,0 0 195 0,4 12 1 16,-2-3-1-16,0 5 1 0,0-2-1 16,2 3 1-16,0 5-1 0,0 3 1 0,2 3-130 0,0 3 1 15,-2 6-1-15,2 0 1 0,-1 4-1 0,-1-2 0 16,0 0 0-16,0 0 1 0,2-7-29 0,-2 1 0 16</inkml:trace>
  <inkml:trace contextRef="#ctx0" brushRef="#br0" timeOffset="56253.47">29977 6274 436 0,'0'0'0'0,"0"0"0"0,0 0 0 16,6-5 192-16,1 5 1 0,-1-4-1 0,0 0 1 15,0 0-1-15,2-2 0 0,0 2 0 0,0 0 1 16,-2 4-137-16,0-4 0 0,1 4 0 0,-3-4 0 16,-2 4-1-16,-2 0 1 0,-2 4 0 0,-2 0 0 0,-3 4-12 15,-3 2 1-15,-2 3 0 0,-2 1 0 0,-2 2-1 16,-3 3 1-16,1-1-1 0,-4 3 1 0,-1 1-19 15,1 1 0-15,1-5 0 0,3 3 0 0,0-3-1 16,6 1 1-16,-1-7 0 0,5 0 0 0,2 3-30 0,0-7 1 16,4 0 0-16,2-2 0 0,0 3 0 15,2-1 0-15,2 0 0 0,2-2 0 0,0 2 9 0,2 1 0 16,3 1 0-16,-1-2 1 0,4 0-1 0,4 0 0 16,1 3 0-16,-1-7 0 0,2 4 12 0,3-4 1 15,-3 2-1-15,2-2 1 0,1 0-1 0,-1 0 0 16</inkml:trace>
  <inkml:trace contextRef="#ctx0" brushRef="#br0" timeOffset="56819.94">30309 6536 480 0,'0'0'0'0,"0"0"0"16,0 0 0-16,8-2 241 0,0 0 0 0,-2 0 0 15,3 2 1-15,-1-4-1 0,2 0 0 0,0 0 0 0,2-2 0 16,3 1-177-16,-1 1 1 0,0 0 0 0,0 4 0 16,3-4-1-16,-3 0 1 0,0 4-1 0,-2-4 1 15,-12 4-65-15,0 0-2195 0</inkml:trace>
  <inkml:trace contextRef="#ctx0" brushRef="#br0" timeOffset="57235.28">30903 6362 116 0,'0'0'0'15,"0"0"0"-15,0 0 0 0,0 0 232 0,-6-13 1 16,2 9-1-16,0-6 1 0,2 2-1 0,-4 0 0 16,-2 0 0-16,-2 1 1 0,-1-1-179 0,-1 0 0 0,-2 0 0 15,-2 0 1-15,-1 1-1 0,-1 3 0 0,0 0 0 16,2 0 1-16,-3 2-12 0,3 8 0 0,0-2 0 16,-1 0 1-16,3 7-1 0,4 1 0 0,4 0 0 15,4 3 0-15,4-1-15 0,2 2 0 0,4 3 0 16,4 1 1-16,2-1-1 0,3-1 0 0,3 3 0 15,0 1 0-15,-1-1-34 0,3-1 0 0,-1 1 0 16,-3 1 1-16,-2-1-1 0,-2 2 0 0,-5-5 0 0,-3 0 1 16,-4 3 13-16,-4-7 1 0,-2 1 0 0,-5 1 0 15,-1-4-1-15,-2-3 1 0,-4 1 0 0,-1-2 0 16,-1-4 2-16,-2 0 1 0,1-4-1 0,-1-2 1 16,0 0-1-16,1-6 1 0,1 0-1 0,2-3 1 15,16 11-12-15,0 0-2322 0</inkml:trace>
  <inkml:trace contextRef="#ctx0" brushRef="#br0" timeOffset="57869.88">31115 6503 28 0,'0'0'0'0,"0"0"0"15,0 0 0-15,0 0 275 0,0 0 1 0</inkml:trace>
  <inkml:trace contextRef="#ctx0" brushRef="#br0" timeOffset="58369.57">31180 6417 192 0,'0'0'0'0,"0"0"0"15,0 0 0-15,0 0 227 0,0 0 0 0,0 0 0 16,0 0 1-16,0 0-1 0,0 0 0 0,0 0 0 16,0 0 1-16,0 0-170 0,0 0 0 0,0 0 0 15,0 0 1-15,2 17-1 0,0-9 0 0,0 2 0 16,0 6 1-16,4 1-23 0,0 1 1 0,-1 5 0 0,1-1 0 16,0-1-1-16,0-3 1 0,-2 1 0 0,2-3 0 15,0 3-70-15,-2-7 0 0</inkml:trace>
  <inkml:trace contextRef="#ctx0" brushRef="#br0" timeOffset="58670.87">30999 6651 456 0,'0'0'0'15,"0"0"0"-15,0 0 0 0,0 0 144 0,0 0 0 16,-8 4 0-16,6-2 1 0,0 0-1 0,2 2 0 16,0-4 0-16,2 4 1 0,0 5-76 0,4-5 1 15,2 2 0-15,2 2 0 0,2-4-1 0,7 4 1 16,-1-6-1-16,2 0 1 0,3-2-24 0,-1-2 0 0,1 0 0 16,-3-6 1-16,-2 0-1 0,-3 0 0 0,-1-3 0 15,-4 3 0-15,-2-4-21 0,-6 2 0 0,0-3 0 16,-6 3 1-16,-2 2-1 0,-4-2 0 0,0 4 0 15,-5 4 0-15,1-3-25 0,-2 5 0 0,2 0 0 16,-5 0 1-16,3 5-1 0,2-3 0 0</inkml:trace>
  <inkml:trace contextRef="#ctx0" brushRef="#br0" timeOffset="59702.59">31534 6565 444 0,'0'0'0'0,"0"0"0"0,0 0 0 0,-6 10 187 0,2-10 0 15,0 12 0-15,0-3 0 0,-6 1-1 0,2 4 1 16,-3 3 0-16,3-1 0 0,-2 2-131 0,0-1 1 16,2 3-1-16,-2 1 1 0,2-5-1 0,-1 3 0 15,5-5 0-15,0 3 1 0,0-7-28 0,0 2 1 16</inkml:trace>
  <inkml:trace contextRef="#ctx0" brushRef="#br0" timeOffset="60036.41">31756 6384 520 0,'0'0'0'0,"0"0"0"16,-8 0 0-16,4-4 159 0,0 4 1 0,0 4 0 15,-2-2 0-15,-2 3-1 0,-1 1 1 0,1 4 0 0,-2 0 0 16,2 7-94-16,0 1 0 0,2 5 0 0,0-3 0 15,1 7-1-15,1-1 1 0,4 1 0 0,2-2 0 16,7-3-10-16,1 1 1 0,2-9-1 0,2-2 1 16,7-3-1-16,-1-5 1 0,4-6-1 0,1-2 1 15,-1-3-23-15,1-1 1 0,-1-6 0 0,0-5 0 0,-3 3-1 16,-5-6 1-16,-2 5 0 0,-8-5 0 0,-4-1-41 16,1 2 1-16,-8 3 0 0,-3 0 0 0,-2-1 0 15,0 7 0-15,-6-1 0 0,-1 3 0 0,1 2 17 16,0 4 1-16,-5 4-1 0,1 0 1 0,2 0-1 15,-3 4 1-15,1 0-1 0,0 4 1 0,20-8-13 0,0 0-2336 16</inkml:trace>
  <inkml:trace contextRef="#ctx0" brushRef="#br0" timeOffset="61635.4">32120 6253 196 0,'0'0'0'0,"0"0"0"16,0 0 0-16,0 0 207 0,0 0 1 0,-4-8 0 15,4 6 0-15,-2 2-1 0,2 0 1 0,-4-4-1 0,0 4 1 16,0 4-153-16,0 0 1 0,-2 0 0 0,0 6 0 16,0-2-1-16,2 7 1 0,0 1-1 0,0-1 1 15,-1 3-20-15,3 3 0 0,4 1 0 0,0-1 0 16,1-3 0-16,1 5 0 0,2-7 0 0,2 3 0 16,0-7-8-16,0-2 0 0,-2-2 0 0,2-2 0 0,0-1 0 15,1-5 0-15,-1-2 0 0,-2-1 0 0,2-1-36 16,-2-2 1-16,0-2-1 0,2 4 1 0,1-4-1 15,-3 2 1-15,2-7-1 0,0 3 1 0,-2 2 16 16,2 0 1-16,2 3 0 0,-2-1 0 0,1 4-1 16,-1 2 1-16,0 4-1 0,-2 5 1 0,0-1-3 0,0 0 1 15,0 2-1-15,0 5 1 0,-2 1-1 0,3-2 0 16,-3 3 0-16,0 1 1 0,2 3 4 0,-2-3 1 16,2 1-1-16,-2-3 1 0,0 0-1 0,0-1 0 15,0-3 0-15,2-2 1 0,-2-1-8 0,1-1 0 16,-1 2 0-16,0-6 1 0,-2 0-1 0,2 0 0 15</inkml:trace>
  <inkml:trace contextRef="#ctx0" brushRef="#br0" timeOffset="63901.95">17119 5978 336 0,'0'0'0'0,"0"0"0"0,0 0 0 0,0 0 177 0,10 0 0 16,-4 0 0-16,2-4 0 0,2 4-1 0,0-4 1 15,0 0 0-15,1 4 0 0,1-4-94 0,-4 0 1 16,0 4 0-16,-2-2 0 0,2 0-1 15,-4 0 1-15,1 2 0 0,-5 0 0 0,0-5-10 0,0 5 1 16,0 0-1-16,-5 0 1 0,1-4-1 0,-4 4 0 16,0-4 0-16,0 0 1 0,-2 0-25 0,-4 0 1 15,1 0-1-15,1 2 1 0,-4-6-1 0,4 4 1 16,-3-5-1-16,3 3 1 0,0 2-61 0,2 0 0 0,-2-4 0 16,3 4 1-16,3 0-1 0,2 1 1 0,-4-1-1 15,4 4 1-15,4-4 32 0,0 4 0 0,-4 0 0 16,4-4 1-16,0 4-1 0,0 0 0 0,0 0 0 15,0 0 0-15,0 4-11 0,4 2 0 0,-4 1 0 16,4 7 0-16,0 0-1 0,0 7 1 0,0 5 0 16,2 5 0-16,1 8 1 0,-1 6 1 0,2 13 0 15,-4-1 0-15,2 1-1 0,0 7 1 0,0-3-1 0,-2 1 1 16,0 3 0-16,0-4 0 0,-4 9 0 0,0-7 0 16,0-9 0-16,0-8 0 0,0-1 0 0,4-7 0 15,-4-9-5-15,5-3 1 0,-5-9 0 0,4-5 0 16,0-7-1-16,0-2 1 0,0-2 0 0,0 0 0 0,2 0-1 15,-2 0 0-15,4 2 0 0,-4 0 1 0,-2-4-1 16,2 5 0-16,0-5 0 0,-2 4 1 0,1-4-3 16,-1 0 0-16,0 0 0 0,0 0 1 0,0 0-1 15,2 0 0-15,0 2 0 0,0-2 0 0,0 0-2 16,0 0 0-16,2 0 0 0,2 0 0 0,4 0 0 16,-3 0 0-16,1 0 0 0,2 0 0 0,0 0-5 0,-2 0 0 15,3 0 0-15,3 0 1 0,-4 2-1 0,6 0 0 16,-5 0 0-16,1 4 1 0,-2-2-1 0,0-4 0 15</inkml:trace>
  <inkml:trace contextRef="#ctx0" brushRef="#br0" timeOffset="64902.07">32481 6062 568 0,'0'0'0'16,"-8"-4"0"-16,3 4 0 0,1 0 165 0,-2-4 1 15,-2 0 0-15,2-2 0 0,0 0-1 0,2 0 1 16,0-3-1-16,0 1 1 0,4 2-86 0,0-2 0 16,2 0 0-16,0 1 0 0,4 1 0 0,0 4 0 0,0-2 0 15,2 0 0-15,0 0-30 0,1 0 1 0,-1 2-1 16,0 2 1-16,4 2-1 0,-2 2 0 0,2 0 0 15,3 4 1-15,-3 3-9 0,2 1 1 0,-2 0-1 16,3 7 1-16,-3-5-1 0,-2 8 1 0,2 3-1 16,0 6 1-16,1 0-55 0,-1 6 1 0,0 2-1 15,0 2 1-15,0 2-1 0,-1 2 1 0,1-2-1 16,-4 0 1-16,2-2 29 0,-2-2 1 0,0 0-1 0,1-4 1 16,-3 2-1-16,0-11 1 0,-2 1-1 0,0-4 1 15,0-3-12-15,0-2 0 0,0-5 0 0,0-5 1 16,0 2-1-16,2 3 0 0,0-7 0 0,3 2 0 15,-3 0 4-15,0 0 0 0</inkml:trace>
  <inkml:trace contextRef="#ctx0" brushRef="#br0" timeOffset="65070.97">32538 7004 672 0,'0'0'0'0,"0"0"0"0,0 0 0 0,0 0 239 0,0 0 0 16,0 0 0-16,0 0 1 0,10-4-1 0,-2 2 0 15,4-2 0-15,2-5 1 0,3 3-171 0,1 0 0 16,2 2 0-16,5-2 1 0,-1 2-1 0,1 0 0 16,-5 4 0-16,-2-5 1 0,-1 5-33 0,-3 0 1 15</inkml:trace>
  <inkml:trace contextRef="#ctx0" brushRef="#br0" timeOffset="85868.07">4050 8415 608 0,'0'0'0'16,"0"0"0"-16,0 0 0 0,0 0 169 0,0 0 1 15,-8-10-1-15,8 6 1 0,-2-3-1 0,2 5 0 16,0-6 0-16,-4 4 1 0,4 0-74 0,0 2 1 16,0 2 0-16,4 2 0 0,-4 6-1 0,2 0 1 15,2 3 0-15,-4 9 0 0,4 3-25 0,0 12 1 0,0 8-1 16,0 20 1-16,5 7-1 0,-5 14 0 0,0 0 0 16,-2 21 1-16,-2-11-39 0,-2-12 0 0,2-8 0 15,-4-13 1-15,4-9-1 0,0-13 0 0</inkml:trace>
  <inkml:trace contextRef="#ctx0" brushRef="#br0" timeOffset="86301.8">4050 8481 548 0,'0'0'0'0,"0"0"0"0,0 0 0 0,0 0 224 0,0 0 0 16,0 0 0-16,0 0 0 0,0 0-1 0,0 0 1 15,0 0 0-15,0 0 0 0,0 0-143 0,-4 14 1 16,8-2 0-16,0-2 0 0,0 7-1 0,4 5 1 15,5 1 0-15,-3 2 0 0,6 5-23 0,7 1 0 16,1-4 0-16,-2-3 1 0,9 1-1 0,-1-11 0 16,5-1 0-16,2-7 1 0,-3-6-30 0,5-6 1 15,0-5 0-15,-5-5 0 0,-3-7-1 0,-1-3 1 16,-3-7 0-16,-7 0 0 0,-4-2-32 0,-1-4 1 0,-11 6 0 16,-4 5 0-16,-4-3-1 0,-11 6 1 0,-1 5 0 15,-2-1 0-15,-7 5 5 0,-1 4 0 0,-9-1 0 16,3 9 1-16,-3 4-1 0,0 4 0 0,-3 0 0 15,3 7 0-15,1 1 4 0,-1 4 1 0,0 3-1 16,5-5 1-16,-1 7-1 0,3-5 1 0,5 3-1 16,3-1 1-16,20-18-10 0,0 0-2871 0</inkml:trace>
  <inkml:trace contextRef="#ctx0" brushRef="#br0" timeOffset="86949.77">4811 8021 244 0,'0'0'0'0,"0"0"0"0,0 0 0 0,0 0 247 0,0-8 0 16,0 4 0-16,0 4 1 0,0-4-1 0,2 0 0 15,0-1 0-15,-2 1 0 0,4 2-183 0,-4 2 0 16,5 0 0-16,-5 0 0 0,4 2 0 0,-4 5 0 15,4-1 0-15,-4 6 0 0,4-2-22 0,0 9 0 16,-4 1 0-16,4 3 1 0,-4 8-1 0,4 3 0 16,-4 1 0-16,0 2 0 0,0 2-26 0,0 0 1 15,0-4-1-15,2-4 1 0,6 10-17 0,-8-41-2352 0</inkml:trace>
  <inkml:trace contextRef="#ctx0" brushRef="#br0" timeOffset="87166.69">4681 8189 640 0,'0'0'0'0,"0"0"0"16,0 0 0-16,0 0 190 0,0 0 1 0,0 0-1 0,0 0 1 16,8 4-1-16,-4-4 0 0,0 0 0 0,7-2 1 15,1 0-126-15,4 2 0 0,2-4 0 0,-1-4 1 16,5 2-1-16,-2-2 0 0,3-1 0 0,-1-1 1 15,3-2-26-15,1 0 0 0,-4-3 0 0,3 3 1 16,-7 0-1-16,3 1 0 0</inkml:trace>
  <inkml:trace contextRef="#ctx0" brushRef="#br0" timeOffset="87384.29">5052 7970 652 0,'0'0'0'16,"0"0"0"-16,0 0 0 0,0 0 158 0,0 0 0 15,-11 4 0-15,7-4 0 0,0 4 0 0,-4 0 0 16,4 0 0-16,-4-2 0 0,0 6-94 0,2 5 1 0,-7-3-1 16,1 2 1-16,-2 5-1 0,-2 1 1 0,-3 3-1 15,-1 3 1-15,-2 3-21 0,-3-2 1 0,-1 3-1 16,3 1 1-16,-5-2-1 0,1-5 0 0</inkml:trace>
  <inkml:trace contextRef="#ctx0" brushRef="#br0" timeOffset="87567">4720 8005 516 0,'0'0'0'0,"0"0"0"0,0 0 0 16,0 0 178-16,8 12 0 0,-4-6 0 0,0 2 0 15,2 5-1-15,2 1 1 0,5 2 0 0,-3 7 0 0,2 0-115 16,4 7 1-16,-2 1 0 0,3 4 0 0,1-2-1 16,2 0 1-16,-3-1 0 0,1-3 0 15,12 12-64-15,-30-41-1837 0</inkml:trace>
  <inkml:trace contextRef="#ctx0" brushRef="#br0" timeOffset="88419.47">5450 8831 580 0,'0'0'0'0,"0"0"0"0,0 0 0 0,0 0 189 15,9-2 0-15,-5-2 0 0,2 0 0 0,2 0 0 16,4 0 0-16,-4-2 0 0,6 2 0 0,7-1-119 0,-3 5 1 15,2-4 0-15,3 4 0 0,1 0-1 0,3 0 1 16,3 0 0-16,5 0 0 0,28-4-71 0,-63 4-1994 16</inkml:trace>
  <inkml:trace contextRef="#ctx0" brushRef="#br0" timeOffset="88851.4">5485 9024 688 0,'0'0'0'0,"0"0"0"0,0 0 0 0,4 4 172 0,4 0 1 16,-4-2 0-16,6 2 0 0,3 0-1 15,3-1 1-15,2 1-1 0,5-2 1 0,1 2-100 0,7-4 0 16,-1 0 0-16,9 0 0 0,-5 0 0 0,3 0 0 16</inkml:trace>
  <inkml:trace contextRef="#ctx0" brushRef="#br0" timeOffset="101381.62">6877 8839 408 0,'0'0'0'0,"0"0"0"0,0 0 0 0,0 0 162 16,0 0 0-16,0 0 0 0,0 9 0 0,0-9 0 16,0 4 0-16,0-4 0 0,0 4 0 0,4 0-80 0,0 0 1 15,0 0-1-15,7-2 1 0,-3 2-1 0,4 5 0 16,2-5 0-16,2-2 1 0,5 2-20 0,5 0 1 16,1-2-1-16,3 0 1 0,-1 0-1 0,7-2 0 15,1 0 0-15,4 0 1 0,-3-2-27 0,3-2 1 16,0 0 0-16,-5 0 0 0,1-2-1 0,-4 1 1 15,-3-5-1-15,-3 2 1 0,-3 0-42 0,-6-7 1 0,-1 3 0 16,-3 0 0-16,-6 2 0 0,-4-3 0 0,0-1 0 16,-4 2 0-16,-4-3 15 0,0 3 1 0,-4-5 0 15,-2 3 0-15,-3 2-1 0,-3 2 1 0,-2-5 0 16,2 3 0-16,-7 4-6 0,-1-5 1 0,1 5-1 16,-7 2 1-16,-1 6-1 0,-1-4 1 0,-5 4-1 15,0 4 1-15,3 2 0 0,-1 2 0 0,1 5 0 16,-1-3 0-16,5 6 0 0,-1 1 0 0,3 5 0 15,1 1 0-15,3-1-2 0,1 5 0 0,5 2 0 0,2 4 0 16,-1-3-1-16,7 5 1 0,2 0 0 0,4 2 0 16,4 6-4-16,8-4 0 0,2 10 0 0,11-4 0 15,3 5-1-15,7-3 1 0,3 0 0 0,11-6 0 16,6-2 0-16,4-8 1 0,18 2-1 0,0-11 1 16,-3-7-1-16,-1-9 0 0,-2-6 0 0,-2-6 1 15,-8-5 0-15,-2 1 1 0,0-8-1 0,-8-3 1 0,2-2-1 16,-7-3 0-16</inkml:trace>
  <inkml:trace contextRef="#ctx0" brushRef="#br0" timeOffset="157539.79">12696 4311 328 0,'0'0'0'0,"0"0"0"0,0 0 0 0,0 0 139 0,0-8 1 15,0 1 0-15,0 5 0 0,4 0-1 0,-4-2 1 16,4 0-1-16,2 0 1 0,2 4-41 0,0 0 0 16,1 0 0-16,3 4 0 0,2 0 0 0,-6 6 0 15,4 7 0-15,3 5 0 0,-3 13-18 0,-4 4 1 16,2 15-1-16,-2 7 1 0,-4 7-1 0,0 6 0 15,1-7 0-15,-5 3 1 0,4-13-62 0,-2 5 1 16</inkml:trace>
  <inkml:trace contextRef="#ctx0" brushRef="#br0" timeOffset="159158.34">12356 4284 344 0,'0'0'0'0,"0"0"0"16,0 0 0-16,-8-4 193 0,4 0 1 15,0 4 0-15,0 0 0 0,0-4-1 0,-2 2 1 0,1 0-1 16,3 0 1-16,0 2-125 0,2-2 1 0,2 2 0 16,5 0 0-16,3-2-1 0,2 2 1 0,2 0 0 15,7-5 0-15,9 5-27 0,9-4 1 0,8 4 0 16,12-4 0-16,8 0-1 0,4 4 1 0,-2 0 0 15,4 0 0-15,5 0-19 0,-9 0 1 0,-8-4-1 16,-2 2 1-16,-12-2-26 0,-47 4-2178 0</inkml:trace>
  <inkml:trace contextRef="#ctx0" brushRef="#br0" timeOffset="171199.75">13453 4867 236 0,'0'0'0'0,"0"0"0"0,0 0 0 16,0 0 73-16,0 0 0 0,0 0 0 0,0 0 1 15,0 0-1-15,0 0 0 0,0 0 0 0,0 0 1 16,4-9 14-16,0 3 0 0,-4 2 0 0,0 2 1 15,4 0-1-15,-4-2 0 0,0 4 0 0,0 0 0 0,0 0-14 16,0 0 1-16,-4 4 0 0,0 2 0 0,0 2-1 16,0 5 1-16,-4 1-1 0,0 2 1 0,2 3-27 15,-3 1 1-15,-3 5-1 0,2 0 1 0,-2 24-49 16,12-49-1739-16</inkml:trace>
  <inkml:trace contextRef="#ctx0" brushRef="#br0" timeOffset="173883.9">8361 4358 444 0,'0'0'0'0,"0"0"0"15,0 0 0-15,0 0 173 0,0 0 1 0,0 0 0 16,0 0 0-16,0 0-1 0,0 0 1 0,0 0 0 16,0 0 0-16,12 10-102 0,-4-10 1 0,0 4 0 15,3-4 0-15,5 0-1 0,0 4 1 0,2-4-1 16,5 0 1-16,1 0-19 0,3 0 0 0,-5-4 0 16,7 0 0-16,1 0-1 0,-3-8 1 0,-3 2 0 15,-2-3 0-15,-3-1-22 0,1-3 0 0,-8 3 0 16,-2-2 0-16,-1 1 0 0,-9 1 0 0,-7 2 0 15,-1 3 0-15,-4-3-35 0,0 6 0 0,-6 2 0 0,1 0 0 16,-1 4 0-16,-2 4 0 0,-3 0 0 0,-1 0 1 16,1 10 11-16,1-1 1 0,2 5-1 0,-1 3 1 15,3 1-1-15,2 5 0 0,6 0 0 0,-3 3 1 16,5 1-3-16,4 0 0 0,6-4 0 0,4-5 1 0,6 1-1 16,1-7 0-16,5-2 0 0,6-9 0 0,3-1 0 15,7-4 1-15,1-9 0 0,0-1 0 0,16-10-8 16,-51 20-2432-16</inkml:trace>
  <inkml:trace contextRef="#ctx0" brushRef="#br0" timeOffset="174003.6">9100 4253 348 0,'0'0'0'0,"0"0"0"0,0 0 0 0,-4 11 247 0,-3-7 1 16,3 4-1-16,0-4 1 0,0 4-1 0,-4 0 0 16,4 3 0-16,-4 1 1 0,-2 2-190 0,-2 3 0 15,-1 1 0-15,1 1 0 0,2 3 0 0,-6 3 0 16</inkml:trace>
  <inkml:trace contextRef="#ctx0" brushRef="#br0" timeOffset="174167.69">8807 4288 560 0,'0'0'0'0,"0"0"0"16,0 0 0-16,8 0 190 0,-2 0 0 0,2 0 0 15,0 4 1-15,4 0-1 0,3 3 0 0,1 1 0 16,0 4 0-16,6 2-136 0,-3 5 0 0,5 1 0 15,3 3 1-15,-1 4-1 0,3 3 0 0,-7-3 0 0,0 4 0 16,13 8-54-16,-35-39-1886 0</inkml:trace>
  <inkml:trace contextRef="#ctx0" brushRef="#br0" timeOffset="174333.5">9313 4188 732 0,'0'0'0'0,"0"0"0"0,0 0 0 0,2 8 174 0,2-4 1 16,1 4-1-16,-1 7 1 0,0-3-1 0,4 6 1 16,-4 5-1-16,2-3 1 0,0 11-107 0,0 6 1 15,2 2 0-15,-4 6 0 0,5-2-1 0,-3 2 1 16</inkml:trace>
  <inkml:trace contextRef="#ctx0" brushRef="#br0" timeOffset="174569.26">9421 4399 708 0,'0'0'0'0,"0"0"0"15,6 4 0-15,0 0 190 0,5-4 1 0,1 2 0 16,-4-2 0-16,10 0-1 0,-1-2 1 0,-1-2-1 16,2 0 1-16,0-4-123 0,3-3 1 0,-5 3 0 15,-2-4 0-15,-1 2-1 0,-9-7 1 0,0 3 0 16,-4 2 0-16,-4-3-20 0,-9 3 0 0,1 0 0 15,0 1 1-15,-6-1-1 0,-1 2 0 0,-1 2 0 0,-2-1 0 16,1 3-24-16,3 4 1 0,2 2 0 16,-5 2 0-16,21-2-26 0,0 0-2460 0</inkml:trace>
  <inkml:trace contextRef="#ctx0" brushRef="#br0" timeOffset="174701.44">9735 4147 704 0,'0'0'0'0,"0"0"0"0,4 14 0 0,0-6 207 0,2 2 1 16,2 7-1-16,-4-5 1 0,4 11-1 0,0-5 0 15,3 9 0-15,-7-7 1 0,4 5-151 0,-4 4 1 16</inkml:trace>
  <inkml:trace contextRef="#ctx0" brushRef="#br0" timeOffset="174983.92">9924 4231 584 0,'0'0'0'0,"0"0"0"16,0 0 0-16,6 8 196 0,-2-2 0 0,0 2 0 16,4 1 0-16,-4-1-1 0,5 2 1 0,-1 2 0 15,-2-1 0-15,2 5-136 0,-4 2 1 0,0 1 0 16,4 1 0-16,-8 3-1 0,4 0 1 0,-4 3-1 15,0-7 1-15,-4 1-14 0,0-3 1 0,0-3 0 16,0-6 0-16,0-2-1 0,-4-2 1 0,2-8 0 0,2-2 0 16,-5-2-12-16,5-4 0 0,4-3 0 0,0-1 1 15,0 1-1-15,0-5 0 0,9 2 0 0,-5-1 1 16,4-1-47-16,2 5 0 0,2-1 0 0,0 6 0 16,-2-5 0-16,7 7 0 0,-5 0 0 0,6 4 0 15,-18 4 10-15,0 0-2421 0</inkml:trace>
  <inkml:trace contextRef="#ctx0" brushRef="#br0" timeOffset="175233.87">10384 4182 416 0,'0'0'0'0,"0"0"0"0,0 0 0 0,-12 0 256 0,8 2 1 15,-5 2-1-15,1-4 1 0,-2 4-1 0,2 0 1 16,-6 4-1-16,2 6 1 0,-1-1-191 0,-3 5 0 16,2 1 0-16,2 1 1 0,-3 7-1 0,3 0 0 15,0-1 0-15,4 1 0 0,2 0-22 0,4-5 0 16,4-1 0-16,4-3 1 0,6-6-1 0,0-8 0 15,2-1 0-15,3-8 0 0,1-1-27 0,2-2 1 16,1-6 0-16,1 1 0 0,-6-1-1 0,3 2 1 0,-3-5 0 16,-2 7 0-16,-2-2-15 0,1 1 1 0,-3 3-1 15,-2 8 1-15,0-4-1 0,-4 4 0 0,2 0 0 16,-2 4 1-16,0 0-8 0,1 3 0 0,-1 1 0 16,0 4 0-16,-4 0 0 0,4 3 0 0</inkml:trace>
  <inkml:trace contextRef="#ctx0" brushRef="#br0" timeOffset="175417.47">10620 3798 708 0,'0'0'0'0,"0"0"0"0,0 0 0 15,6 6 185-15,0 2 0 0,0 1 0 0,2 1 0 16,1 6-1-16,-3 7 1 0,6 12 0 0,0 4 0 0,0 18-122 15,1 9 0-15,-3 5 0 0,-2 1 0 0,0 2 0 16,-6 10 0-16</inkml:trace>
  <inkml:trace contextRef="#ctx0" brushRef="#br0" timeOffset="175684.41">10630 4262 564 0,'0'0'0'15,"0"0"0"-15,0 0 0 0,8-9 213 0,0 1 0 0,-4 2 0 16,7-2 1-16,1 0-1 0,4-3 0 16,2 3 0-16,3 0 0 0,-3-4-145 0,7 3 0 0,-7 3 0 15,6-2 1-15,-1 4-1 0,-7-2 0 0,2 6 0 16,-1 0 0-16,-5 0-22 0,2 6 1 0,-6-2-1 16,0 0 1-16,-4 4-1 0,3 1 1 0,1 1-1 15,-4 2 1-15,0 2-21 0,0-1 1 0,4 5 0 16,-6-1 0-16,2 1-1 0,4 5 1 0,-4-3-1 15,0 5 1-15,0-1-30 0,1-1 1 0,-5 4 0 16,4-5 0-16,-4 1-1 0,4-3 1 0,-4-1 0 16,0-3 0-16,0-16 2 0,0 0-2536 0</inkml:trace>
  <inkml:trace contextRef="#ctx0" brushRef="#br0" timeOffset="175816.59">10970 4085 616 0,'0'0'0'0,"0"0"0"0,0 0 0 0,0 0 209 16,0 0 1-16,0 0-1 0,0 0 1 0,0 0-1 16,0 0 1-16,0 0-1 0,0 0 1 0,0 0-210 15,0 0-1719-15</inkml:trace>
  <inkml:trace contextRef="#ctx0" brushRef="#br0" timeOffset="176102.31">11119 4315 1087 0,'0'0'0'0,"0"0"0"16,0 0 0-16,-4 10 271 0,-1-2 1 0,5 1 0 16,-4-1 0-16,4 2-211 0,0 2 0 0,0-1 0 15,4 1 1-15,1 0-1 0,3 3 0 0,6-3 0 16,-2-6 1-16,4 2-20 0,3-8 1 0,1 0-1 15,2 0 1-15,1-8-1 0,1 2 1 0,-5-6-1 16,-3-3 1-16,0-1-7 0,-2-3 1 0,-5 1 0 0,-5-3 0 16,-4 3-1-16,0-3 1 0,-9 7-1 15,1-4 1-15,-2-3-21 0,-2 7 0 0,0 1 0 0,-5 5 0 16,3 2-1-16,-2 2 1 0,-2 4 0 0,5 4 0 16,13-4-16-16,0 0-2568 0</inkml:trace>
  <inkml:trace contextRef="#ctx0" brushRef="#br0" timeOffset="176435.03">11454 4253 588 0,'0'0'0'0,"0"0"0"0,0 9 0 0,0-3 233 0,0 2 1 15,0 0 0-15,0 4 0 0,4 7-1 0,-4-1 1 16,0-1-1-16,0 5 1 0,0 1-164 0,0 4 0 15,0 3 0-15,0 1 1 0,0 4-1 0,0-4 0 16,0-5 0-16,0 1 0 0,0-4-33 0,0-7 1 16,0-8 0-16,0-6 0 0,5-2-1 0,-5-6 1 15,4-2-1-15,-2-4 1 0,4-7-17 0,0-1 0 0,2 1 0 16,4-3 0-16,-4-1 0 0,7 0 0 0,-3 3 0 16,-2 1 0-16,2 3-22 0,0 2 0 0,1 6 0 15,1-3 1-15,2 7-1 0,-4 4 0 0,7 0 0 16,-7 6 1-16,2 3-1 0,2 3 1 0,-3 2-1 15,-3 3 1-15,2 5-1 0,0 1 1 0,-6-1-1 16,3 3 1-16,-1 2 0 0,-4-1 0 0,-4 1 0 16,0-9 0-16,0-1 0 0,-4 1 0 0</inkml:trace>
  <inkml:trace contextRef="#ctx0" brushRef="#br0" timeOffset="180417.47">14326 4549 620 0,'0'0'0'16,"0"0"0"-16,0 0 0 0,0 0 198 0,0 0 1 0,0 0 0 16,0 0 0-16,-8-4-1 0,8-1 1 0,0 5 0 15,0 0 0-15,2 0-127 0,0 0 1 0,0 0-1 16,2 5 1-16,2-1-1 0,-2 4 0 0,5 6 0 16,-5 1 1-16,0 5-18 0,2-1 1 0,2 3 0 15,0 3 0-15,-4 1-1 0,4 1 1 0,-4-4-1 16,-2 3 1-16,-2-3-26 0,0-5 0 0,0 3 0 15,-2-9 1-15,-2 2-1 0,4-5 0 0,-4-5 0 0,0-2 1 16,0-4-33-16,4-2 0 0,-4-5 0 0,4-5 1 16,0 2-1-16,4-9 0 0,0 3 0 0,0-5 1 15,0 1 7-15,4-5 1 0,1 5-1 0,1-3 1 16,2 2-1-16,2 5 1 0,2-1-1 0,3 3 1 16,-3 4 1-16,4 1 0 0,3 7 0 0,-1 0 1 15,3 4-1-15,-3 4 0 0,0 5 0 0,3 1 0 0,-7 8 0 16,2 7 0-16,-1-3 0 0,-3 5 0 0,-4 4-1 15,-2-4 1-15,3 3 0 0,-9-3 0 0,4-7-6 16,-4 5 1-16</inkml:trace>
  <inkml:trace contextRef="#ctx0" brushRef="#br0" timeOffset="181384.34">15285 4504 568 0,'0'0'0'0,"0"0"0"16,0 0 0-16,12 0 211 0,-4 0 0 0,2 0 0 16,5 0 1-16,3 0-1 0,-2 0 0 0,7 0 0 15,-3 0 0-15,2 2-151 0,5 2 1 0,-5 0-1 16,7 0 1-16,11 4-61 0,-40-8-1875 0</inkml:trace>
  <inkml:trace contextRef="#ctx0" brushRef="#br0" timeOffset="181567.25">15336 4758 480 0,'0'0'0'0,"0"0"0"0,0 0 0 15,0 0 189-15,0 0 1 0,0 0 0 0,0 0 0 0,12 2-1 16,-4-2 1-16,4 0 0 0,7 0 0 0,-1 0-141 16,6 0 0-16,7 0 0 0,7-2 1 0,40-4-50 15,-78 6-1647-15</inkml:trace>
  <inkml:trace contextRef="#ctx0" brushRef="#br0" timeOffset="183233.77">16243 4417 416 0,'0'0'0'0,"0"0"0"0,0 0 0 0,0-8 181 0,0 6 1 15,0-2 0-15,2-4 0 0,0 4-1 0,0-4 1 16,1 5-1-16,-1-1 1 0,0 0-115 0,0 4 1 16,0 4 0-16,2 0 0 0,0 7-1 0,-4 5 1 15,4 3-1-15,-4 7 1 0,4 5-13 0,-4 8 0 16,2 2 0-16,0 8 0 0,0-2-1 0,0-1 1 16,0-3 0-16,0-9 0 0,2-3-32 0,0-8 0 0</inkml:trace>
  <inkml:trace contextRef="#ctx0" brushRef="#br0" timeOffset="183400.29">16465 4280 460 0,'0'0'0'0,"0"0"0"16,0 0 0-16,0 0 201 0,4 8 0 0,-4-4 0 16,4 7 1-16,0 1-1 0,1 0 0 0,-1 7 0 0,-2 3 0 15,2 5-130-15,0 8 1 0,0 6-1 0,0 6 1 16,0 6-1-16,0 1 1 0,-2-5-1 0,0 2 1 15,2 15-72-15,-4-66-1981 0</inkml:trace>
  <inkml:trace contextRef="#ctx0" brushRef="#br0" timeOffset="183583.17">16121 4594 572 0,'0'0'0'0,"0"0"0"0,0 0 0 0,0 0 187 0,12 0 0 16,-3 0 0-16,5 0 1 0,0-4-1 0,6 2 0 16,3-2 0-16,9-1 0 0,11 1-123 0,4-4 0 15,10-2 0-15,0 2 1 0,2-1-1 0,6-1 0 16</inkml:trace>
  <inkml:trace contextRef="#ctx0" brushRef="#br0" timeOffset="183784.03">16121 4766 740 0,'0'0'0'0,"0"0"0"16,0 0 0-16,6 0 176 0,0 0 1 0,5-2-1 15,1 0 1-15,6 0-1 0,7-2 0 0,-3 0 0 0,11-4 1 16,7 3-108-16,3-5 1 0,8 6-1 0,-2-4 1 15,2 4-1-15,4-4 0 0</inkml:trace>
  <inkml:trace contextRef="#ctx0" brushRef="#br0" timeOffset="184117.1">17473 4504 120 0,'0'0'0'16,"0"0"0"-16,0 0 0 0,-10-5 256 0,-1 5 1 16,-1 0 0-16,0 0 0 0,-4 0-1 0,-3 0 1 15,3 3 0-15,-4 1 0 0,-1 0-193 0,1 4 0 0,2 0 0 16,-1 2 1-16,5-1-1 0,2 1 0 0,4 6 0 15,4-3 1-15,4 5-15 0,4-4 1 0,4 3-1 16,4-3 1-16,0 7-1 0,7-3 0 0,1-1 0 16,2 1 1-16,1 0-26 0,-3-1 1 0,-2 5-1 15,-1-5 1-15,-1 1-1 0,-8 1 0 0,-2-5 0 16,-6 2 1-16,-4-3-27 0,-4-3 1 0,-2 2-1 16,-11-8 1-16,3-1-1 0,-4-1 1 0,-3-2 0 15,-1-5 0-15,-7 1 3 0,5-4 1 0</inkml:trace>
  <inkml:trace contextRef="#ctx0" brushRef="#br0" timeOffset="184317.24">17652 4303 596 0,'0'0'0'0,"0"0"0"0,0 0 0 0,0 0 207 0,8 8 1 16,-4-4 0-16,2 0 0 0,0 10-1 0,4-1 1 15,-1 5-1-15,-1 5 1 0,-2 12-145 0,4 3 1 16,0 8-1-16,-2 1 1 0,-2 6-1 0,0-4 0 16,1 1 0-16,1-7 1 0,0 6-64 0,-8-49-2073 15</inkml:trace>
  <inkml:trace contextRef="#ctx0" brushRef="#br0" timeOffset="184466.11">17621 4686 688 0,'0'0'0'0,"0"0"0"16,0 0 0-16,8-4 181 0,-2 4 1 0,3-4-1 16,3 0 1-16,0 2-1 0,6-2 0 0,3 0 0 15,1-1 1-15,5 1-113 0,3-4 0 0,1 2 0 16,5 2 1-16,-1 0-1 0,-1-4 0 0</inkml:trace>
  <inkml:trace contextRef="#ctx0" brushRef="#br0" timeOffset="184750.89">18077 4610 100 0,'0'0'0'0,"0"0"0"0,0 0 0 15,0 0 263-15,0 0 1 0,0 0 0 0,0 8 0 0,0-6-1 16,4 3 1-16,2-1 0 0,2-4 0 0,5 0-205 16,-1 0 0-16,2 0 0 0,2 0 1 0,1-4-1 15,-1-3 0-15,-2 1 0 0,-4 0 0 0,1 2-18 16,-5-4 0-16,-2 2 0 0,-4 2 0 0,0-5 0 15,-6 5 0-15,-2 0 0 0,-3-2 0 0,-3 4-20 0,0 2 1 16,-2 2-1-16,-7 4 1 0,3-2-1 0,-3 9 1 16,3-3-1-16,2 6 1 0,-3 3-23 0,3-1 0 15,2 7 0-15,6 1 0 0,4 5 0 0,3-4 0 16,6 4 0-16,3-5 1 0,8 1 1 0,0 0 1 16,11-1-1-16,-5-7 1 0,8 1-1 0,5-1 0 15,-3-9 0-15,5 2 1 0,-6-8-2 0,3 0 0 0</inkml:trace>
  <inkml:trace contextRef="#ctx0" brushRef="#br0" timeOffset="184934.04">18378 4620 692 0,'0'0'0'0,"0"0"0"15,0 13 0-15,-2-3 207 0,2 6 0 0,0 1 0 16,-2 5 1-16,2 1-1 0,0 4 0 0,0 3 0 0,2 5 1 15,0-2-136-15,2 6 0 0,-4-4 0 0,5 0 0 16,-1 0 0-16,-4 0 0 0,4-3 0 0,-4-3 0 16,0-29-72-16,0 0-2195 0</inkml:trace>
  <inkml:trace contextRef="#ctx0" brushRef="#br0" timeOffset="185166.58">18456 4897 668 0,'0'0'0'0,"0"0"0"0,0 0 0 0,12 11 201 0,-4-3 1 16,2 0-1-16,2 0 1 0,1 0-1 0,3 3 1 15,2-7-1-15,1 0 1 0,1-4-129 0,0-4 0 16,3-4 0-16,3-5 0 0,-3-1-1 0,1-5 1 16,-2-7 0-16,3-3 0 0,-3-2-21 0,-8 3 0 15,-3-3 0-15,-5 0 1 0,-6 6-1 0,-4 1 0 16,-7 3 0-16,-1 7 0 0,-10 2-24 0,-3 8 1 15,-1-3-1-15,-7 7 1 0,-1 7-1 0,-3-3 0 0,1 4 0 16,-3 2 1-16,2 2-31 0,5 1 1 0</inkml:trace>
  <inkml:trace contextRef="#ctx0" brushRef="#br0" timeOffset="185466.46">18971 4571 744 0,'0'0'0'0,"0"0"0"0,-9 0 0 0,1 4 204 15,-2 0 0-15,0 3 0 0,0 1 0 0,-2 0-1 16,3 0 1-16,1 2 0 0,2 3 0 0,6-1-132 15,0 2 1-15,6 3-1 0,4-3 1 0,5 3-1 16,1 1 0-16,2-4 0 0,5 3 1 0,1 1-22 0,-1-1 1 16,1 1 0-16,-8-3 0 0,3 1-1 0,-11 2 1 15,-2-1-1-15,-8-3 1 0,-4-2-28 0,-5 3 0 16,-5-7 0-16,-2-4 1 0,-4 2-1 0,-3-4 0 16</inkml:trace>
  <inkml:trace contextRef="#ctx0" brushRef="#br0" timeOffset="186316.34">20312 4682 356 0,'0'0'0'16,"0"0"0"-16,0 0 0 0,-8 0 256 0,2 0 1 15,-3 0 0-15,1 0 0 0,0 4-1 0,0-4 1 16,2 0-1-16,0 4 1 0,4-4-178 0,2 4 0 15,4 0 0-15,4-4 1 0,6 5-1 0,1-1 0 16,1-2 0-16,6 2 1 0,7 0-30 0,5-4 1 0,1 4 0 16,4-4 0-16,26 0-51 0,-65 0-2435 0</inkml:trace>
  <inkml:trace contextRef="#ctx0" brushRef="#br0" timeOffset="186499.65">20220 4889 712 0,'0'0'0'0,"0"0"0"0,-8 4 0 15,4 0 210-15,2 0 1 0,0-4 0 0,2 5 0 16,0-1-1-16,4-2 1 0,2 2 0 0,4 0 0 16,5-4-143-16,3 4 1 0,6-4 0 0,3 0 0 15,5 0-1-15,9 0 1 0,6 0-1 0,0-4 1 0,34-4-69 16,-81 8-2211-16</inkml:trace>
  <inkml:trace contextRef="#ctx0" brushRef="#br0" timeOffset="186784.07">20566 4586 620 0,'0'0'0'16,"0"0"0"-16,0 0 0 0,0 0 215 0,0 0 0 0,0 0 0 16,0 0 0-16,0 0-1 0,0 0 1 0,6 0 0 15,5-2 0-15,-1 2-150 0,6 0 1 0,2 2 0 16,3 0 0-16,3 4-1 0,3-2 1 0,-5 4-1 16,2 2 1-16,3 3-18 0,-7 1 0 0,-2 7 0 15,-3-3 1-15,-7 5-1 0,-4 1 0 0,-4 3 0 16,-4-1 1-16,-2 1-19 0,-6 4 0 0,-3-4 0 15,-1 3 0-15,-2-3 0 0,-3 0 0 0,1-1 0 16,2-5 0-16,18-21-30 0,0 0-2618 0</inkml:trace>
  <inkml:trace contextRef="#ctx0" brushRef="#br0" timeOffset="188266.41">21368 4438 604 0,'0'0'0'0,"0"0"0"0,0 0 0 16,0 0 167-16,0 0 0 0,0 0 0 0,0 0 0 15,0 0-1-15,0 0 1 0,0 0 0 0,0 0 0 16,12 6-81-16,-6 6 0 0,3 1 0 0,1 5 0 0,2 5-1 16,0 7 1-16,2 1 0 0,-1 10 0 0,-1 2-24 15,0 0 1-15,-2 3-1 0,-4-3 1 0,0 2-1 16,-1-2 0-16,-1-6 0 0,-4 2 1 0,0-4-25 0,0-9 1 16,-4-3-1-16,4-7 1 0,-5-1-1 0,5-11 0 15,0 0 0-15,-4-4 1 0,2 0-43 0,2-4 0 16,0 0 0-16,0-11 0 0,2 3 0 0,2-7 0 15,1-3 0-15,-1 1 0 0,2-1 16 0,2-5 1 16,2 5-1-16,4 1 1 0,-4 3-1 0,5 1 1 16,-1 3-1-16,2 6 1 0,3-1-7 0,-7 7 0 15,4 2 0-15,0 4 1 0,1 7-1 0,-1 1 0 16,0-2 0-16,-2 7 0 0,1 1 0 0,-3 3 0 0,-4 3 0 16,0 3 1-16,-4 2-1 0,0-3 0 0,-2 1 0 15,-2 0 0-15,0-5-2 0,0 5 0 0,0-9 0 16,0 3 0-16,0-21-4 0,0 0-2711 0</inkml:trace>
  <inkml:trace contextRef="#ctx0" brushRef="#br0" timeOffset="188820.13">22402 4739 676 0,'0'0'0'0,"0"0"0"0,10 0 0 16,0-4 200-16,7 0 1 0,3 2-1 0,4-2 1 16,7-4-1-16,6 4 1 0,-3-2-1 0,1 2 1 15,4 1-133-15,-1 1 1 0</inkml:trace>
  <inkml:trace contextRef="#ctx0" brushRef="#br0" timeOffset="189017.25">22396 4881 752 0,'0'0'0'16,"0"0"0"-16,0 0 0 0,0 0 186 0,0 0 1 16,8 4 0-16,-2-4 0 0,4 0-1 0,5 0 1 0,3 0-1 15,4-4 1-15,7 2-123 0,10 0 1 0,-5 0 0 16,13-2 0-16,-2 4-1 0,2-4 1 0</inkml:trace>
  <inkml:trace contextRef="#ctx0" brushRef="#br0" timeOffset="190266.1">23456 4292 132 0,'0'0'0'0,"0"0"0"16,0 0 0-16,0 0 224 0,0 0 1 0,-8-8-1 16,6 8 1-16,0-4-1 0,0 0 0 0,0 4 0 15,0-6 1-15,2 4-162 0,0 2 1 0,0 0-1 16,0 0 1-16,0 4-1 0,2 4 0 0,2-4 0 16,0 4 1-16,0 7-10 0,0 3 1 0,2 3 0 15,-1 5 0-15,3-3-1 0,-6 8 1 0,0 3-1 0,2 1 1 16,0-2-34-16,0-2 0 0</inkml:trace>
  <inkml:trace contextRef="#ctx0" brushRef="#br0" timeOffset="190599.87">23096 4292 468 0,'0'0'0'15,"0"0"0"-15,0 0 0 0,-8 0 172 0,8 0 0 0,-4 2 0 16,4-2 1-16,-4 2-1 0,4 0 0 15,4 3 0-15,0-5 0 0,4 0-102 0,6 0 0 0,5 0 0 16,5 0 0-16,7 0 0 0,5-5 0 0,13 1 0 16,6 2 0-16,2-2-27 0,6 0 1 0,2 0-1 15,-2 0 1-15,-2-2-1 0,0 2 0 0,-4 0 0 16,-4 4 1-16,-4-5-27 0,-10 1 1 0,-5 0 0 16,-5 0 0-16,-29 4-18 0,0 0-2118 0</inkml:trace>
  <inkml:trace contextRef="#ctx0" brushRef="#br0" timeOffset="191134.37">23102 4729 660 0,'0'0'0'0,"0"0"0"0,10 0 0 15,1 0 173-15,-3-4 0 0,6 4 0 0,6 0 1 16,3 0-1-16,5 0 0 0,11-4 0 0,8 4 0 0,6-4-99 16,4 4 0-16,6-4 0 0,0 4 0 0,2-4-1 15,0 2 1-15,-6 2 0 0,-2-2 0 0,0 0-74 16,-57 2-1977-16</inkml:trace>
  <inkml:trace contextRef="#ctx0" brushRef="#br0" timeOffset="194999.51">23302 4994 384 0,'0'0'0'16,"0"0"0"-16,0 0 0 0,0 0 118 0,0 0 0 15,0 0 0-15,0 0 0 0,0 0 0 0,0 0 0 0,0 0 0 16,0 0 0-16,0 0-31 0,0 0 0 0,0 0 0 15,0 10 0-15,2-2 0 0,0 0 0 0,0 3 0 16,2-3 0-16,0 4-25 0,-4 7 1 0,4-7 0 16,-4 6 0-16,0 1-1 0,0-1 1 0,0 3 0 15,0-7 0-15,-4 3-23 0,0-3 0 0,4-2 0 16,-6-1 0-16,4-5-1 0,0 0 1 0,0-2 0 16,2-4 0-16,0-4-44 0,0 0 0 0,0-4 0 15,0-3 0-15,2-3 0 0,2-3 0 0,2-1 0 0,-2 2 1 16,2-7 18-16,2 1 1 0,0 1 0 0,0 3 0 15,5-1-1-15,-5-1 1 0,2 5 0 0,2-1 0 16,-2 6-8-16,1 1 0 0,1 5 0 0,2-2 0 0,-4 4-1 16,2 2 1-16,5 0 0 0,-7 4 0 15,4 4-3-15,0 1 0 0,1-3 0 0,1 6 1 0,-6 4-1 16,2-1 0-16,0 3 0 0,-3 3 1 0,-1-3 2 16,-2 3 1-16,0 1-1 0,-2 1 1 0,-4-5-1 15,0 1 0-15,0 1 0 0,0-7 1 0,0-13-9 0,0 0-2334 16</inkml:trace>
  <inkml:trace contextRef="#ctx0" brushRef="#br0" timeOffset="200392.95">7638 8212 80 0,'0'0'0'0,"0"0"0"15,0 0 0-15,0 0 62 0,0 0 0 0,0 0 0 16,0 0 0-16,0 0-1 0,0 0 1 0,0 0 0 16,0 0 0-16,0 0 13 0,0 0 1 0,0 0 0 15,0 0 0-15,0 8-1 0,0-6 1 0,4 0 0 16,-4 2 0-16,0 2 3 0,4 3 0 0,1-5 0 16,-1 2 0-16,0 2 0 0,0 4 0 0,2-3 0 0,-2 1 0 15,0 2-17-15,0-2 1 0,0 3-1 0,0-5 1 16,0 2-1-16,-2 2 1 0,0-3-1 0,0-3 1 15,0 2-80-15,0 0 0 0,3-4 0 0,-5-2 1 16,0 0-1-16,0-2 1 0,0 0-1 0,0-2 1 0,-5-4 54 16,3 2 0-16,-2-6 0 0,0-2 1 0,4-1-1 15,-4-1 0-15,0-5 0 0,4 3 1 0,0-4-18 16,0 1 1-16,0 5-1 0,0-7 1 0,4 7-1 16,0 2 0-16,2 1 0 0,3 7 1 0,-1-4-3 15,0 4 0-15,0 2 0 0,2 0 1 0,2 2-1 16,5 0 0-16,-3 2 0 0,-2 0 1 0,2 2-1 0,3 4 1 15</inkml:trace>
  <inkml:trace contextRef="#ctx0" brushRef="#br0" timeOffset="203575.68">7990 7882 232 0,'0'0'0'0,"0"0"0"16,0 0 0-16,0 0 219 0,0 0 0 0,0 0 0 0,0 0 1 16,0 0-1-16,0 0 0 0,0 0 0 0,0 0 1 15,0 0-168-15,0 0 0 0,0 0 0 0,0 0 0 16,4 12-1-16,-4-6 1 0,5 6 0 0,-5 5 0 16,4-3-19-16,-4 5 1 0,0 5 0 0,0-1 0 15,2 8-1-15,-2 3 1 0,2 3-1 0,0 6 1 16,0-8-14-16,0 4 0 0,2-2 0 0,-4-6 1 0,4 0-1 15,-4-5 0-15,4-7 0 0,0 1 0 0,-4-9-20 16,4-3 0-16,-4 0 0 0,0-8 1 0,0 0-1 16,0 0 0-16,0-4 0 0,0-4 1 0,0-3-1 0,0 3 1 15,4-6-1-15,-4 2 1 0,0-5-1 16,4 7 1-16,-4-7-1 0,4 3 1 0,0 2 3 0,3 0 1 16,-3 1-1-16,0 3 1 0,0 2-1 0,0 2 1 15,4 0-1-15,-6 0 1 0,4-1 2 0,0 5 0 16,-2 0 0-16,4 0 0 0,-4 0-1 0,5 5 1 15,-5 1 0-15,2-2 0 0,-2 8-1 0,4 0 0 16,-4 1 0-16,4 1 1 0,-4 5-1 0,2-5 0 16,3 2 0-16,-5 1 1 0,4 1-1 0,-4-3 1 0,4 1 0 15,-4-2 0-15,0 3-1 0,2-7 1 0</inkml:trace>
  <inkml:trace contextRef="#ctx0" brushRef="#br0" timeOffset="204427.56">8528 9151 480 0,'0'0'0'0,"0"0"0"16,0 0 0-16,0 0 198 0,0 0 1 0,0 0 0 15,0 0 0-15,0 0-1 0,0 0 1 0,14 0-1 16,-2-4 1-16,4 0-131 0,7-4 1 0,-3 4 0 15,7-2 0-15,-3 1-1 0,9-3 1 0,3 2-1 16,-1 0 1-16,-1 0-24 0,5 2 1 0</inkml:trace>
  <inkml:trace contextRef="#ctx0" brushRef="#br0" timeOffset="205076.57">9814 8513 436 0,'0'0'0'0,"0"0"0"0,0 0 0 0,0 0 202 0,0 0 1 16,0 0-1-16,0 0 1 0,0 0-1 0,4 6 1 15,-2 1-1-15,4 5 1 0,-2 0-135 0,0 7 1 16,0 7-1-16,5 7 1 0,-5 10-1 0,2 6 1 15,2 9-1-15,0 1 1 0,4 1-15 0,-6-1 0 16,7 3 0-16,-5-3 1 0,4-3-1 0,-4-3 0 16,2-4 0-16,-2-6 1 0,1-2-27 0,-1-6 0 15,-2-4 0-15,2-8 0 0,-8-23-28 0,0 0-2363 0</inkml:trace>
  <inkml:trace contextRef="#ctx0" brushRef="#br0" timeOffset="205443.13">9663 9205 348 0,'0'0'0'0,"0"0"0"0,0 0 0 15,0 0 234-15,0 0 0 0,-10-11 0 0,6 11 1 16,0-2-1-16,0 2 0 0,0-2 0 0,-4 2 0 15,2 0-161-15,2 4 0 0,-5 2 0 0,1-1 0 0,0 5-1 16,2 2 1-16,2 0 0 0,0 7 0 0,-4-1-25 16,4 5 0-16,0 1 0 0,4-1 1 0,0 4-1 15,4-5 0-15,4 1 0 0,4 1 1 0,2-5-22 16,5-7 1-16,5 1-1 0,-2-7 1 0,7-2-1 16,1-4 1-16,1-8-1 0,0-1 1 0,-3-5-30 0,3-4 0 15,-9-3 0-15,-2-2 1 0,-1 1-1 0,-3-3 0 16,-8 1 0-16,-2 1 1 0,-6 3 5 0,-4-3 1 15,-2 3 0-15,-6 5 0 0,-5 1-1 0,-1 2 1 16,-2 3-1-16,2 3 1 0,-11 4 0 0,3 4 0 16,-5 2 0-16,-4 7 0 0,5-3 0 0,-3 2 0 15,3 6 0-15,3 3 0 0,27-19-5 0,0 0-2605 0</inkml:trace>
  <inkml:trace contextRef="#ctx0" brushRef="#br0" timeOffset="206676.61">6366 9797 12 0,'0'0'0'0,"0"0"0"0,0 0 0 0,0 0 129 0,0 0 0 16,0 0 0-16,0 0 1 0,8-6-1 0,1 2 0 16,1 4 0-16,6 0 0 0,0 0-41 0,7-4 1 15,7 4-1-15,9 0 1 0,16 0-1 0,22-4 0 16,11 4 0-16,18 0 1 0,32 4-27 0,4-4 1 16,9 0-1-16,6 0 1 0,8 0-1 0,1 0 1 0,12 0-1 15,1 0 1-15,2-4-14 0,12 4 1 0,0 0 0 16,5 4 0-16,1-4-1 0,3 4 1 0,-5 0-1 15,-3 0 1-15,-11 2-62 0,-2-2 1 0,-4 1 0 16,-10-5 0-16,-12-5 0 0,-1 1 0 0</inkml:trace>
  <inkml:trace contextRef="#ctx0" brushRef="#br0" timeOffset="209697.08">6959 10445 496 0,'0'0'0'0,"0"0"0"16,0 0 0-16,-9 9 136 0,5-9 0 0,0 4 0 16,-4-4 1-16,2 0-1 0,2 2 0 0,0-2 0 15,-4 2 1-15,4-2-56 0,4 0 0 0,-4 0 0 16,4-2 0-16,0 0-1 0,0-2 1 0,4-5 0 15,4 1 0-15,0-2-33 0,6-2 0 0,-2-3 0 16,3 1 1-16,5-2-1 0,0-1 0 0,7-1 0 0,-1-1 1 16,-3 1-17-16,5 1 1 0,3 3-1 0,-5 2 1 15,3-3-1-15,-7 3 1 0,0 4-1 0,3 2 1 16,-7 2-37-16,3 1 0 0,-7 3 0 0,-2 3 1 16,0 1-1-16,-4 2 0 0,-4 2 0 0,2 0 1 15,-6 7 13-15,0-1 1 0,0 2-1 0,-8 7 1 16,2-1-1-16,2 3 0 0,0 0 0 0,-4 1 1 0,4 3-7 15,-4-2 1-15,4-1-1 0,2-3 1 0,-2-3-1 16,4-1 1-16,0-7-1 0,4 3 1 0,0-7 0 16,2 0 1-16,2-2 0 0,4-2 0 0,-4-4-1 15,7-4 1-15,1-4 0 0,2 0 0 0,-2-3-1 0,7-5 0 16,-3 2 0-16,-2-9 0 0,7 1 0 0,-3-3 0 16,1 2 0-16,-3 1 0 0,-2-1-1 0,-1 3 1 15,-5 5-1-15,0 3 1 0,-2 2-1 0,-2 6 1 16,1 0-1-16,-5 4 1 0,4 4 2 0,-2 0 0 15,2 4 0-15,0 6 1 0,0-1-1 0,-2 5 0 16,3 5 0-16,-1 1 0 0,0 3-1 0,0 2 1 16,-4 1-1-16,2-1 1 0,2 4-1 0,-4-2 0 15,0-2 0-15,0 3 1 0,5 7-7 0,-9-39-2399 0</inkml:trace>
  <inkml:trace contextRef="#ctx0" brushRef="#br0" timeOffset="210113.06">8516 10386 284 0,'0'0'0'16,"0"0"0"-16,0 0 0 0,0 0 258 0,0 0 0 15,0 0 0-15,0 0 1 0,0 0-1 0,0 0 0 0,16-6 0 16,-4 4 1-16,6 0-190 0,5 2 0 0,9-2 0 16,3 2 0-16,8 0 0 0,1 0 0 0</inkml:trace>
  <inkml:trace contextRef="#ctx0" brushRef="#br0" timeOffset="213537.59">9853 10095 316 0,'0'0'0'0,"0"0"0"0,0 0 0 0,0-9 122 0,0 5 0 15,0 0 0-15,2 0 0 0,0-4 0 0,2 2 0 16,0 2 0-16,4 0 0 0,-4 4-26 0,4 0 1 16,-4 6-1-16,4 4 1 0,3 6-1 0,-3 5 1 15,0 14-1-15,-2 8 1 0,6 12-26 0,-4 15 1 16,1 4-1-16,-1 6 1 0,-2 4-1 0,2 6 1 15,0-8-1-15,4-14 1 0,-4-13-34 0,3-6 1 0,1-14-1 16,0-8 1-16,-12-27-39 0,0 0-2093 0</inkml:trace>
  <inkml:trace contextRef="#ctx0" brushRef="#br0" timeOffset="214119.28">9665 10546 420 0,'0'0'0'0,"0"0"0"15,0 0 0-15,-8 0 210 0,4 0 1 0,0 0-1 16,-4 0 1-16,0 2-1 0,0 2 1 0,2 0-1 16,-3 2 1-16,1 0-137 0,-4 3 0 0,6 3 0 15,-2 2 0-15,4 1 0 0,0 1 0 0,0 7 0 16,4-3 0-16,0 5-27 0,4-3 0 0,4 3 0 15,2-2 1-15,6-7-1 0,5 2 0 0,5-9 0 0,5-3 1 16,7-6-23-16,-3-4 1 0,4-3 0 0,-5-5 0 16,-1-6-1-16,-1-3 1 0,-3-3-1 0,-3 3 1 15,-5-6-27-15,-7 1 1 0,-6-1 0 0,-4 7 0 16,-4 1-1-16,-8 3 1 0,4 1 0 0,-10 3 0 16,1 6 3-16,-7 6 0 0,2 0 0 0,-3 0 1 15,-1 8-1-15,-4 6 0 0,-7 3 0 0,0 3 0 0,-13 13-3 16,46-33-2477-16</inkml:trace>
  <inkml:trace contextRef="#ctx0" brushRef="#br0" timeOffset="-212319.05">11239 9147 708 0,'0'0'0'0,"0"0"0"16,0 0 0-16,0 0 173 0,0 0 0 0,0 0 0 0,0 0 0 15,0 0 0-15,0 0 0 0,14-4 0 0,-6 4 0 16,4-4-69-16,0-2 1 0,7 2 0 15,-3 0 0-15,11-1-1 0,-1 1 1 0,3 0-1 0,7-2 1 16,1 0-58-16,6 0 1 0,1 2 0 0,-1-5 0 16,34-1-48-16,-77 10-2340 0</inkml:trace>
  <inkml:trace contextRef="#ctx0" brushRef="#br0" timeOffset="-212082.62">11404 9354 468 0,'0'0'0'16,"0"0"0"-16,0 0 0 0,0 0 203 0,0 0 0 0,0 0 0 15,12 0 0-15,-8 0 0 0,6-4 0 0,2 0 0 16,9 0 0-16,-3 0-131 0,6-2 0 0,7 0 0 15,3-1 1-15,5 3-1 0,0-2 0 0,4 0 0 16,-1 2 1-16,1 2-22 0,-4-2 0 0</inkml:trace>
  <inkml:trace contextRef="#ctx0" brushRef="#br0" timeOffset="-207749.37">12877 8878 620 0,'0'0'0'0,"0"0"0"0,0 0 0 0,0 0 169 0,0 0 1 16,0 0-1-16,0 0 1 0,4 9-1 0,4-5 0 16,-4 0 0-16,7 0 1 0,5 2-76 0,0 2 0 15,6-4 0-15,1-2 0 0,5 3 0 0,3-3 0 16,8-2 0-16,-1 0 0 0,5-2-31 0,0-3 0 15,1-1 0-15,3-2 1 0,-4-2-1 0,0-2 0 16,-5-3 0-16,-3 3 0 0,-6-5-34 0,-3 3 0 16,-8-4 0-16,-10 1 1 0,-3 5-1 0,-5 2 0 15,-5-5 0-15,-7 5 1 0,-2 0-26 0,-6 2 1 16,-3-1-1-16,-7 3 1 0,-1-2-1 0,-7-2 0 0,-3 6 0 16,0 0 1-16,-2 4-3 0,1 0 1 0,-1 2 0 15,0 4 0-15,0 4-1 0,1 2 1 0,3 7 0 16,4 3 0-16,1 3 0 0,3 2 0 0,3 3 0 15,5 1 1-15,3 0-1 0,6 2 0 0,6-5 0 16,2 5 1-16,8-2-1 0,6 4 1 0,6 0 0 16,10-2 0-16,3 1-1 0,5 5 1 0,11-4-1 15,6-4 1-15,6 0 0 0,10-9 0 0,-2-1 0 0,10-7 0 16,19-6 0-16,-6-10 0 0,-5-4 0 0,-12-8 0 16,-4-3 0-16,-10 1 0 0,-6-2 0 0,-6-5 1 15,-43 23-5-15,0 0-2721 0</inkml:trace>
  <inkml:trace contextRef="#ctx0" brushRef="#br0" timeOffset="-206717.12">13701 8292 284 0,'0'0'0'0,"0"0"0"0,0 0 0 0,0 0 276 16,-12 0 0-16,8 0 0 0,0 4 0 0,-4-4 0 16,0 4 0-16,2-4 0 0,-3 0 0 0,1 4-193 0,0-4 0 15,2 4 0-15,0 0 0 0,0 2 0 16,2 3 0-16,0-1 0 0,4-2 0 0,0 6-46 0,0 1 1 15,4-1 0-15,4 2 0 0,0-5-1 0,6 1 1 16,-1 2-1-16,1-8 1 0,6 2-23 0,-6-2 0 16,7 1 0-16,-1-5 1 0,2 0-1 0,-3-7 0 15,1 1 0-15,-4 0 0 0,-1-2-16 0,-3-6 1 16,-4 1-1-16,-2-3 1 0,-4 1-1 0,-4-3 1 16,-2 2-1-16,-2-3 1 0,-2-1-3 0,-8 5 0 0,1-1 0 15,-1 6 0-15,-2-1 0 0,1 3 0 0,-3 4 0 16,2 0 1-16,-1 4-2 0,3 4 0 0,2 0 0 15,0 2 1-15,14-6 3 0,0 0-2652 0</inkml:trace>
  <inkml:trace contextRef="#ctx0" brushRef="#br0" timeOffset="-206548.51">13990 8384 404 0,'0'0'0'0,"0"0"0"0,0 0 0 0,0 0 225 15,0 0 1-15,0 0 0 0,0 0 0 0,0 0-226 16,0 0-981-16</inkml:trace>
  <inkml:trace contextRef="#ctx0" brushRef="#br0" timeOffset="-206181.6">14226 8212 608 0,'0'0'0'0,"0"0"0"15,0 0 0-15,-8 4 176 0,4 0 1 0,-4 0 0 16,-2 2 0-16,2 2-1 0,-6 3 1 0,1-3 0 16,5 4 0-16,-4 1-117 0,4 1 0 0,2-2 0 15,2 3 0-15,0-3 0 0,4 0 0 0,4 3 0 16,4-5 0-16,2 2-22 0,6-2 1 0,-2-1 0 16,7-1 0-16,1-8-1 0,3 0 1 0,-3 0 0 15,2-6 0-15,-1-1-10 0,-1 1 1 0,-1-8 0 0,-9 2 0 16,2-7-1-16,-2 3 1 0,-8-3-1 0,-4 3 1 15,-4-3-38-15,-4-1 1 0,-6 6-1 0,2-3 1 16,-5 7-1-16,-1-2 1 0,-2 5-1 0,-1 3 1 16,3 2 16-16,-4 2 1 0,1 2 0 0,5 2 0 0,2 1-1 15,0 1 1-15</inkml:trace>
  <inkml:trace contextRef="#ctx0" brushRef="#br0" timeOffset="-205782.59">14798 8097 452 0,'0'0'0'0,"0"0"0"15,0 0 0-15,-8 0 212 0,2 4 1 0,-2-4-1 16,0 2 1-16,0 2-1 0,-5 0 0 0,-1 0 0 16,2 5 1-16,-6-5-154 0,1 0 0 0,1 2 0 15,2 2 0-15,-4 0 0 0,3 1 0 0,5 5 0 16,-4-2 0-16,4 1-19 0,4 5 1 0,-3-4-1 16,5 3 1-16,4 1-1 0,0 3 0 0,0 1 0 15,4 1 1-15,1-5-8 0,5-1 0 0,2 1 0 0,4-3 0 16,0-3-1-16,3-2 1 0,1-6 0 0,3 0 0 15,-5-2-43-15,2-2 0 0,-6-4 0 0,3 0 0 16,-3-4 0-16,-2-4 0 0,0-1 0 0,-8 3 0 16,1-4 22-16,-10 6 1 0,1-5-1 0,-4 3 1 15,-2 6-1-15,-2-4 0 0,-4 4 0 0,1-1 1 16,-1 5-4-16,-8 5 0 0,1-1 0 0,1 0 1 0,-17 10-10 16,39-14-2449-16</inkml:trace>
  <inkml:trace contextRef="#ctx0" brushRef="#br0" timeOffset="-204698.38">15100 8005 92 0,'0'0'0'0,"0"0"0"16,0 0 0-16,0 0 256 0,0 0 0 0,0 0 0 15,-5-9 0-15,3 5-1 0,0 0 1 0,0 2 0 16,2 2 0-16,-2-4-209 0,0 4 0 0,-2 0 0 16,0 0 0-16,0 0 0 0,0 4 0 0,-2 4 0 15,0 7 0-15,0-1-7 0,2 7 1 0,-4 5-1 16,3 7 1-16,-3 8-1 0,4 4 1 0,4 4-1 0,4-1 1 15,4 1-21-15,5-10 0 0,5 2 0 0,4-10 0 16,7-9 0-16,1-3 0 0</inkml:trace>
  <inkml:trace contextRef="#ctx0" brushRef="#br0" timeOffset="-204448.43">15439 7880 20 0,'0'0'0'16,"0"0"0"-16,0 0 0 0,0 0 259 0,0 0 0 15,0 0 0-15,0 0 0 0,0 0 0 0,0 0 0 16,0 0 0-16,0 0 0 0,0 0-186 0,0 0 1 15,-4 10 0-15,6-2 0 0,2-2-1 0,1 6 1 0,1 1 0 16,2-1 0-16,-4 4-27 0,4 5 0 0</inkml:trace>
  <inkml:trace contextRef="#ctx0" brushRef="#br0" timeOffset="-204282.52">15281 8134 652 0,'0'0'0'0,"0"0"0"0,0 0 0 16,0 0 193-16,12 0 0 0,-4 0 0 0,4 0 1 16,-2 2-1-16,7-2 0 0,-1 2 0 0,6-2 1 15,1 0-143-15,1-2 1 0,7-2 0 0,3 0 0 16,25-11-52-16,-59 15-1804 0</inkml:trace>
  <inkml:trace contextRef="#ctx0" brushRef="#br0" timeOffset="-203933.63">15409 8163 532 0,'0'0'0'0,"0"0"0"0,0 0 0 0,-8 6 199 0,6-4 1 16,-2 4-1-16,0-2 1 0,0 4-1 0,-1-4 1 16,1 3-1-16,4 1 1 0,-4 0-148 0,-2-2 1 15,4 4-1-15,0 1 1 0,2-3-1 0,0-2 1 16,2 2-1-16,0 0 1 0,4-4-16 0,-2 1 0 15,5-1 0-15,-1-4 1 0,2 0-1 0,2 0 0 16,0 0 0-16,-2-2 0 0,7-2-14 0,-5 1 0 0,-2 3 0 16,2-4 0-16,1 4-1 0,-1 0 1 0,2 0 0 15,-6 0 0-15,0 0-23 0,5-4 1 0,-3 4-1 16,2-4 1-16,-4-2-1 0,2 0 1 0,2 2-1 16,-3-2 1-16,-5 1-1 0,2-3 1 0,-2 4 0 15,0 0 0-15,-2 2-1 0,-2-2 1 0,0 4-1 16,0 0 1-16,-2 4 2 0,0 0 0 0,0 2 0 15,-2 7 1-15,2-5-1 0,0 6 0 0,2 3 0 0,0 1 1 16,2-2-1-16,0 3 1 0,4-7 0 0,0 7 0 16,2-5-1-16,0-2 1 0,-2 1-1 0,2-3 1 15,-8-10-4-15,0 0-2319 0</inkml:trace>
  <inkml:trace contextRef="#ctx0" brushRef="#br0" timeOffset="-203680.82">15751 7955 692 0,'0'0'0'15,"0"0"0"-15,0 0 0 0,0 0 175 0,14 11 0 16,-10-3 0-16,4 0 0 0,2-2 0 0,3 7 0 15,-1 3 0-15,4 2 0 0,3 9-115 0,-1-2 1 0,2 8-1 16,-2 1 1-16,-1 1-1 0,-5 2 1 16,-6 2-1-16,-4 4 1 0,-2-8-19 0,-4 6 1 0,-4-6 0 15,-4-4 0-15,12-31-43 0,0 0-2061 0</inkml:trace>
  <inkml:trace contextRef="#ctx0" brushRef="#br0" timeOffset="-202748.86">16089 9235 364 0,'0'0'0'0,"0"0"0"15,0 0 0-15,0 0 222 0,0 0 0 0,0 0 0 0,0 0 0 16,10 0-1-16,-4 0 1 0,6 0 0 0,2 0 0 16,7 0-146-16,-3 4 1 0,7-4-1 0,-1 2 1 15,6 0-1-15,5 1 1 0,2-1-1 0,-1-2 1 16,38-5-77-16,-74 5-2064 0</inkml:trace>
  <inkml:trace contextRef="#ctx0" brushRef="#br0" timeOffset="-201948.82">17363 9073 408 0,'0'0'0'0,"0"0"0"15,0 0 0-15,-12-2 218 0,7 0 0 0,-5 0 0 16,2 0 0-16,-2 0-1 0,0 2 1 0,0-4 0 15,-3 4 0-15,1 4-164 0,0-2 1 0,2 4 0 16,-2 4 0-16,3 5-1 0,-3 5 1 0,4 3 0 16,0 4 0-16,2 12-7 0,2-3 0 0,0 8 0 15,8-1 0-15,4 2 0 0,6-10 0 0,7-1 0 0,5-5 0 16,7-8-19-16,5-7 1 0,7-8 0 0,2-6 0 16,0-6-1-16,1-8 1 0,-1-7 0 0,0-8 0 15,-8-5-36-15,-9-7 0 0,-3-3 0 0,-7-5 1 16,-12 2-1-16,-4-2 1 0,-8 4-1 0,-4 2 1 15,-10 2 14-15,-3 6 0 0,-5 4 0 0,-3 6 0 16,-5 11 0-16,-5 0 0 0,-1 8 0 0,-3 8 0 16,0 8 4-16,2 2 0 0</inkml:trace>
  <inkml:trace contextRef="#ctx0" brushRef="#br0" timeOffset="-201731.13">17945 9289 648 0,'0'0'0'16,"0"0"0"-16,0 0 0 0,0 0 212 0,0 0 1 0,0 0 0 16,0 0 0-16,0 0-1 0,0 0 1 0,0 0 0 15,0 0 0-15,0 0-156 0,0 0 0 0,0 0 0 16,0 0 1-16,0 0-58 0,0 0-1935 0</inkml:trace>
  <inkml:trace contextRef="#ctx0" brushRef="#br0" timeOffset="-201398.7">18281 8856 644 0,'0'0'0'0,"0"0"0"0,0 0 0 0,0 0 181 15,0 0 0-15,0 0 0 0,-6-4 0 0,1 4 0 16,5-4 0-16,0 4 0 0,0 0 0 0,0-4-118 16,5-1 1-16,-1 1-1 0,0 0 1 0,6 2-1 15,2-2 0-15,0 0 0 0,3-4 1 0,5 4-16 0,-4 0 0 16,3 2 0-16,1 2 0 0,2 0-1 0,-3 4 1 15,1 2 0-15,-2 2 0 0,3 4-6 0,-5 3 0 16,2-1 0-16,-2 2 1 0,3 7-1 0,-7 2 0 16,0 1 0-16,2 1 1 0,1 2-58 0,-3 1 1 15,0-3-1-15,-4 4 1 0,-2 0-1 0,0-3 1 16,-1 3-1-16,-1 0 1 0,-2-2 34 0,2-1 0 0,-4-1 0 16,0-2 0-16,0-25-20 0,0 0-2463 0</inkml:trace>
  <inkml:trace contextRef="#ctx0" brushRef="#br0" timeOffset="-201233.18">18336 9180 672 0,'0'0'0'0,"0"0"0"16,0 0 0-16,0 0 235 0,-9 0 0 0,7 0 0 16,2 0 0-16,0 0-1 0,5 0 1 0,1 2 0 0,6-2 0 15,0 0-170-15,6 0 1 0,7 0-1 0,5-2 1 16,1 0-1-16,8-2 0 0</inkml:trace>
  <inkml:trace contextRef="#ctx0" brushRef="#br0" timeOffset="-200563.4">12757 9736 540 0,'0'0'0'0,"0"0"0"0,0 0 0 0,0 0 203 0,0 0 0 15,0 0 0-15,0 0 0 0,8-2-1 0,4 2 1 16,3 0 0-16,5 0 0 0,2 0-147 0,17 0 1 16,4 0-1-16,18 0 1 0,16 0-1 0,21 0 1 15,10 0-1-15,36 0 1 0,7 2-19 0,-1 0 1 16,7 0-1-16,6 2 1 0,4 0-1 0,-2 0 0 16,6 0 0-16,6 0 1 0,10 0-16 0,10-1 1 15,15-6-1-15,12-1 1 0,8-4-1 0,8 2 1 0,2-4-1 16,3-1 1-16,-1 3-27 0,-8 4 1 0,-8 2 0 15,-12 2 0-15,-3 2 0 0,-13 2 0 0,-9 0 0 16,-10 5 0-16,-16-3 5 0,-10 4 0 0,-11 0 0 16,-16-2 0-16,-12 5-1 0,-12-3 1 0</inkml:trace>
  <inkml:trace contextRef="#ctx0" brushRef="#br0" timeOffset="-199864.81">13394 10189 340 0,'0'0'0'0,"0"0"0"0,0 0 0 0,-2-10 244 0,2 6 0 16,0 0 0-16,0-1 0 0,0 1 0 0,0 0 0 16,2 0 0-16,0 0 0 0,2 2-174 0,0 2 0 15,2 2 0-15,-2 2 1 0,5 4-1 0,-5 7 0 16,2 1 0-16,2 7 1 0,0 7-20 0,0 9 1 16,0 4 0-16,-4 5 0 0,2 3-1 0,1-2 1 15,-1 2-1-15,2-1 1 0,-4-7-33 0,0-2 0 16</inkml:trace>
  <inkml:trace contextRef="#ctx0" brushRef="#br0" timeOffset="-199679.97">13836 10458 648 0,'0'0'0'0,"0"0"0"0,0 0 0 16,0 0 201-16,0 0 0 0,0 0 0 0,0 0 1 16,0 0-1-16,0 0 0 0,0 0 0 0,0 0 0 15,0 0-138-15,0 0 1 0</inkml:trace>
  <inkml:trace contextRef="#ctx0" brushRef="#br0" timeOffset="-199200.18">14135 10123 708 0,'0'0'0'15,"0"0"0"-15,0 0 0 0,-2-8 185 0,2 4 0 0,0 2 0 16,0-2 0-16,2-4-1 0,0 2 1 0,2-1 0 16,4 1 0-16,0 2-124 0,0 0 1 0,7 2-1 15,-3 0 1-15,4 2-1 0,2 2 0 0,1 4 0 16,1-2 1-16,0 2-15 0,3 3 0 0,-1-1 0 16,-1 0 1-16,-5 4-1 0,2 3 0 0,-4-3 0 15,-1 2 0-15,-5 3-11 0,-4-3 0 0,-4 5 0 16,0-1 1-16,-8 3-1 0,0-5 0 0,-1 2 0 15,-1 1 1-15,2-1-48 0,-4 3 1 0,4-7-1 0,2-1 1 16,2-1-1-16,0 2 1 0,4-6 0 0,4 3 0 16,-4-3 24-16,6 0 0 0,4-2 0 0,4 0 1 15,0 5-1-15,7-7 0 0,1 2 0 0,3 2 1 16,1 4-4-16,2-3 0 0,1 3 0 0,-1 2 0 16,-1-4-1-16,-5 7 1 0,3-5 0 0,-11 7 0 0,-2-1-1 15,-4-1 0-15,-8 1 0 0,-8 0 1 0,-2 3-1 16,-6 2 0-16,-11-1 0 0,-1-1 1 0,-11-1 0 15,-4 1 1-15,1-11-1 0,-3-2 1 0,2-6-1 0,4-4 0 16,1-4 0-16,7-6 1 0,3-5-2 0,5-1 1 16</inkml:trace>
  <inkml:trace contextRef="#ctx0" brushRef="#br0" timeOffset="-198615.62">15429 10484 528 0,'0'0'0'15,"0"0"0"-15,0 0 0 0,0 0 247 0,12 0 0 0,-1 0 0 16,1 0 0-16,0 0 0 0,6-4 0 0,5 4 0 16,1-6 0-16,3 4-189 0,1-2 0 0,7 0 0 15,1 2 1-15,-1-2-1 0,2 4 0 0,-3 0 0 16,1-4 1-16,16 4-59 0,-51 0-2228 0</inkml:trace>
  <inkml:trace contextRef="#ctx0" brushRef="#br0" timeOffset="-197715.48">16897 10370 316 0,'0'0'0'0,"0"0"0"16,0 0 0-16,0 0 217 0,-10 0 1 0,5-5-1 15,1 5 1-15,-4-4-1 0,2 2 1 0,-2 0-1 16,0 0 1-16,-4 2-160 0,1 0 0 0,-1 0 0 16,0 4 1-16,0 2-1 0,2-1 0 0,2 5 0 15,-5 2 1-15,5 4-10 0,2 3 0 0,2 4 0 16,0-3 0-16,4 5 0 0,4 1 0 0,0 1 0 15,4 4 0-15,6-3-25 0,1-1 1 0,5 0-1 16,2-1 1-16,7-9-1 0,-3-3 0 0,9-8 0 16,2-6 1-16,3-2-26 0,-1-12 1 0,0-2-1 15,-3-11 1-15,-5-2-1 0,-3-2 1 0,-3-1-1 0,-13-3 1 16,-4-6 3-16,-6 2 1 0,-8-2 0 0,-6 2 0 16,-7 6-1-16,-5 4 1 0,-2-2-1 0,-11 11 1 15,-2 1 9-15,-1 7 1 0,-3 6 0 0,0 8 0 16,4 4-1-16,5 4 1 0,-1 5-1 0,5 5 1 0,5-5-1 15,3 7 1-15</inkml:trace>
  <inkml:trace contextRef="#ctx0" brushRef="#br0" timeOffset="-197548.44">17656 10374 736 0,'0'0'0'16,"0"0"0"-16,0 0 0 0,0 0 206 0,-8 0 0 16,8 0 0-16,-6 2 1 0,2 0-1 0,-1 0 0 0,1 0 0 15,0 2 1-15,0 2-160 0,0-2 1 0</inkml:trace>
  <inkml:trace contextRef="#ctx0" brushRef="#br0" timeOffset="-197199.92">18061 10025 668 0,'0'0'0'0,"0"0"0"0,0 0 0 0,-8-4 170 16,4 0 1-16,-2 4 0 0,1-4 0 0,1 4-1 16,4-7 1-16,-4 5-1 0,2 0 1 0,2 0-115 15,0 0 0-15,6 2 0 0,-2 0 0 0,5 0 0 0,-1 0 0 16,2 0 0-16,6 2 0 0,3 2-1 0,1 5 1 16,-2-5 0-16,7 6 0 0,-5 2-1 0,0 5 1 15,1 5 0-15,-1 1 0 0,-2 8-16 0,1-1 0 16,-5 5 0-16,0 6 1 0,-6 2-1 0,-6-2 0 15,2 2 0-15,0-2 0 0,-1-2-51 0,-3-4 0 16,2-4 0-16,0-4 0 0,0-7 0 0,0-1 0 16</inkml:trace>
  <inkml:trace contextRef="#ctx0" brushRef="#br0" timeOffset="-197032.66">18124 10450 704 0,'0'0'0'0,"0"0"0"15,0 0 0-15,-8 0 217 0,8 0 1 0,-4 0 0 16,4 0 0-16,0 0-1 0,4 0 1 0,0 0-1 16,0-5 1-16,6 3-148 0,2-2 0 0,5 0 0 15,1 0 0-15,2 0 0 0,3 0 0 0,1-4 0 0,7-1 0 16,26-9-70-16,-57 18-2254 0</inkml:trace>
  <inkml:trace contextRef="#ctx0" brushRef="#br0" timeOffset="-196399.28">19577 9248 600 0,'0'0'0'15,"0"0"0"-15,0 0 0 0,0 0 216 0,-8 0 0 16,8-2 0-16,0 2 0 0,2 0-1 0,4 0 1 16,-2 0 0-16,6-3 0 0,3 1-147 0,7 0 1 15,-2 2 0-15,7-4 0 0,5 0-1 0,9-4 1 16,0 4 0-16,3-4 0 0,5 2-37 0,0-7 0 0</inkml:trace>
  <inkml:trace contextRef="#ctx0" brushRef="#br0" timeOffset="-196232.47">19770 9444 712 0,'0'0'0'0,"0"0"0"0,0 0 0 16,0 0 166-16,0 0 1 0,-4 9 0 0,8-9 0 15,1 2-1-15,-1-2 1 0,4 0-1 0,4 0 1 16,6 0-112-16,1 0 0 0,3-2 0 0,6-2 0 15,32-7-55-15,-60 11-1699 0</inkml:trace>
  <inkml:trace contextRef="#ctx0" brushRef="#br0" timeOffset="-191074.99">20922 8899 500 0,'0'0'0'0,"0"0"0"0,-12-2 0 16,6 0 163-16,-2 2 1 0,0-2 0 0,-4 0 0 15,-1 2-1-15,3 2 1 0,-6 0 0 0,4 4 0 16,-3 2-73-16,1 4 0 0,0 3 0 0,4 3 1 0,-4 5-1 15,1 8 0-15,1 6 0 0,2 4 0 0,4 6-16 16,4 8 0-16,4-2 0 0,6 3 1 0,8-11-1 16,3 0 0-16,7-8 0 0,11-6 1 0,5-9-29 15,11-7 0-15,6-11 0 0,21-12 1 0,-1-9-1 16,1-12 0-16,-9-5 0 0,-2-12 0 0,-12-1-53 0,-6-2 0 16,-17-2 0-16,-5 2 0 0,-7 3 0 0,-16 1 0 15,-6 4 0-15,-6 0 1 0,-14 4 23 0,-2 0 1 16,-9 5 0-16,-6 1 0 0,-1 0-1 0,-3 0 1 15,-6 9 0-15,-4 3 0 0,2 7-12 0,-1 4 0 16,-1 12 0-16,2 4 0 0,6 23-7 0,43-31-2737 0</inkml:trace>
  <inkml:trace contextRef="#ctx0" brushRef="#br0" timeOffset="-190791.51">21840 9444 768 0,'0'0'0'0,"0"0"0"0,0 0 0 0,0 0 214 16,-8 0 0-16,4 0 0 0,0 3 1 0,0-1-1 15,-4 0 0-15,4 0 0 0,0 2 0 0,4-4-214 16,0 0-1861-16</inkml:trace>
  <inkml:trace contextRef="#ctx0" brushRef="#br0" timeOffset="-190190.5">22258 8844 664 0,'0'0'0'16,"0"0"0"-16,0 0 0 0,0 0 197 0,0 0 1 0,0 0 0 16,0 0 0-16,14-3-1 0,-6 1 1 0,2-2-1 15,6 0 1-15,5 2-126 0,1-2 0 16,3-4 0-16,3 2 0 0,5 0 0 0,-3 4 0 0,5-7 0 15,-1 5 0-15,-1-2-24 0,-1 2 1 0,-1 0-1 16,-2 0 1-16,-3 0-1 0,-4 4 0 0,-1-4 0 16,-3 4 1-16,-18 0-49 0,0 0-2406 0</inkml:trace>
  <inkml:trace contextRef="#ctx0" brushRef="#br0" timeOffset="-189724.41">22325 8848 552 0,'0'0'0'0,"0"0"0"0,0 0 0 0,0 0 197 0,0 0 0 16,0 0 0-16,0 12 0 0,0-10 0 0,0 4 0 15,0 0 0-15,2 7 0 0,0-3-124 0,0 6 0 16,0-1 0-16,0 5 1 0,0-5-1 0,0 5 0 16,-2 3 0-16,0-5 0 0,0 3-25 0,2-1 1 15,0 1 0-15,0-7 0 0,2 2-1 0,0-5 1 16,0-5 0-16,2 0 0 0,1-2-19 0,1-4 1 16,2 0-1-16,2-4 1 0,0-2-1 0,2 0 0 0,5-1 0 15,1-1 1-15,-4 0-35 0,7 2 0 0,-1 2 0 16,3 0 1-16,-5 0-1 0,4 4 0 0,1 4 0 15,-1 0 1-15,3 2 10 0,-1 2 1 0,1 4-1 16,1 1 1-16,3 1-1 0,-5 0 1 0,-3 5-1 16,1 1 1-16,-4 1 0 0,-1-1 0 0,-7 5 0 15,-2 2 1-15,-6-1-1 0,-4 1 0 0,-4 0 0 16,-4-1 1-16,-4 1-3 0,-7 0 1 0,-3-3 0 16,-2-5 0-16,-5-3-1 0,-4-1 1 0,-1-7-1 0,-5-2 1 15,5-4 0-15,-1-4 0 0,-4-4 0 0,3-2 0 16,3-5 0-16,1 1 0 0,1 2 0 0,5-3 0 15,26 13-7-15,0 0-2664 0</inkml:trace>
  <inkml:trace contextRef="#ctx0" brushRef="#br0" timeOffset="-187574.48">23192 9086 556 0,'0'0'0'0,"0"0"0"15,0 0 0-15,0-9 224 0,4 3 0 0,-4-2 0 0,4 0 1 16,0-2-1-16,0-1 0 0,2 1 0 0,4-4 1 16,5 1-162-16,-3 1 0 0,6 2 0 0,4-5 0 15,3 5 0-15,-3 0 0 0,3 2 0 0,5 2 0 16,-5 4-23-16,1 4 1 0,1 4 0 0,-5 6 0 0,0-2-1 16,-3 7 1-16,-1 1-1 0,-8 7 1 0,0 3-22 15,-4 3 0-15,-6 8 0 0,-2 0 1 16,-6 2-1-16,-6 2 0 0,-4 7 0 0,-5-9 1 0,-5 2-19 15,-1-9 0-15,1 1 0 0,-3-8 0 0,-1-9 0 16,7-5 0-16,1-5 0 0,4-6 0 0,5-6-1 0,3-2 0 16,6-4 0-16,4-3 0 0,2 1 0 0,6-2 0 15,4 1 0-15,0-3 0 0,9 1 0 0,1 5 0 16,5-2 0-16,3-2 1 0,7 3-1 0,3 5 0 16,1 2 0-16,4 4 0 0,1 4 3 0,3 4 0 15,-2 7 0-15,2-3 0 0,-4 0 0 0,-1 3 0 16,-1 3 0-16,-4-4 0 0,-3 3-1 0,-3-7 0 15,-3 2 0-15,-9-3 1 0,-3-5-1 0,-10 0 0 16,4-4 0-16,-2 0 0 0,-8 0-2 0,0 0-2538 0</inkml:trace>
  <inkml:trace contextRef="#ctx0" brushRef="#br0" timeOffset="-187190.6">24014 8889 672 0,'0'0'0'16,"0"0"0"-16,0 0 0 0,0 0 214 0,0 0 0 15,6-6 0-15,0 1 1 0,0 1-1 0,4 0 0 16,5 2 0-16,1-2 1 0,4 0-141 0,5 0 0 15,-1 0 0-15,9 0 1 0,3 0-1 0,5-3 0 0,2 1 0 16,4 0 1-16,2-2-33 0,-7 0 0 0,3 2 0 16,-4 1 0-16,-7-3-1 0,1 4 1 0</inkml:trace>
  <inkml:trace contextRef="#ctx0" brushRef="#br0" timeOffset="-186740.3">24175 8919 196 0,'0'0'0'0,"0"0"0"0,0 0 0 15,0 0 246-15,0 0 0 0,0 0 0 0,0 0 0 16,0 0-1-16,0 0 1 0,0 0 0 0,0 0 0 0,0 0-187 15,0 0 1-15,0 0-1 0,0 0 1 0,-6 11-1 16,8-1 0-16,0-2 0 0,-2 0 1 0,0 3-15 16,0 1 0-16,0 2 0 0,0 1 0 0,0-3-1 15,0 0 1-15,0 1 0 0,0-3 0 0,0-2-16 0,0-2 1 16,2 0 0-16,2-4 0 0,2-2-1 0,0 0 1 16,4-2-1-16,0-2 1 0,3-2-36 0,3 0 0 15,-2 2 0-15,7-2 0 0,-3 2 0 0,6 4 0 16,1-3 0-16,1 3 0 0,5 3 14 0,-1 1 1 15,1 2 0-15,1 4 0 0,1 2-1 0,-1 5 1 16,1-3-1-16,0 5 1 0,-5 1-2 0,-2-1 0 0,1 3 0 16,-9 1 1-16,-1-3-1 0,-5 3 0 0,-6-1 0 15,-6-1 0-15,-4 1 0 0,-4-3 1 0,-7 1 0 16,-3 3 0-16,-4-7-1 0,-3 3 1 0,-5-1 0 16,-1-5 0-16,-1-3 3 0,-1-2 1 0,1-4 0 15,1-4 0-15,-6-4-1 0,5-4 1 0,3-2-1 16,-1-3 1-16,3-3-3 0,1 1 0 0</inkml:trace>
  <inkml:trace contextRef="#ctx0" brushRef="#br0" timeOffset="-186025.56">25097 8956 432 0,'0'0'0'0,"0"0"0"0,0 0 0 0,0 0 237 15,0 0 0-15,0 0 0 0,-4-6 0 0,2 4-1 16,2 2 1-16,0-4 0 0,0 4 0 0,2-4-173 16,0 0 0-16,0-4 0 0,2 1 0 0,2 3-1 15,0-4 1-15,0 0 0 0,0-2 0 0,2 2-27 0,3-5 1 16,-3 5-1-16,4-2 1 0,-4-3-1 0,2 3 1 16,0 2-1-16,1 2 1 0,-3 0-18 0,0 2 0 15,0 2 0-15,0 2 1 0,-2 0-1 0,0 0 0 16,0 4 0-16,1 2 0 0,-1 6-18 0,0-2 1 15,2 7-1-15,0-3 1 0,0 3-1 0,0 5 0 16,3 3 0-16,-1 1 1 0,0 7-2 0,2 2 1 16,-2 0 0-16,0 2 0 0,1 0-1 0,-1-4 1 0,-2 1 0 15,2-3 0-15,-2 0 0 0,0-4 0 0,1-5 0 16,-1-1 1-16,-2-3-1 0,0-3 0 0</inkml:trace>
  <inkml:trace contextRef="#ctx0" brushRef="#br0" timeOffset="-185791.93">25158 9477 352 0,'0'0'0'0,"0"0"0"0,0 0 0 16,0 0 267-16,0 0 1 0,0 0-1 0,0 0 1 15,0 0-1-15,0 0 1 0,0 0-1 0,12-2 1 0,0 0-191 16,5-2 0-16,3 0 0 0,6 0 1 0,9-2-1 16,0 0 0-16,3-1 0 0,5 3 0 0,0-4-28 15,-5 2 1-15,-1 2-1 0,0 0 1 0,5 2-50 16,-42 2-2481-16</inkml:trace>
  <inkml:trace contextRef="#ctx0" brushRef="#br0" timeOffset="-167637.32">3250 11893 516 0,'0'0'0'0,"0"0"0"0,0 0 0 0,0 0 164 0,0-10 1 16,0 6 0-16,0-4 0 0,0 2-1 0,4-2 1 15,-4-1 0-15,4-1 0 0,-4 2-82 0,5 4 0 16,-1-4 0-16,0 1 0 0,-2 5-1 0,2 2 1 15,0 2 0-15,0 5 0 0,0 3-21 0,4 4 0 16,-4 5 0-16,4 3 0 0,-2 9 0 0,-1 10 0 16,3 6 0-16,-4 2 0 0,4 13-23 0,-4 1 0 15,-4 3 0-15,4 2 1 0,-4 4-1 0,0-9 0 16,0-1 0-16,0 3 1 0,0-15-45 0,0-11 0 16,2-9 0-16,2-11 0 0,-4-13 0 0,0-6 0 0</inkml:trace>
  <inkml:trace contextRef="#ctx0" brushRef="#br0" timeOffset="-167337.45">3293 11973 716 0,'0'0'0'0,"0"0"0"0,0 0 0 16,8 13 203-16,-4-5 0 0,6 0 0 0,-1 0 0 15,3 7-1-15,6-7 1 0,-2 2 0 0,7-2 0 16,1 1-127-16,7-1 0 0,-1-2 0 0,5-4 0 16,4-4 0-16,-1-2 0 0,-3-4 0 0,-1-3 0 15,-1 1-24-15,-3-6 0 0,-3-5 0 0,-7-1 0 0,-5-5 0 16,-7 0 0-16,0-3 0 0,-8-1 0 0,-8 0-16 16,-5 0 0-16,-5 3 0 0,-6-3 0 0,-7 4 0 15,-3 5 0-15,-5 5 0 0,-8 5 0 0,0 4-44 0,3 6 1 16,1 6 0-16,0 6 0 0,4 4 0 0,1 7 0 15,7 1 0-15,3 7 0 0,5 0 18 0,7 6 1 16</inkml:trace>
  <inkml:trace contextRef="#ctx0" brushRef="#br0" timeOffset="-166490.12">3572 12622 252 0,'0'0'0'0,"0"0"0"15,0 0 0-15,0 0 244 0,0 0 1 0,-12 6 0 16,8-4 0-16,0 2-1 0,-1 0 1 0,1-4 0 15,2 4 0-15,0-4-193 0,0 0 0 0,2 2 0 16,0-2 0-16,0 0-1 0,0 0 1 0,0 0 0 16,0-2 0-16,0 2-16 0,0-4 1 0,2-4-1 15,2 2 1-15,5-3-1 0,-5 1 0 0,4-4 0 16,0 2 1-16,-2-3-13 0,6-1 1 0,0 0-1 16,1 1 1-16,-3 1-1 0,2 0 0 0,-4 1 0 15,2-1 1-15,3 4-25 0,-5 0 1 0,0 2-1 0,-4-1 1 16,2 3-1-16,-2 2 1 0,0 0-1 0,-4 2 1 15,0 2-1-15,0 0 1 0,0 2 0 0,0 3 0 16,-4-1-1-16,0 4 1 0,2 0-1 0,-2 3 1 16,0 5 11-16,0-4 0 0,0 7 0 0,4-5 1 0,-4 3-1 15,4 3 0-15,0-5 0 0,0 1 1 0,0 1-2 16,4-5 0-16,0 2 0 0,0-5 1 0,4 1-1 16,-4-4 0-16,6-2 0 0,-2-4 1 0,5-2 0 15,-5-2 1-15,2-4-1 0,2 2 1 0,-4-8-1 16,0 1 1-16,3-5-1 0,-3 2 1 0,0-3-3 0,0-1 0 15,-4-1 0-15,2 1 0 0,2 2-1 0,-4-1 1 16,0 3 0-16,0-1 0 0,-4 3-1 0,5 2 0 16,-5 4 0-16,4 0 0 0,-4 3 0 0,2 1 0 15,0 2 0-15,0 5 0 0,2 1-1 0,-4 6 1 16,0-2-1-16,4 7 1 0,-4 1-1 0,0 3 1 16,0 5-1-16,4-3 1 0,-4 1-2 0,4-1 0 15,-4 2 0-15,4-1 0 0,-4-1 0 0,4-7 0 0,0 3 0 16,0-3 0-16,-4-16-7 0,0 0-2763 0</inkml:trace>
  <inkml:trace contextRef="#ctx0" brushRef="#br0" timeOffset="-166189.53">4221 12339 708 0,'0'0'0'0,"0"0"0"0,0 0 0 0,0 0 207 15,0 0 0-15,0 0 0 0,8 0 0 0,-2-3-1 0,3-1 1 16,-1 0 0-16,4 0 0 0,-2 0-135 0,6 0 0 16,-3-2 0-16,1 4 1 0,-14 2-73 0,0 0-1989 15</inkml:trace>
  <inkml:trace contextRef="#ctx0" brushRef="#br0" timeOffset="-166006.02">4290 12474 708 0,'0'0'0'0,"0"0"0"15,0 0 0-15,0 0 195 0,4 8 0 0,0-6 0 16,1-2 1-16,-1 2-1 0,2 0 0 0,2 2 0 16,4-4 0-16,0 4-132 0,3-4 1 0,1 0 0 15,2 0 0-15,-18 0-64 0,0 0-1893 0</inkml:trace>
  <inkml:trace contextRef="#ctx0" brushRef="#br0" timeOffset="-162155.79">4960 12431 536 0,'0'0'0'0,"0"0"0"0,0 0 0 16,0 0 180-16,0 0 0 0,0 0 0 0,4 4 0 15,2-4-1-15,2 4 1 0,0-4 0 0,1 4 0 0,3-2-76 16,6 2 0-16,-2-2 0 0,7 0 1 0,-1 0-1 16,-2-2 0-16,7 0 0 0,-3 0 1 0,3 0-41 15,-1-2 0-15,-1 0 0 0,1-2 0 0,-3 0 0 16,1 0 0-16,-2-4 0 0,-3 0 0 0,-3-1-30 16,0 3 1-16,-6-4 0 0,3 2 0 0,-5 0-1 15,-4-5 1-15,-4 3-1 0,0-2 1 0,0-1-34 0,-4 1 1 16,-4-2-1-16,-1-1 1 0,-1-1-1 0,2-2 1 15,-4-1-1-15,-4 1 1 0,1 3 5 0,-5 1 0 16,2 0 0-16,-3 1 0 0,3 3-1 0,-6 4 1 16,5 0 0-16,-7 6 0 0,6 4-5 0,-7-2 0 15,5 4 0-15,1 2 1 0,-1 2-1 0,2 3 0 16,1 5 0-16,-1-3 1 0,2 3-1 0,5 7 0 0,-3-3 0 16,6 3 1-16,2 4-1 0,0 1 0 0,-1-1 0 15,9 4 1-15,5 2-2 0,3-9 0 0,0 5 0 16,4 0 0-16,10-4-1 0,1-5 1 0,5 1 0 15,7-5 0-15,0-1-1 0,3-5 1 0,1 0-1 16,4-2 1-16,-5-1-1 0,3-3 0 0,-2 0 0 16,-3 0 1-16,-1 2 0 0,-5-4 1 0,1 0 0 15,-5-1 0-15,3-3-1 0,-7-3 1 0,3-3-1 16,1 0 1-16,-26 6-2 0,0 0-2793 0</inkml:trace>
  <inkml:trace contextRef="#ctx0" brushRef="#br0" timeOffset="-161406.3">5261 11875 480 0,'0'0'0'0,"0"0"0"15,0 0 0-15,0 0 238 0,0 0 0 0,0 0 0 16,0 0 1-16,0 0-1 0,8 0 0 0,-2 0 0 16,3 0 1-16,3-2-159 0,0 0 0 0,2-2 0 15,2 2 1-15,3 0-1 0,-3 0 0 0,0 2 0 16,3 0 0-16,-1 0-39 0,2 2 1 0</inkml:trace>
  <inkml:trace contextRef="#ctx0" brushRef="#br0" timeOffset="-159057.62">5697 11799 420 0,'0'0'0'15,"0"0"0"-15,0 0 0 0,0 0 188 0,-10 0 1 16,5 0-1-16,1 0 1 0,-4 2-1 0,4 2 0 15,-4 0 0-15,2 0 1 0,2 5-123 0,-4-5 1 0,4 2-1 16,0 2 1-16,-1 0-1 0,5 1 1 0,0-3-1 16,5-2 1-16,3 2-19 0,-4 0 0 0,4-2 0 15,6 0 0-15,-2-4-1 0,5 0 1 0,1 0 0 16,-2-4 0-16,3 0-17 0,-3 0 1 0,2 0 0 16,-2 0 0-16,-3-2-1 0,1-3 1 0,-6 1 0 15,-4-2 0-15,0 2-38 0,-4-5 1 0,-4 3-1 16,0 2 1-16,-4-6-1 0,-4 5 1 0,2 1-1 15,-7-4 1-15,3 4 15 0,-6 2 0 0,3-3 0 0,-1 5 1 16,0 4-1-16,1 0 0 0,-3 2 0 0,6 0 1 16,2 2-3-16,-3 5 1 0</inkml:trace>
  <inkml:trace contextRef="#ctx0" brushRef="#br0" timeOffset="-158855.78">5984 11904 296 0,'0'0'0'16,"0"0"0"-16,0 0 0 0,0 0 239 0,0 0 0 16,0 0 0-16,0 0 1 0,0 0-1 0,0 0 0 15,0 0 0-15,0 0 1 0,0 0-197 0,0 0 0 16,0 0 0-16,0 0 0 0,0 0-43 0,0 0-1787 0</inkml:trace>
  <inkml:trace contextRef="#ctx0" brushRef="#br0" timeOffset="-158523.49">6250 11768 356 0,'0'0'0'0,"0"0"0"0,0 0 0 16,-12 0 177-16,6 2 1 0,-2 0-1 0,0 3 1 15,-7-3-1-15,3 2 0 0,0 4 0 0,0-4 1 16,2 2-121-16,-3 2 1 0,5 5 0 0,-4-5 0 16,6 2-1-16,-2 2 1 0,4 1 0 0,0-3 0 15,0 2 8-15,4 1 0 0,4 1 0 0,0-4 1 0,4 3-1 16,2-3 0-16,2-2 0 0,5-4 1 0,-3 0-22 15,6 0 0-15,-2-4 0 0,7-6 0 0,-3 0-1 16,-1 2 1-16,-3-2 0 0,2-7 0 0,-5 1-56 16,-7 2 0-16,0-5 0 0,-4 3 0 0,-4 0 0 15,-8 2 0-15,0-3 0 0,-1 1 1 0,-5 2 31 0,-2-3 1 16,-2 5-1-16,1 2 1 0,-3-2-1 0,2 4 1 16</inkml:trace>
  <inkml:trace contextRef="#ctx0" brushRef="#br0" timeOffset="-158156.49">6615 11676 676 0,'0'0'0'0,"0"0"0"16,0 0 0-16,-9 0 221 0,5 0 0 0,-4 0 0 16,4-4 1-16,-4 4-1 0,2 0 0 0,-2 0 0 0,-4 4 0 15,1 0-141-15,3 2 0 0,0 0 0 0,-4 5 1 16,2 1-1-16,2 2 0 0,-1 3 0 0,1 1 1 16,0-3-37-16,4 5 0 0,4 3 0 0,4-5 0 15,0 3-1-15,0-3 1 0,9-2 0 0,-3 3 0 16,6-9-20-16,0 3 1 0,-2-3 0 0,3-4 0 15,1-4-1-15,-2 0 1 0,1-2 0 0,-7-2 0 0,2-4-24 16,0-2 0-16,-8-1 0 0,2-3 0 0,-1 2 0 16,-5-5 0-16,-5 3 0 0,-1 0 0 0,2 2 0 15,-4 1 1-15,-4-3-1 0,0 4 1 0,2 2-1 0,-7 6 1 16,3 0-1-16,2 0 1 0,12 0-2 0,0 0-2742 16</inkml:trace>
  <inkml:trace contextRef="#ctx0" brushRef="#br0" timeOffset="-157539.48">6963 11571 504 0,'0'0'0'0,"0"0"0"16,0 0 0-16,0 0 213 0,0 0 0 0,-13 2 0 15,9 1 1-15,0 1-1 0,4 0 0 0,-4 4 0 16,-2-2 1-16,2 2-146 0,2 9 0 0,0-3 0 16,2 7 0-16,0 5 0 0,0 5 0 0,0 8 0 15,2 2 0-15,2 4-24 0,4-2 1 0,0 0-1 0,5-6 1 16,5-2-1-16,-2-8 0 0</inkml:trace>
  <inkml:trace contextRef="#ctx0" brushRef="#br0" timeOffset="-157289.83">7268 11553 356 0,'0'0'0'15,"0"0"0"-15,0 0 0 0,0 0 220 0,0 0 0 16,0 0 0-16,-8 0 0 0,8 0-1 0,0 4 1 15,0-4 0-15,0 0 0 0,0 4-162 0,0 0 0 16,0 0 0-16,4 5 1 0,-4 1-1 0,4 2 0 16,-4 2 0-16,4 5 1 0,-4 1-12 0,2 7 0 15,0-4 0-15,0 3 0 0,2 24-47 0,-4-50-2077 0</inkml:trace>
  <inkml:trace contextRef="#ctx0" brushRef="#br0" timeOffset="-157124.35">7032 11930 560 0,'0'0'0'0,"0"0"0"0,0 0 0 15,0 0 187-15,8-2 0 0,-4 0 0 0,2 0 0 16,6-2 0-16,1 0 0 0,-1-2 0 0,6 0 0 16,4 0-123-16,3-1 0 0,1 3 0 0,5-4 1 15,-5 4-1-15,7 0 0 0,-7 0 0 0,5 4 0 16,-31 0-64-16,0 0-1927 0</inkml:trace>
  <inkml:trace contextRef="#ctx0" brushRef="#br0" timeOffset="-156673.05">7213 11994 116 0,'0'0'0'0,"0"0"0"0,0 0 0 0,0 0 231 0,-4 0 0 15,0 0 0-15,2-4 0 0,0 4-1 0,0-2 1 16,-2 0 0-16,4 2 0 0,-4 0-176 0,4 0 1 16,-5 0-1-16,5 0 1 0,-4 2-1 0,4 0 1 15,-4 2-1-15,4 0 1 0,0 0-6 0,0 0 1 16,0 2-1-16,4 1 1 0,-4 3-1 0,4-4 0 0,-4 2 0 16,5-2 1-16,-5 5-18 0,4-5 0 0,-2 0 0 15,2 0 0-15,-2 2-1 0,4-4 1 0,-6 0 0 16,4 1 0-16,0-3-40 0,0 0 0 0,0-2 0 15,0 0 0-15,0 0 0 0,0-2 0 0,2 0 0 16,3-3 1-16,-1 1 18 0,0 0 0 0,0 0 0 16,2 0 0-16,2 0 0 0,-3-2 0 0,1 0 0 15,2-1 0-15,-4 1 0 0,0 0 0 0,0 2 0 0,3-2 0 16,-3 2-1-16,0-4 1 0,-4 1 0 16,2 3 0-16,2 0-2 0,-4 0 1 0,0 4-1 0,-4 0 1 15,4 0-1-15,-4 0 0 0,0 0 0 0,0 4 1 16,0 0-1-16,0 2 0 0,0 3 0 0,0 1 0 15,0 0-1-15,0 5 1 0,0-5 0 0,4 2 0 16,-4 0-4-16,5 3 0 0,-5-3 0 0,4-2 0 0,0 3-1 16,-2-3 1-16,6-2 0 0,-4 0 0 0,4-4-4 15,-4 1 0-15</inkml:trace>
  <inkml:trace contextRef="#ctx0" brushRef="#br0" timeOffset="-156388.78">7581 11592 464 0,'0'0'0'0,"0"0"0"16,0 0 0-16,0 0 222 0,0 0 1 0,0-10 0 15,0 8 0-15,2 0-1 0,2 0 1 0,5-1-1 16,-5 3 1-16,4 0-157 0,0 3 0 0,6 3 0 16,-2 0 1-16,1 2-1 0,1 2 0 0,2 7 0 15,0 1 0-15,3 5-21 0,-5 3 1 0,-2 7 0 16,0 4 0-16,1 4-1 0,-7 6 1 0,-2-2 0 0,-4 7 0 16,-2-7-22-16,-2 4 1 0,0-6 0 0,-5 0 0 15,-11 6-25-15,20-49-2430 0</inkml:trace>
  <inkml:trace contextRef="#ctx0" brushRef="#br0" timeOffset="-155140.72">8318 11795 644 0,'0'0'0'0,"0"0"0"0,0 0 0 0,-4-10 198 0,2 6 1 16,2 2 0-16,-4-5 0 0,4 3-1 0,0-4 1 16,0 4-1-16,0 0 1 0,0 0-122 0,0 4 1 15,4 0-1-15,0 2 1 0,2 4-1 0,2 6 1 16,-4-1-1-16,5 9 1 0,-1 3-26 0,-2 3 1 16,2 5-1-16,-4 6 1 0,4 4-1 0,-4 4 1 15,-4-2-1-15,0 4 1 0,-4 1-25 0,-4-5 1 0,0 2 0 16,-2-4 0-16,2-2-1 0,-5-4 1 0,-3-5 0 15,2-5 0-15,2-2-30 0,-3-9 0 0,3-6 0 16,0-4 0-16,2-4 0 0,2-4 0 0,-1 0 0 16,1-8 1-16,4 1 4 0,0-1 1 0,2 2 0 15,2-2 0-15,0-5-1 0,6 3 1 0,-2-1 0 16,4 3 0-16,1 0 8 0,-3 4 1 0,6 1 0 16,0 3 0-16,0 0-1 0,3 4 1 0,1 4 0 15,-4 3 0-15,6 3-1 0,-5 4 1 0,1 5-1 0,-2 5 1 16,0 5-1-16,-2 10 1 0,-1 2-1 0,-5 6 1 15,0 2-5-15,-4 7 0 0,-8-3 0 0,1 7 0 16,-1-3-1-16,-4 0 1 0,-4 3 0 0,2-5 0 16,1-1-5-16,-1-3 1 0,2-10 0 0,4-2 0 15,4-4-1-15,0-15 1 0,4-5 0 0,4-9 0 0,4-8-4 16,0-2 1-16,0-1 0 0,6-3 0 0,-1 0-1 16,5 0 1-16,-2 2 0 0,0-5 0 0,-16 11-2 15,0 0-2907-15</inkml:trace>
  <inkml:trace contextRef="#ctx0" brushRef="#br0" timeOffset="-148284.1">9142 12410 284 0,'0'0'0'0,"0"0"0"0,0 0 0 0,0 0 96 0,0 0 1 16,-12-10 0-16,8 6 0 0,0 2-1 0,2-4 1 15,-2 0-1-15,-4 1 1 0,4-5-10 0,0 2 0 16,0 0 0-16,-3 0 1 0,1-1-1 0,0 1 0 16,2 2 0-16,-4 2 0 0,4-4-7 0,0 6 0 15,-4 0 0-15,2 0 1 0,-7 2-1 0,5 2 0 16,-6 2 0-16,2 4 0 0,0 0-15 0,-3 4 0 15,3 5 0-15,-4 3 0 0,2 3-1 0,1 8 1 0,1 4 0 16,-2-1 0-16,6 5-83 0,0 2 0 0,4-4 0 16,4 2 1-16,8-4-1 0,0 0 1 0,6-4-1 15,6-5 1-15,3-1 54 0,3-4 1 0,11-5 0 16,-2-10 0-16,7-2-1 0,1-6 1 0,6-6-1 16,-6-6 1-16,3-7-15 0,-3-1 0 0,-8-9 0 15,-1 4 0-15,-7-8-1 0,-3 2 1 0,-9-3 0 16,-7-1 0-16,-4 6-8 0,-12-4 0 0,-5 0 0 15,-5 4 1-15,-6 1-1 0,-7 3 0 0,-3 0 0 0,-1 5 0 16,-10 3 5-16,2 3 0 0,3 6 0 0,-1 3 1 16,2 5-1-16,5 6 0 0,1 3 0 0,7 1 1 15,-1 6-4-15,7 3 0 0,6 1 0 0,5 3 1 16,9-21-18-16,0 0-2707 0</inkml:trace>
  <inkml:trace contextRef="#ctx0" brushRef="#br0" timeOffset="-147683.65">9592 12790 60 0,'0'0'0'0,"0"0"0"0,0 0 0 16,0 0 288-16,0 0 0 0,0 0 0 0,-6 4 0 16,2-2-1-16,2 0 1 0,-2-2 0 0,0 2 0 15,0-2-234-15,4 0 1 0,-4 2-1 0,4-2 1 16,-4 0-1-16,4 0 1 0,0 0-1 0,-4 0 1 16,4 0-16-16,0 2 0 0,0-2 0 0,0 0 0 15,-3 0-1-15,3 0 1 0,0 2 0 0,-2-2 0 0,0 4-20 16,0-4 1-16,0 0-1 0,0 4 1 0,0-4-1 15,-2 0 1-15,4 0-1 0,-4 0 1 0,4-4-20 16,0 4 1-16,0-6 0 0,0 2 0 0,4-2-1 16,0 0 1-16,-2 2-1 0,4-5 1 0,1 3-1 0,1 0 0 15,-4 2 0-15,0 2 1 0,0-2-1 0,0 4 0 16,-2 0 0-16,0 4 0 0,-2-4 4 0,0 0 1 16,0 0 0-16,0 0 0 0,0 0-1 0,0 0 1 15,0 0-1-15,-2 39 1 0,0-35 0 0,2 0 1 16,-4-2-1-16,4 2 1 0,-4-4-1 0,0 0 1 15,0 0-1-15,0 0 1 0,0 0 1 0,-1 0 1 16,1-4-1-16,0 2 1 0,2 0-1 0,-2 0 1 0,0 0-1 16,0 0 1-16,4 2-8 0,0 0-2560 0</inkml:trace>
  <inkml:trace contextRef="#ctx0" brushRef="#br0" timeOffset="-146417.33">9897 12259 504 0,'0'0'0'0,"0"0"0"15,0 0 0-15,0 0 235 0,0 0 0 0,0 0 0 16,0 0 1-16,0 0-1 0,0 0 0 0,0 0 0 15,11-5 1-15,-3 1-165 0,4 0 0 0,2 0 0 16,3 0 1-16,-1 2-1 0,2-2 0 0,0 0 0 16,3 4 1-16,1 0-25 0,-1 0 0 0,-3 0 0 15,2 0 1-15,-20 0-48 0,0 0-2359 0</inkml:trace>
  <inkml:trace contextRef="#ctx0" brushRef="#br0" timeOffset="-146017.96">9869 12308 524 0,'0'0'0'0,"0"0"0"0,0 0 0 0,0 0 221 15,0 0 0-15,-10-4 0 0,8 2 0 0,0 2 0 0,0 0 0 16,2 0 0-16,-2 4 0 0,2 0-154 0,-4 6 0 16,4-2 0-16,0 7 1 0,0 1-1 0,0 2 0 15,0 3 0-15,0 4 1 0,0-1-22 0,0 3 1 16,0-3 0-16,4 5 0 0,-4-2-1 0,2-5 1 15,-2-1-1-15,2-3 1 0,-2-1-13 0,0-3 0 16,2-4 0-16,-2-1 1 0,0-5-1 0,0 0 0 16,0-2 0-16,2-2 0 0,0-2-43 0,2-2 1 0,4 0 0 15,-4-3 0-15,4-1-1 0,2 0 1 0,3-6 0 16,3 3 0-16,-2 5 19 0,2-2 0 0,3 4 0 16,-3 2 1-16,2 2-1 0,3 4 0 0,-5 2 0 15,6 2 1-15,-3 3-8 0,5 1 1 0,-8-2 0 16,7 3 0-16,-7-1-1 0,2 4 1 0,-5 1-1 15,-3-1 1-15,-2 3 2 0,-8-3 1 0,0 2-1 16,-10 3 1-16,-2-1-1 0,-5-1 0 0,-1-3 0 16,-2 5 1-16,-3-9-1 0,-1 2 0 0,1-7 0 15,-3-1 0-15,-3-6-1 0,3-4 1 0,4 0 0 0,-3-9 0 16,7 1-5-16,-3-2 0 0,7-3 0 0,2 3 0 16,12 14-2-16,0 0-2745 0</inkml:trace>
  <inkml:trace contextRef="#ctx0" brushRef="#br0" timeOffset="-145615.95">10252 12441 688 0,'0'0'0'16,"0"0"0"-16,0 0 0 0,0 0 211 0,0-10 0 15,4 4 0-15,0-1 0 0,0 1-1 0,6-2 1 16,2 0 0-16,4 2 0 0,3-2-146 0,5-1 0 16,-1 3 0-16,-1 0 0 0,6 2 0 0,3 4 0 15,-2 2 0-15,-1 4 0 0,-4 2-23 0,-3 5 1 16,-3 1 0-16,-6 7 0 0,-4 1-1 0,-6 3 1 0,-2-1 0 16,-6 7 0-16,-2 0-22 0,-4-4 1 0,-4 3-1 15,-3-3 1-15,1 0-1 0,-6-3 1 0,1-1-1 16,-3-5 1-16,1-1-22 0,1-7 0 0,6 0 0 15,-5-4 1-15,7-4-1 0,2-2 0 0,6-2 0 16,-1 0 0-16,5-2 0 0,4 0 0 0,0-2 0 16,4 2 0-16,5 0 0 0,3-2 0 0,2-1 0 15,4 1 0-15,3 2 1 0,1 4 1 0,3 0-1 16,5 0 1-16,-3 0-1 0,3 4 0 0,-1 0 0 0,1 3 1 16,-5 1 1-16,1 0 0 0,-4-2 0 15,-3 2 1-15,1 0-1 0,-2 1 0 0,-1-5 0 0,-1 2 1 16,2-4-1-16,-6 0 1 0</inkml:trace>
  <inkml:trace contextRef="#ctx0" brushRef="#br0" timeOffset="-145317.39">11033 12445 748 0,'0'0'0'0,"0"0"0"16,0 0 0-16,0 0 190 0,0 0 0 0,8-10 0 15,-4 6 1-15,4-2-1 0,3-1 0 0,1-1 0 16,2 2 0-16,6-2-121 0,-1 2 1 0,5-2-1 16,-1 3 1-16,-1-3-1 0,2 2 1 0</inkml:trace>
  <inkml:trace contextRef="#ctx0" brushRef="#br0" timeOffset="-144931.12">11037 12373 692 0,'0'0'0'0,"0"0"0"0,0 0 0 16,0 0 187-16,-8 4 0 0,4 1 0 0,0-3 0 0,-2 2-1 15,2 2 1-15,0-2 0 0,-4 6 0 0,3-2-119 16,1 7 1-16,0-3 0 0,0 7 0 0,0-1-1 16,0 0 1-16,2 7 0 0,-2 2 0 0,4-5-10 15,-4 1 0-15,4-1 0 0,0-1 0 0,0-3-1 16,0-1 1-16,0-7 0 0,4-2 0 0,0 0-18 0,0-8 0 15,2 0 0-15,-2 0 0 0,0-4 0 0,5-4 0 16,-5 0 0-16,4-2 0 0,2 2-51 0,-2-5 1 16,4 3-1-16,-2-2 1 0,7 1-1 0,1 3 1 15,2 2-1-15,-1 0 1 0,5 4 25 0,-1 2 1 16,1 2-1-16,-2 4 1 0,5 4-1 0,-3 3 0 16,3 1 0-16,-5 0 1 0,2 3-3 0,-5 1 0 0,1 3 0 15,-8 1 0-15,-1 1 0 0,-3-3 0 0,-8 3 0 16,-4-3 0-16,-5 1-3 0,-1-5 0 0,-6 3 0 15,-2-9 0-15,-3 2 0 0,-1-3 0 0,2-7 0 16,-11-2 0-16,1-2-4 0,-1-9 1 0,3-1-1 16,-3 0 1-16,0-9-1 0,3 5 0 0,2-1 0 15,3-3 1-15,23 20-8 0,0 0-2888 0</inkml:trace>
  <inkml:trace contextRef="#ctx0" brushRef="#br0" timeOffset="-144699.43">11575 12304 432 0,'0'0'0'0,"0"0"0"0,12-4 0 0,-4 1 250 16,6 3 0-16,-2 0 0 0,7 0 1 0,-3 3-1 16,6 3 0-16,-1 4 0 0,-3 0 0 0,2 11-179 15,-1 1 0-15,1 5 0 0,-2 8 0 0,-5 4 0 0,-1 0 0 16,-4 6 0-16,-2-8 0 0,-2 4-25 0,-4 0 0 15,0-4 0-15,0-2 1 0,0-7-1 0,0 1 0 16,0-6 0-16,0-7 1 0,0-16-47 0,0 0-2529 0</inkml:trace>
  <inkml:trace contextRef="#ctx0" brushRef="#br0" timeOffset="-130518.29">12511 12119 368 0,'0'0'0'0,"0"0"0"0,0 0 0 16,0 0 152-16,0 0 0 0,0 0 0 0,0 0 1 0,0 0-1 15,0 0 0-15,0 0 0 0,0 0 1 0,-2 8-70 16,2-2 1-16,0 9 0 0,0-1 0 0,0 7-1 16,0 5 1-16,0 7 0 0,0 10 0 0,2 4-19 0,0 7 0 15,2-1 0-15,-2 0 1 0,4 1-1 0,-2-5 0 16,4-2 0-16,-4-4 0 0,4-2-47 0,7-6 1 16</inkml:trace>
  <inkml:trace contextRef="#ctx0" brushRef="#br0" timeOffset="-130318.65">13066 12312 108 0,'0'0'0'0,"0"0"0"15,0 0 0-15,0 0 223 0,0 0 0 0,-8-2 0 16,6 0 1-16,0 2-1 0,0 0 0 0</inkml:trace>
  <inkml:trace contextRef="#ctx0" brushRef="#br0" timeOffset="-130069.13">13032 12289 124 0,'0'0'0'0,"0"0"0"0,0 0 0 16,0 0 219-16,0 0 1 0,-8-4-1 0,4 4 1 16,-3 0-1-16,1 0 1 0,0 0-1 0,-2 4 1 15,0 0-167-15,0 0 1 0,0 3-1 0,2-1 1 0,-3 4-1 16,1 2 0-16,2 3 0 0,2 1 1 0,2 3-17 15,2-1 0-15,0 7 0 0,4-1 1 0,0 1-1 16,4-3 0-16,0 1 0 0,5 0 1 0,1-5-6 16,6-2 1-16,-1-5-1 0,-3-3 1 0,6-2-1 15,1 0 1-15,1-6-1 0,-2-6 1 0,3-2-44 0,-7 0 0 16,3-7 0-16,-5-1 0 0,-2-7 0 0,-2-1 0 16,-8-1 0-16,-4-6 1 0,-4 1 24 0,-4 1 0 15,-4-2 0-15,-6 0 0 0,-3 7-1 0,-1-1 1 16,-3 7 0-16,-1 3 0 0,0 5 7 0,-5 4 0 15,7 6 0-15,1 0 1 0,-3 0-1 0,5 6 0 16,3 2 0-16,6 5 0 0,0-5-1 0,1 4 0 16</inkml:trace>
  <inkml:trace contextRef="#ctx0" brushRef="#br0" timeOffset="-129784.48">13349 12039 440 0,'0'0'0'0,"0"0"0"0,0 0 0 15,0 0 216-15,0 0 1 0,0 0 0 0,6-4 0 16,0 4-1-16,1 2 1 0,5 4 0 0,0-2 0 15,0 9-146-15,7-3 1 0,-3 10-1 0,6 3 1 0,5 8-1 16,-1 10 1-16,3 6-1 0,-11 10 1 0,2 5-25 16,-8 3 1-16,-1 3 0 0,-11 2 0 0,0 4-1 15,-8-11 1-15,-1-5-1 0,-1-9 1 0,-6-6-15 0,4-8 0 16,-3-8 0-16,1-9 0 0,14-18-33 0,0 0-2445 16</inkml:trace>
  <inkml:trace contextRef="#ctx0" brushRef="#br0" timeOffset="-128603.22">14721 12240 624 0,'0'0'0'0,"0"0"0"0,0 0 0 0,0 0 223 15,0 0 0-15,0 0 0 0,0 0 1 0,0 0-1 16,8 12 0-16,-8-5 0 0,4 5 0 0,0 2-144 0,-2 5 0 16,2 3 0-16,0 9 1 0,-1 4-1 0,-1 4 0 15,0 4 0-15,-2 2 1 0,0 0-38 0,0-2 0 16,0 0 0-16,0-6 0 0,0 2-1 0,0-8 1 15</inkml:trace>
  <inkml:trace contextRef="#ctx0" brushRef="#br0" timeOffset="-128385.72">14566 12560 628 0,'0'0'0'0,"0"0"0"16,0 0 0-16,0 0 197 0,8 0 1 0,-3 2 0 16,1 0 0-16,2 0-1 0,4 2 1 0,0-2 0 15,-2 2 0-15,7 1-130 0,1-1 0 0,2 2 0 0,-1-2 0 16,5 2 0-16,-4 0 0 0,3-2 0 0,1-2 0 16,1 0-24-16,-1-2 1 0,-2 0-1 0,3-4 1 15,14-6-45-15,-39 10-2199 0</inkml:trace>
  <inkml:trace contextRef="#ctx0" brushRef="#br0" timeOffset="-127668.52">14729 12195 84 0,'0'0'0'15,"0"0"0"-15,0 0 0 0,0 0 236 0,0 0 1 16,-8-4-1-16,4 2 1 0,2 0-1 0,-2 0 0 16,2 0 0-16,0 0 1 0,2 2-180 0,0-2 0 0,0 2 0 15,0-3 1-15,0 3-1 0,2 0 0 0,0 3 0 16,2 3 1-16,2 4-18 0,-2 2 1 0,4 5 0 15,-4 9 0-15,-2 13-1 0,2 4 1 0,-2 13-1 16,0 5 1-16,-2 5-21 0,0 4 1 0,-2-5 0 16,0-5 0-16,0-5-1 0,2-4 1 0,0-10 0 15,0-4 0-15,0-6-22 0,0-10 1 0</inkml:trace>
  <inkml:trace contextRef="#ctx0" brushRef="#br0" timeOffset="-127367.34">14473 12576 336 0,'0'0'0'16,"0"0"0"-16,0 0 0 0,0 0 205 0,0 0 0 15,0 0 0-15,0 0 0 0,0 0-1 0,8 0 1 16,-4 0 0-16,8 5 0 0,-2-5-136 0,11 0 0 16,-5 0 0-16,6 0 0 0,3 0 0 0,1 0 0 0,1 0 0 15,3 0 0-15,-1 0-23 0,1 4 0 0,-3-2 0 16,-1 0 1-16,15 2-47 0,-41-4-2034 0</inkml:trace>
  <inkml:trace contextRef="#ctx0" brushRef="#br0" timeOffset="-126565.95">16168 12351 536 0,'0'0'0'16,"0"0"0"-16,0 0 0 0,0 0 182 0,0 0 1 15,10 0 0-15,-2 2 0 0,-4 0-1 0,5 4 1 16,-5 2 0-16,2 5 0 0,2 1-109 0,0 6 0 15,0 7 0-15,0 4 1 0,0 2-1 0,-1 6 0 0,1 0 0 16,-4 2 0-16,0-2-25 0,-4 0 0 0,0-2 0 16,0-3 0-16,0 11-49 0,0-45-2091 0</inkml:trace>
  <inkml:trace contextRef="#ctx0" brushRef="#br0" timeOffset="-126035.9">16732 12529 664 0,'0'0'0'0,"0"0"0"0,0 0 0 16,0 0 181-16,8-2 1 0,0-2-1 0,6 4 1 16,-1-4-1-16,1 4 0 0,2 0 0 0,2 0 1 15,7 0-115-15,-5 4 0 0,7-4 0 0,-1 4 1 16,3-4-1-16,1 0 0 0</inkml:trace>
  <inkml:trace contextRef="#ctx0" brushRef="#br0" timeOffset="-125551.39">17548 12468 276 0,'0'0'0'0,"0"0"0"16,0 0 0-16,0 0 231 0,-12-2 1 0,8 2-1 16,-2-4 1-16,2-1-1 0,-5 1 1 0,1-2-1 15,0 0 1-15,-6 0-169 0,2 2 0 0,-1-6 0 16,-3 1 0-16,2 1-1 0,-2 0 1 0,-1 2 0 0,3 0 0 15,-4-1-21-15,1 7 0 0,1 0 0 0,2 0 1 16,2 5-1-16,-2 1 0 0,1 2 0 0,1 6 0 16,6 7-16-16,0-1 1 0,0 9-1 0,2 0 1 15,4 4-1-15,2-3 0 0,4 5 0 0,4-4 1 16,6 0-31-16,7-9 0 0,5-1 0 0,5-3 0 0,1-10 0 16,9-3 0-16,2-7 0 0,-2-5 1 0,1-5 9 15,-1-8 0-15,-4-3 0 0,-5-4 0 0,-5-3-1 16,-7-5 1-16,-5 2 0 0,-7-6 0 0,-6 4-4 15,-12-2 0-15,-5 2 0 0,-5 4 1 0,-6 1-1 16,-5 3 0-16,1 9 0 0,-7 5 1 0,1 3 12 0,-5 6 1 16,4 4-1-16,1 4 1 0,-3 2-1 0,4 4 0 15</inkml:trace>
  <inkml:trace contextRef="#ctx0" brushRef="#br0" timeOffset="-125001.73">15928 12140 496 0,'0'0'0'16,"0"0"0"-16,0 0 0 0,0 0 204 0,-8 8 0 0,4-6 0 16,-2 4 0-16,-1 0 0 0,-1 6 0 0,2-1 0 15,-2 5 0-15,-2 3-125 0,2 9 0 0,0 9 0 16,4 6 0-16,-5 11 0 0,5 3 0 0,4-4 0 16,4 5 0-16,5-11-29 0,7 0 0 0,6-8 0 15,5-4 1-15,5-6-1 0,9-11 0 0</inkml:trace>
  <inkml:trace contextRef="#ctx0" brushRef="#br0" timeOffset="-123717.18">18120 12611 496 0,'0'0'0'16,"0"0"0"-16,0 0 0 0,0 0 198 0,0 0 0 16,0 0 0-16,0 0 1 0,0 0-1 0,0 0 0 15,0 0 0-15,0 0 0 0,0 0-128 0,0 0 1 0,0 0-1 16,0 0 1-16,0 0-1 0,0 0 0 0,0 0 0 16,0 0 1-16,-8 8-31 0,8-3 1 0,-4-1-1 15,2 0 1-15,0 2-1 0,0-2 0 0,0-2 0 16,0 0 1-16,-1 0-18 0,1 0 1 0,0-2 0 15,0 0 0-15,2 0-1 0,0 0 1 0,0 0-1 16,0 0 1-16,2 0-26 0,0-2 1 0,3 0-1 16,-1 0 1-16,2 0-1 0,2-2 1 0,-4 0 0 15,4 2 0-15,0 0 3 0,-2 0 1 0,2 2 0 0,-4 0 0 16,5 2-1-16,-5 2 1 0,-2 0 0 0,0 0 0 16,-2 2 0-16,0 0 1 0,-2 1-1 0,-2-3 1 15,-2 4-1-15,1-4 1 0,-5 2-1 0,0-2 1 16,0 0-1-16,-2 0 1 0,-2 0 0 0,1-1 0 0,1-1-1 15,2-2 1-15,2 0-1 0,2-2 1 0,6 2-4 16,0 0-2418-16</inkml:trace>
  <inkml:trace contextRef="#ctx0" brushRef="#br0" timeOffset="-123369.31">18759 12336 60 0,'0'0'0'16,"0"0"0"-16,0 0 0 0,0-10 274 0,0 4 1 15,0 2 0-15,0-4 0 0,-2 2-1 0,-2-3 1 0,-2 1-1 16,-2 0 1-16,-1 0-210 0,-5 2 0 0,-2 2 0 16,-2-3 0-16,-1 5-1 0,-1 2 1 0,-4 2 0 15,-1 5 0-15,7-1-24 0,-7 4 0 0,5 4 0 16,2-1 1-16,3 1-1 0,3 4 0 0,8 3 0 15,4 1 1-15,6-3-20 0,4-1 0 0,5 3 0 16,5 1 1-16,4-1-1 0,7-3 0 0,0 5 0 16,3-5 1-16,1 3-24 0,-3-3 0 0,1-1 0 15,-3 1 1-15,-1 1-1 0,-9-3 0 0,-1-1 0 0,-9-1 1 16,-4 2 1-16,-4-1 0 0,-4 1 0 0,-4-6 1 16,-4 3-1-16,-7-5 0 0,-1 0 0 0,-2-2 1 15,-3-2 5-15,-7-4 1 0,1-4 0 0,-1-2 0 16,-11-12-8-16,41 18-2490 0</inkml:trace>
  <inkml:trace contextRef="#ctx0" brushRef="#br0" timeOffset="-122984.84">19024 12359 392 0,'0'0'0'15,"0"0"0"-15,0 0 0 0,-13-2 261 0,7 0 0 16,2 0 0-16,-4 0 1 0,2 2-1 0,2-4 0 16,2-2 0-16,2-1 0 0,0 1-190 0,4-2 0 15,2 0 0-15,4 2 0 0,2-5-1 0,7 1 1 0,-1 0 0 16,6 2 0-16,-1 0-26 0,5 1 0 0,3 1 0 16,-5 4 1-16,5 2-1 0,-3 4 0 0,-7 2 0 15,-1 7 0-15,-6 5-25 0,-4-1 0 0,-1 3 0 16,-9 5 0-16,-4 5-1 0,-7-3 1 0,-1 8 0 15,0 2 0-15,-6-2-19 0,1 4 0 0,-3-8 0 16,2-1 1-16,-3-3-1 0,5-7 0 0,2-3 0 16,4-5 1-16,3-4-1 0,5-1 0 0,4-1 0 15,5-2 1-15,3-2-1 0,4-2 0 0,2 0 0 0,5 0 1 16,-3 0-2-16,6 0 1 0,-1 0-1 0,3-2 1 16,3 0-1-16,1 0 0 0,-3 0 0 0,3-2 1 15,1 1-1-15,1-5 1 0,3 2-1 0,-5 0 1 16,17-4-1-16,-47 10-2695 0</inkml:trace>
  <inkml:trace contextRef="#ctx0" brushRef="#br0" timeOffset="-122551.7">19925 12285 472 0,'0'0'0'0,"0"0"0"16,0 0 0-16,0 0 236 0,-10-10 1 0,4 6-1 15,2 0 1-15,-4 0-1 0,-3 0 0 0,-1-1 0 16,0 1 1-16,-2 2-164 0,0 2 1 0,-1 2-1 16,1 2 1-16,0 1-1 0,2 3 1 0,-1 2-1 15,3 2 1-15,4 3-25 0,0 1 0 0,6 0 0 16,2 3 0-16,4-1-1 0,8 1 1 0,-1-3 0 0,3 3 0 16,8-1-27-16,5 3 0 0,-3-5 0 0,3 0 0 15,-3 5 0-15,-1-5 0 0,-3 3 0 0,-4-1 0 16,-5-1-21-16,-7 1 0 0,-4 1 0 0,-4-3 1 15,-4-2-1-15,-7-1 0 0,-1-5 0 0,-2-2 1 16,-7-2-1-16,3-2 1 0,-4-2-1 0,-3-4 1 0,1-4-1 16,-5-4 1-16,3-1-1 0,1-1 1 0,1-7 2 15,1 1 1-15</inkml:trace>
  <inkml:trace contextRef="#ctx0" brushRef="#br0" timeOffset="-122369.5">20200 12248 540 0,'0'0'0'16,"0"0"0"-16,0 0 0 0,6 0 232 0,0 2 0 16,0 0 0-16,0 5 1 0,5-3-1 0,-3 4 0 15,-2 6 0-15,2-4 1 0,0 7-166 0,0 3 0 16,0 5 0-16,-2 4 1 0,1-1-1 0,-1 7 0 0,-2 0 0 16,0 4 0-16,0-8-27 0,0 0 1 0,0-5 0 15,0 1 0-15,-4-27-41 0,0 0-2324 0</inkml:trace>
  <inkml:trace contextRef="#ctx0" brushRef="#br0" timeOffset="-121851.7">20454 12051 616 0,'0'0'0'0,"0"0"0"16,8 0 0-16,1 0 190 0,-1 0 1 0,4 0-1 15,6 4 1-15,-1 3-1 0,1 1 0 0,4 4 0 16,1 5 1-16,5 5-116 0,1 5 0 0,1 8 0 16,-3 6 0-16,-1 8 0 0,-1 4 0 0,-7 5 0 0,-4-1 0 15,-6 0-17-15,-6 3 0 0,-6-5 0 0,-4-3 1 16,-4 9-1-16,-6-14 0 0,1-4 0 0,-5-6 0 15,6-4-27-15,-5-6 0 0</inkml:trace>
  <inkml:trace contextRef="#ctx0" brushRef="#br0" timeOffset="-119802.31">21317 12462 536 0,'0'0'0'0,"0"0"0"16,0 0 0-16,0 0 152 0,0 0 0 0,-4-11 0 15,4 7 0-15,0-2-1 0,0 0 1 0,4 2 0 16,-2-6 0-16,4 1-76 0,3 1 1 0,5-2-1 16,-4 0 1-16,4-1-1 0,5 1 0 0,1 0 0 15,2 0 1-15,1 1-27 0,1 3 1 0,-2 2 0 16,3 4 0-16,-3 4-1 0,-3 2 1 0,-3 7 0 0,-8-3 0 15,-4 6-17-15,-4 3 1 0,-4 1-1 0,0 7 1 16,-10 0-1-16,-5 3 0 0,-1 1 0 0,-4 2 1 16,-3-2-41-16,-3 2 1 0,1-3 0 0,-1-1 0 15,-1 0-1-15,7-5 1 0,1-3 0 0,-1-5 0 16,10 1 17-16,-1-5 0 0,7-4 0 0,4-2 0 16,4 1 0-16,4-1 0 0,2 2 0 0,2-4 0 0,5 2-8 15,1 0 1-15,6 0 0 0,-3 3 0 0,5-1-1 16,0-2 1-16,5 0-1 0,1 0 1 0,3-2 8 15,-1 1 0-15,-1-5 0 0,1 0 1 0,1 0-1 16,-1 0 0-16,-5 0 0 0,1-5 1 0,-9 1 1 0,1 2 1 16,-8 0-1-16,2 0 1 0,-12 2-16 0,0 0-2477 15</inkml:trace>
  <inkml:trace contextRef="#ctx0" brushRef="#br0" timeOffset="-119252.46">22048 12351 684 0,'0'0'0'0,"0"0"0"0,0 0 0 16,0 0 221-16,-12-8 1 0,10 4 0 0,0-1 0 16,0 1-1-16,2 0 1 0,0-2-1 0,4 2 1 0,2 0-148 15,4 0 1-15,2 2 0 0,4 0 0 0,3 0-1 16,5 2 1-16,-1 0-1 0,-1 2 1 0,2 2-33 15,1 0 1-15,1 6 0 0,-7 2 0 0,1 5-1 16,-10-3 1-16,0 5 0 0,-4-3 0 0,-2 5-15 16,-4 1 1-16,-8 1-1 0,0-5 1 0,0 5-1 0,-2-3 1 15,-6 3-1-15,-1-5 1 0,1-1-31 0,0 1 1 16,4-4-1-16,-3-1 1 0,5-1-1 0,2-6 1 16,2 0 0-16,6 1 0 0,0-3 4 0,4-4 0 15,0 4 0-15,6-4 0 0,2 0 0 0,7 0 0 16,1 4 0-16,2-4 0 0,3 4-3 0,-1 0 1 15,3 2-1-15,-1 2 1 0,1-4-1 0,-3 5 1 16,-2 1-1-16,-3 2 1 0,-3-1 3 0,-4 1 1 0,-4 2 0 16,-6 3 0-16,-2-1-1 0,-4 2 1 0,-2 1-1 15,-8-3 1-15,2 3 0 0,-4 1 1 0,-5-1 0 16,-1-1 0-16,-3-3-1 0,-1 1 1 0,-1-6-1 16,1-2 1-16,0 1-2 0,1-9 1 0,1 0-1 15,1 0 1-15,23 0-5 0,0 0-2806 0</inkml:trace>
  <inkml:trace contextRef="#ctx0" brushRef="#br0" timeOffset="-117252.61">22730 12894 560 0,'0'0'0'0,"0"0"0"0,0 0 0 16,0 0 132-16,0 0 1 0,0 0 0 0,0 0 0 15,0 0-133-15,0 0-819 0</inkml:trace>
  <inkml:trace contextRef="#ctx0" brushRef="#br0" timeOffset="-116833.68">23446 12427 568 0,'0'0'0'16,"0"0"0"-16,0 0 0 0,-8-4 195 0,2 2 0 0,2-1 0 15,-8 1 0-15,-1 0 0 0,-1 2 0 0,-2 0 0 16,-2 2 0-16,-1 5-122 0,-1 1 0 0,-7 2 0 15,1 2 1-15,2 5-1 0,-1-1 0 0,1 5 0 16,3 1 0-16,5 3-23 0,4-3 0 0,6 3 0 16,6 0 1-16,6-3-1 0,6-1 0 0,2-3 0 15,7 1 1-15,3 1-40 0,3-5 1 0,3-3-1 16,1 2 1-16,1-2-1 0,-1 1 1 0,-1-1-1 0,-1 0 1 16,-5 1-10-16,-3-1 1 0,-9 0 0 0,-6 3 0 15,-4-3-1-15,-6 2 1 0,-2 3 0 0,-9-3 0 16,-3 5 5-16,-6-1 1 0,-7 0-1 0,-3-1 1 15,-5-1-1-15,0-3 1 0,-4-3-1 0,9-2 1 16,-5-4-8-16,5-2 1 0</inkml:trace>
  <inkml:trace contextRef="#ctx0" brushRef="#br0" timeOffset="-116319.02">24102 12086 484 0,'0'0'0'0,"0"0"0"15,0 0 0-15,-13-4 224 0,5 4 1 0,0 0-1 16,-4 0 1-16,2 4-1 0,-9 0 1 0,3 0-1 15,0 7 1-15,-3 1-154 0,1 2 1 0,-2 7-1 16,-1 6 1-16,1 3-1 0,2 5 0 0,6 6 0 16,-1 0 1-16,7 2-16 0,0 0 0 0,8 0 0 15,6-6 1-15,2 0-1 0,3-6 0 0,7-6 0 16,4-9 1-16,5-2-24 0,4-5 1 0,1-5-1 0,7-4 1 16,0-6-1-16,-3-3 0 0,1-3 0 0,-5 0 1 15,-3-1-39-15,-5 3 1 0,-7-2 0 0,-5 0 0 16,-4 3 0-16,-6 3 0 0,0 2 0 0,-4 0 0 15,0 4 13-15,0 4 0 0,0 0 0 0,0 6 0 16,2 3 0-16,0 3 0 0,0 3 0 0,2 3 0 16,1 3 1-16,1 1 0 0,0 3 0 0,2 2 1 15,0 0-1-15,2 4 0 0,-2-1 0 0,5-3 0 0,-7 2 3 16,0 0 0-16,0-2 0 0,0 1 0 0,-2-1-1 16,2-2 1-16,-6-4 0 0,4-3 0 0,-4-6-3 15,4-3 0-15,-4-3 0 0,4-2 0 0,0-8 0 16,1 0 0-16,1-4 0 0,0-2 0 0,0-4-3 0,2-1 1 15,-4-3 0-15,2-2 0 0,0-1-1 0,-4-1 1 16,-2-1 0-16,-2 5 0 0,-2 2-6 0,0 1 1 16,-2 3-1-16,0 4 1 0,6 4-3 0,0 0-2958 0</inkml:trace>
  <inkml:trace contextRef="#ctx0" brushRef="#br0" timeOffset="-115649.72">24494 13028 56 0,'0'0'0'0,"0"0"0"0,0 0 0 16,2-7 213-16,0 3 0 0,0 0 0 0,5 0 1 15,-3 0-1-15,0 0 0 0,2 0 0 0,0 2 1 0,-2-2-161 16,0 4 0-16,0 0 0 0,2 0 1 16,-6 2-1-16,4 2 0 0,0 2 0 0,-4 4 1 15,0-2-19-15,0 5 1 0,0 1 0 0,-4 3 0 0,0 1-1 16,-2 0 1-16,0-1-1 0,-4 1 1 0,-2 1-9 16,-1-1 1-16</inkml:trace>
  <inkml:trace contextRef="#ctx0" brushRef="#br0" timeOffset="-113384.33">25137 12439 460 0,'0'0'0'0,"0"0"0"16,0 0 0-16,0 0 192 0,0 0 0 0,0 0 0 0,0 0 1 16,0 0-1-16,9 0 0 0,-3 0 0 0,2 0 1 15,4 0-100-15,0 0 0 0,7 0 0 0,-1 0 1 16,6 0-1-16,1 0 0 0,3 0 0 0,3-4 1 16,-3 0-43-16,5 0 1 0,-1 0 0 0,1-1 0 15,20-5-52-15,-53 10-2214 0</inkml:trace>
  <inkml:trace contextRef="#ctx0" brushRef="#br0" timeOffset="-113135.02">25182 12683 476 0,'0'0'0'15,"0"0"0"-15,0 0 0 0,0 0 205 0,0 0 0 16,0 0 0-16,8-4 0 0,-2 2-1 0,1 0 1 0,-1 0 0 16,6 2 0-16,0 0-127 0,2-4 1 0,3 4 0 15,3-4 0-15,-2 4-1 0,5 0 1 0,-1-4 0 16,3 4 0-16,3-3-20 0,3 1 0 0,-3-2 0 16,1-2 0-16,3 2-1 0,1 0 1 0</inkml:trace>
  <inkml:trace contextRef="#ctx0" brushRef="#br0" timeOffset="-108694.73">26023 12144 700 0,'0'0'0'0,"0"0"0"0,0 0 0 16,10 0 184-16,-6 0 0 0,2 0 0 0,4 4 1 0,-4 2-1 15,5 2 0-15,-1 4 0 0,2 5 1 16,-2 3-95-16,2 7 1 0,1 10 0 0,-3 4 0 0,2 10-1 15,-2 3 1-15,0 5 0 0,-2-2 0 0,1-3-46 16,-3 1 1-16,0-6 0 0,0-6 0 0,2-2-46 16,-8-41-2313-16</inkml:trace>
  <inkml:trace contextRef="#ctx0" brushRef="#br0" timeOffset="-108360.7">26483 12295 680 0,'0'0'0'0,"0"0"0"16,0 0 0-16,-8 0 181 0,4 2 0 0,-1 3 0 16,-1 1 0-16,0 2 0 0,0 4 0 0,0 7 0 15,2-3 0-15,2 7-102 0,2 1 0 0,4 7 0 16,2 0 0-16,6 0 0 0,7 1 0 0,3-3 0 15,5-6 0-15,7-3-20 0,7-3 0 0,4-3 0 0,-1-10 0 16,7-4-1-16,-6-4 1 0,4-4 0 0,-2-5 0 16,-7-5-28-16,-3-5 1 0,-6 1-1 0,-9-9 1 15,-6 0-1-15,-8 1 1 0,-8-9-1 0,-8 2 1 16,-8-2-33-16,-8 0 0 0,-7 2 0 0,-8 4 1 16,-1 8-1-16,-7 3 0 0,0 5 0 0,-2 5 1 15,0 6 6-15,-4 6 1 0,7 4 0 0,-1 6 0 0,10 1-1 16,5 3 1-16,3 2 0 0,7 1 0 0,22-17-7 15,0 0-2649-15</inkml:trace>
  <inkml:trace contextRef="#ctx0" brushRef="#br0" timeOffset="-108009.22">27270 12642 768 0,'0'0'0'0,"0"0"0"0,0 0 0 16,0 0 186-16,0 0 0 0,0 0 0 0,0 0 1 16,0 0-1-16,-8 6 0 0,6-4 0 0,0 0 0 15,2-2-186-15,0 0-1693 0</inkml:trace>
  <inkml:trace contextRef="#ctx0" brushRef="#br0" timeOffset="-107325.83">28186 12174 620 0,'0'0'0'0,"0"0"0"0,0 0 0 0,-8 0 182 16,2-4 1-16,-2 0 0 0,-4 0 0 0,-1 2-1 16,-3-2 1-16,0 2-1 0,-4 2 1 0,-5 0-111 15,-3 0 0-15,-3 2 0 0,-1 2 0 0,-7 2-1 16,-2 2 1-16,2 3 0 0,1 1 0 0,-1 2-23 0,3 3 1 16,5 1-1-16,0 3 1 0,7 1-1 0,4-3 1 15,5 3-1-15,5-1 1 0,8 1-17 0,6-5 0 16,6-3 0-16,5 0 0 0,5-1 0 0,7-9 0 15,3 0 0-15,9-4 0 0,3-4-39 0,3 0 0 16,0-11 0-16,2 3 1 0,-2 0-1 0,-5-3 0 16,-1-5 0-16,-2 2 1 0,-11-1 15 0,1 5 0 0,-7 1 0 15,-6-1 1-15,-6 4-1 0,-4 4 0 0,-4 2 0 16,0-5 1-16,0 7-4 0,0 2 1 0,0 2-1 16,0 2 1-16,-2 5-1 0,-2 3 0 0,2 2 0 15,-2 5 1-15,2 1-2 0,0 7 1 0,2 4-1 16,0-1 1-16,2 5-1 0,0-2 0 0,0 2 0 15,0-4 1-15,2 0-3 0,0-5 0 0,0-1 0 16,0-5 0-16,5-3 0 0,-5-7 0 0,0 2 0 16,2-1 0-16,-6-11-4 0,0 0-2621 0</inkml:trace>
  <inkml:trace contextRef="#ctx0" brushRef="#br0" timeOffset="-106794.41">28927 12285 88 0,'0'0'0'16,"0"0"0"-16,0 0 0 0,0 0 282 0,0 0 1 16,0-10 0-16,0 6 0 0,-2 0-1 0,0 0 1 15,0-5 0-15,-2 1 0 0,-2 0-216 0,0-2 1 0,0 2-1 16,-9-3 1-16,3-1-1 0,-4 2 1 0,-2-3-1 16,1 3 1-16,-7 2-24 0,1 0 1 0,1 4-1 15,-2 0 1-15,-3 4-1 0,1 4 0 0,-1 2 0 16,1 4 1-16,-3 4-20 0,1 1 0 0,-1 3 0 15,5-1 0-15,2 5 0 0,1 1 0 0,5 1 0 16,4-1 0-16,6-3-27 0,4 3 0 0,4 0 0 16,6-9 0-16,4 2 0 0,6-3 0 0,3-3 0 0,3-2 1 15,7-2 4-15,3-6 0 0,3-2 0 0,-1-2 0 16,5 0-1-16,0-8 1 0,-7-1 0 0,1 3 0 16,-4-4 4-16,-5 1 1 0,-6-5 0 0,-3 6 0 15,-7-5-1-15,-2 7 1 0,-4-2 0 0,0 4 0 16,-2 1 2-16,0 3 1 0,-2 0 0 0,0 4 0 0,0 4-1 15,2 2 1-15,-2 5-1 0,4 3 1 0,-4 7-2 16,2 3 0-16,0 7 0 0,0 8 0 0,2 2 0 16,1 2 0-16,-1-2 0 0,0 0 0 0,0 0-3 15,0-4 0-15,4-2 0 0,-6-4 0 0,4-9 0 16,0-1 0-16</inkml:trace>
  <inkml:trace contextRef="#ctx0" brushRef="#br0" timeOffset="-105043.18">29387 12176 472 0,'0'0'0'15,"0"0"0"-15,0 0 0 0,0 0 236 0,0 0 1 0,0 0-1 16,0 0 1-16,0 0-1 0,0 0 0 0,10 5 0 15,-4 5 1-15,2 6-165 0,-1 5 0 0,1 3 0 16,-2 9 1-16,2 6-1 0,-2 10 0 0,2 5 0 16,-2 3 0-16,-2 3-22 0,-2-3 0 0,0 0 0 15,1-5 0-15,-1-13 0 0,0 0 0 0,2 0 0 16,4-9 0-16,-8-30-50 0,0 0-2505 0</inkml:trace>
  <inkml:trace contextRef="#ctx0" brushRef="#br0" timeOffset="-104425.93">30224 12427 64 0,'0'0'0'15,"0"0"0"-15,0 0 0 0,6-11 262 0,-2 7 1 0,0 0-1 16,0-4 1-16,2 4-1 0,-4-2 0 0,0-2 0 15,0-1 1-15,-2 1-201 0,0-2 0 0,-2 2 0 16,-2-7 1-16,0 3-1 0,-6 0 0 0,2 1 0 16,-5-1 1-16,-1 0-25 0,-2 2 0 0,0-1 0 15,-5 3 1-15,-1 0-1 0,-1 4 0 0,-1 4 0 16,2 0 1-16,-5 4-20 0,5-2 1 0,-1 8 0 16,1 1 0-16,4 5-1 0,1 2 1 0,1-3-1 15,6 3 1-15,0 7-20 0,4-3 0 0,4-1 0 0,4-1 0 16,0 5 0-16,6-9 0 0,2 3 0 0,4-1 0 15,3-3 0-15,3-3 0 0,-2-2 0 0,7-2 0 16,1-3 0-16,1-5 0 0,3-2 0 0,-1-3 0 16,1-3 0-16,-3 0 0 0,-1 0 0 0,0-5 0 15,-5 1 0-15,-1 0 0 0,1 0 0 0,-7-5 0 0,0 7 10 16,-4-4 0-16,0 1 0 0,-1 1 1 0,-3 6-1 16,0-2 0-16,-2-1 0 0,-2 1 1 0,0 6 0 15,0 0 0-15,2 0 0 0,-4 6 0 0,2 6 0 16,0 1 0-16,-2 3 0 0,2 9 0 0,-2 1-6 0,2 5 0 15,0 4 0-15,0 6 0 0,0 0-1 0,0-2 1 16,4-1 0-16,-2-3 0 0,1 2-2 0,3-8 1 16,-4-1 0-16,4-3 0 0,-2-2-1 0,2-7 1 15</inkml:trace>
  <inkml:trace contextRef="#ctx0" brushRef="#br0" timeOffset="-103411.31">30718 12201 388 0,'0'0'0'0,"0"0"0"16,0 0 0-16,0 0 219 0,0 0 0 0,-8 0 0 16,8 0 0-16,-2 0-1 0,2 0 1 0,0 0 0 15,0-4 0-15,2 4-147 0,0-2 0 0,2 0 0 16,4 0 1-16,2 0-1 0,5 0 0 0,-1 0 0 15,6-2 0-15,1-1-28 0,3 3 0 0,0-2 0 0,1 4 1 16,-3-6-1-16,3 4 0 0,-5 0 0 0,0 0 1 16,1 4-38-16,-5-4 0 0,-2 2 0 0,-2 0 1 15,-3 0-1-15,-1 0 0 0,0-2 0 0,-4 2 0 0,-4 0-7 16,0 0-2346-16</inkml:trace>
  <inkml:trace contextRef="#ctx0" brushRef="#br0" timeOffset="-102943.33">30677 12205 368 0,'0'0'0'15,"0"0"0"-15,0 0 0 0,0 0 176 0,0 0 0 0,0 0 0 16,0 0 0-16,0 0-1 0,0 0 1 0,0 0 0 15,9 2 0-15,-7 2-129 0,0 0 1 0,0 3-1 16,2 3 1-16,-2 2-1 0,0 7 1 0,0-3-1 16,0 7 1-16,0-3-14 0,0 5 1 0,0-5 0 15,0 5 0-15,0-5-1 0,0 3 1 0,-2-7-1 16,2 1 1-16,0-7 2 0,0-2 0 0,0-2 0 16,2-2 0-16,0-2 0 0,0-4 0 0,5 2 0 15,-1-4 0-15,0-4-53 0,4 0 0 0,2-2 0 16,-1-3 1-16,1 1-1 0,4 2 0 0,0 0 0 15,-1 1 1-15,1 1 34 0,-2 0 1 0,3 6-1 0,1 0 1 16,0 4-1-16,1 0 1 0,1 6-1 0,-2 0 1 16,5 5-1-16,1 5 0 0,5 5 0 0,-1-1 0 15,1 9 0-15,-3 0 0 0,1 0 0 0,-3 1 0 16,-5 3-3-16,-3-4 1 0,-10 4 0 0,0-2 0 16,-8-1-1-16,-6 3 1 0,-4-4-1 0,-8 0 1 0,-7-4-1 15,-5-5 1-15,-7 1 0 0,-2-7 0 0,-3-4-1 16,-3-1 1-16,2-11 0 0,-2 0 0 0,3-9-5 15,3 1 1-15,4-6-1 0,3-3 1 0,3 1-1 16,7-2 0-16,8 1 0 0,8 1 1 0,6 16-13 16,0 0-2457-16</inkml:trace>
  <inkml:trace contextRef="#ctx0" brushRef="#br0" timeOffset="-96207.95">3242 13397 604 0,'0'0'0'0,"0"0"0"15,0 0 0-15,8-4 167 0,-4 4 0 0,0 4 0 16,5 0 0-16,-5 6-1 0,2 7 1 0,2 3 0 16,-4 9 0-16,4 12-87 0,-4 10 0 0,4 11 0 15,3 11 0-15,-7 14-1 0,4 19 1 0,-4-1 0 16,0-7 0-16,0-7-29 0,0-11 0 0,2-15 0 15,-6-5 0-15,4-13 0 0,-4-8 0 0,4-8 0 16,-4-7 0-16,0-24-51 0,0 0-2240 0</inkml:trace>
  <inkml:trace contextRef="#ctx0" brushRef="#br0" timeOffset="-95789.7">3199 13719 28 0,'0'0'0'0,"0"0"0"0,0 0 0 0,0 0 264 0,0 0 0 15,-10 0 0-15,10 0 0 0,0 0-1 0,0 0 1 16,-4 0 0-16,4 0 0 0,0 0-195 0,0 2 0 15,0-2 0-15,4 2 1 0,0 0-1 0,2 2 0 16,3 2 0-16,3 0 0 0,0 1-20 0,2 1 1 16,3 0 0-16,5 0 0 0,2 0-1 0,3-1 1 15,-1-1-1-15,1-2 1 0,5-4-29 0,-1 0 0 0,3-4 0 16,-3-5 1-16,-1 1-1 0,1-8 0 0,-3-3 0 16,-1-3 0-16,-7-1-20 0,-5-5 1 0,-3-1 0 15,-4 0 0-15,-8-4-1 0,-8 1 1 0,-4 3 0 16,-7-2 0-16,-1 0 0 0,-11 7 0 0,1 1 0 15,-9 5 0-15,0 3 0 0,-3 7 0 0,-1 2 0 16,4 4 0-16,5 2 7 0,-5 4 0 0,9 0 0 0,5 4 0 16,-1 0 0-16,9 7 0 0,7-5 0 0,6 0 0 15,4 1 2-15,4-5 0 0</inkml:trace>
  <inkml:trace contextRef="#ctx0" brushRef="#br0" timeOffset="-95089.58">3735 14076 324 0,'0'0'0'16,"0"0"0"-16,0 0 0 0,0 0 202 0,0-8 0 16,0 3 0-16,0-1 0 0,0 0-1 0,2 0 1 15,2 0 0-15,-4 0 0 0,4 0-141 0,0 3 0 0,0 3 0 16,0 5 0-16,0 3-1 0,4 4 1 0,-6 7 0 16,6 3 0-16,-3 9-19 0,3 6 1 0,0 4-1 15,0 6 1-15,2 4-1 0,-2-4 0 0,0 7 0 16,1-5 1-16,-3-2-23 0,2-6 0 0,-4-2 0 15,4-8 0-15,-8-31-20 0,0 0-2134 0</inkml:trace>
  <inkml:trace contextRef="#ctx0" brushRef="#br0" timeOffset="-94790.43">3578 14373 440 0,'0'0'0'0,"0"0"0"0,0 0 0 0,0 0 205 16,-10 0 0-16,10 2 0 0,-4 0 1 0,0 0-1 15,4 4 0-15,0-1 0 0,0 1 0 0,0 4-139 16,0 2 0-16,4-1 0 0,0 3 0 0,0 0 0 16,6 3 0-16,2-3 0 0,0 2 0 0,7-7-20 0,-3-1 1 15,0-4 0-15,3-2 0 0,1-4-1 0,-2-2 1 16,1-2 0-16,-3-3 0 0,0-3-21 0,-8-2 0 15,3-3 0-15,-3 1 0 0,0-2-1 0,-8 5 1 16,0-5 0-16,-4 5 0 0,-4-1-28 0,-1 2 1 16,-1 2-1-16,-2 1 1 0,0 5-1 0,-6 4 1 15,1 0-1-15,-1 2 1 0,-2 4 5 0,1 5 1 16</inkml:trace>
  <inkml:trace contextRef="#ctx0" brushRef="#br0" timeOffset="-94007.61">4476 14186 696 0,'0'0'0'15,"0"0"0"-15,0 0 0 0,0 0 168 0,12 3 1 16,-4-1 0-16,6-2 0 0,-2 2-1 0,1-2 1 0,5 2-1 16,-2-2 1-16,2 2-112 0,7 0 1 0</inkml:trace>
  <inkml:trace contextRef="#ctx0" brushRef="#br0" timeOffset="-93841.44">4514 14455 724 0,'0'0'0'0,"0"0"0"0,0 0 0 15,0 8 165-15,0-4 0 0,4 3 0 0,0-7 1 16,9 2-1-16,-3 0 0 0,6-2 0 0,2 0 0 15,11-4-113-15,1 0 0 0</inkml:trace>
  <inkml:trace contextRef="#ctx0" brushRef="#br0" timeOffset="-79285.52">5176 14488 576 0,'0'0'0'0,"0"0"0"0,0 0 0 0,0 0 180 0,0 0 1 16,0 0 0-16,0 0 0 0,0 0-1 0,8 4 1 15,-4 0 0-15,4 0 0 0,6 0-93 0,-2 0 0 16,7-1 0-16,1-1 0 0,7-2-1 0,-1-2 1 15,7-3 0-15,-3-1 0 0,5 0-29 0,3-2 1 16,-3-2 0-16,-4-3 0 0,-3 1-1 0,-2-2 1 16,1 1-1-16,-11 1 1 0,-2-4-28 0,-5 1 0 0,-1 3 0 15,-8 2 1-15,-8-3-1 0,-1 3 0 0,-5 2 0 16,-2 0 0-16,-11 0-32 0,1 1 0 0,-2 3 0 16,-7-4 1-16,0 6-1 0,-3 2 0 0,-5 2 0 15,4 6 0-15,1 1 6 0,-1 5 1 0,4 2 0 16,1 9 0-16,7 4-1 0,3 3 1 0,6 9 0 15,5 5 0-15,9 3-2 0,4 0 0 0,8 4 0 16,11-1 1-16,5-3-1 0,11-4 0 0,3-2 0 16,9-12 1-16,14 0-1 0,2-9 1 0,7-14 0 0,-1-8 0 15,4-4-1-15,0-10 1 0,-4-2 0 0,-9-7 0 16,-3 0-1-16,-11 3 0 0</inkml:trace>
  <inkml:trace contextRef="#ctx0" brushRef="#br0" timeOffset="-78953.69">5699 13922 660 0,'0'0'0'0,"0"0"0"15,0 0 0-15,0 0 232 0,0 0 0 0,-8-4 0 16,8 4 0-16,0 0-1 0,4 0 1 0,-2 0 0 15,6 4 0-15,-4-4-159 0,8 4 1 0,0 2-1 0,3 0 1 16,-15-6-74-16,0 0-2107 0</inkml:trace>
  <inkml:trace contextRef="#ctx0" brushRef="#br0" timeOffset="-78604.5">6073 13793 524 0,'0'0'0'15,"0"0"0"-15,0 0 0 0,-8 0 218 0,4 0 0 16,0 0 0-16,-4 0 1 0,2 2-1 0,2 2 0 15,-5 0 0-15,5 0 0 0,-4 4-159 0,8 0 0 16,-4 3 0-16,4 1 1 0,4 2-1 0,-4 1 0 16,8-3 0-16,1-2 1 0,3 3-14 0,2-1 0 15,2-6 0-15,3 0 1 0,1 0-1 0,-2-4 0 0,-1-2 0 16,1-4 0-16,-2-2-19 0,-2-2 0 0,-1-2 0 16,-5-3 1-16,-4 3-1 0,-4-4 0 0,-4 1 0 15,0-5 0-15,-4 2-31 0,-7-1 0 0,3 7 0 16,-4-6 1-16,2 1-1 0,-3 3 0 0,-1 4 0 15,2 2 1-15,16 6 3 0,0 0-2475 0</inkml:trace>
  <inkml:trace contextRef="#ctx0" brushRef="#br0" timeOffset="-78437.42">6401 13979 700 0,'0'0'0'0,"0"0"0"0,0 0 0 0,0 0 196 16,0 0 0-16,0 0 0 0,0 0 1 0,0 0-1 16,0 0 0-16,0 0 0 0,0 0 0 0,0 0-196 15,0 0-1702-15</inkml:trace>
  <inkml:trace contextRef="#ctx0" brushRef="#br0" timeOffset="-78103.73">6629 13746 656 0,'0'0'0'0,"0"0"0"15,0 0 0-15,0 0 176 0,-8-7 1 0,2 5 0 16,2 0 0-16,-5 0-1 0,5 2 1 0,-4 0-1 15,-2 2 1-15,2 4-120 0,4 1 0 0,-4 1 0 16,4 2 0-16,-1 0-1 0,1 3 1 0,4 1 0 16,4-2 0-16,1 3-11 0,-1 1 0 0,8-2 0 15,-2 1 0-15,6-3 0 0,1-2 0 0,1 1 0 0,2-5 0 16,-1-2-15-16,-3 0 0 0,2-4 0 0,-2-8 0 16,-3-1 0-16,-3-1 0 0,-2 0 0 0,0-6 0 15,-8-1-38-15,0-1 0 0,-4-1 0 0,-4 3 0 16,-4-1 0-16,2 1 0 0,-3 2 0 0,-3 1 1 15,6 1 16-15,-2 4 0 0</inkml:trace>
  <inkml:trace contextRef="#ctx0" brushRef="#br0" timeOffset="-77803.33">6973 13620 636 0,'0'0'0'16,"0"0"0"-16,0 0 0 0,0 0 214 0,-8-4 0 16,6 4 0-16,-2-2 1 0,-5 2-1 0,5 0 0 15,0 2 0-15,-4 0 1 0,2 7-145 0,2-5 1 16,-4 8-1-16,0 2 1 0,0 5-1 0,-3 1 0 0,7 3 0 16,-4 4 1-16,4 3-25 0,4 1 1 0,0-2 0 15,8 2 0-15,-2-5-1 0,7-5 1 0,3-5-1 16,0-4 1-16,2-5-28 0,3-3 1 0,1-8 0 15,-4-3 0-15,3-3-1 0,-5 0 1 0,-2-7 0 16,-1 3 0-16,-9-2-20 0,-4 1 1 0,0 1-1 16,-4 2 1-16,-5 1-1 0,-3 1 0 0,0 4 0 15,-2 2 1-15,14 4-1 0,0 0-2586 0</inkml:trace>
  <inkml:trace contextRef="#ctx0" brushRef="#br0" timeOffset="-77118.56">7419 13643 424 0,'0'0'0'16,"0"0"0"-16,0 0 0 0,0 0 213 0,-9 0 0 16,5 0 0-16,0 0 0 0,0 0 0 0,-4 2 0 15,2 2 0-15,2 0 0 0,-4 4-148 0,4-1 1 16,-5 5 0-16,3 2 0 0,2 3-1 0,0 1 1 16,0 7 0-16,4 1 0 0,0 3-26 0,0 4 0 15,4 2 0-15,0-2 0 0,6-3-1 0,3 1 1 0,3-8 0 16,-2-1 0-16,-14-22-40 0,0 0-2230 0</inkml:trace>
  <inkml:trace contextRef="#ctx0" brushRef="#br0" timeOffset="-76871">7659 13538 460 0,'0'0'0'0,"0"0"0"0,0 0 0 16,0 0 195-16,0 0 0 0,0 0 0 0,0 0 1 16,0 0-1-16,0 0 0 0,0 0 0 0,4 9 1 15,-2-5-117-15,2 2 0 0,0 6 0 0,0-4 1 0,0 5-1 16,0 3 0-16,4 0 0 0,-4 1 0 0,2 1-26 16,-1 3 0-16,-1-1 0 0,0 1 1 0,0-5-1 15,0 3 0-15,0-1 0 0,0-1 1 0,-4-17-54 0,0 0-2311 16</inkml:trace>
  <inkml:trace contextRef="#ctx0" brushRef="#br0" timeOffset="-76701.11">7569 13817 560 0,'0'0'0'15,"0"0"0"-15,0 0 0 0,0 0 218 0,8 6 0 0,-2-3 0 16,3 1 0-16,-1-4 0 0,4 4 0 0,-2-4 0 15,6 2 0-15,3 0-148 0,1-2 1 0,2 2-1 16,3 0 1-16,13 0-71 0,-38-2-1940 0</inkml:trace>
  <inkml:trace contextRef="#ctx0" brushRef="#br0" timeOffset="-76270.08">7685 13967 632 0,'0'0'0'0,"0"0"0"0,0 0 0 0,0 0 198 16,0 0 1-16,0 0 0 0,0 0 0 0,0 0-1 16,0 0 1-16,0 0-1 0,0 0 1 0,0 0-134 15,-4 12 1-15,0-8-1 0,4 3 1 0,-4 1-1 16,0 4 1-16,4-2-1 0,-4 3 1 0,2-3-21 0,2 0 1 15,0 0-1-15,0-1 1 0,2-3-1 0,2 0 0 16,0 0 0-16,0-2 1 0,4 0-17 0,-4-4 0 16,2 0 0-16,2 0 0 0,5-4 0 0,-5 0 0 15,0 0 0-15,0 0 0 0,2-2-34 0,2 2 0 16,-3 0 0-16,1-1 1 0,2-3-1 0,-4 2 0 16,0 0 0-16,-2 2 1 0,3-2 11 0,-1 0 0 15,-4 1 0-15,4-1 1 0,-4 0-1 0,-2 2 0 16,2-2 0-16,-2 2 1 0,0 0 0 0,-2 0 0 0,0-1 0 15,0 5 1-15,0-2-1 0,0 2 0 0,0 0 0 16,0 0 1-16,0 2 0 0,-2 7 1 0,0 1-1 16,0 2 1-16,0 5-1 0,0 3 0 0,2 1 0 15,-4 1 1-15,4 5-1 0,-4-7 0 0,4 1 0 16,0-1 1-16,0-1-1 0,4-3 0 0,0-3 0 16,-2-3 0-16,-2-10-9 0,0 0-2681 0</inkml:trace>
  <inkml:trace contextRef="#ctx0" brushRef="#br0" timeOffset="-76054.49">7972 13684 970 0,'0'0'0'0,"0"0"0"0,0 0 0 0,0 0 242 15,10 4 0-15,-2-2 0 0,1 4 1 0,-5 0-165 0,6 3 1 16,2-1-1-16,0 4 1 0,0 7-1 15,3 3 1-15,-3 3-1 0,-2 8 1 0,2 4-32 0,-8 4 1 16,4 4 0-16,-8 0 0 0,0 0-1 0,-4-2 1 16,-4-2-1-16,0-6 1 0,-2 6-48 0,10-41-2211 15</inkml:trace>
  <inkml:trace contextRef="#ctx0" brushRef="#br0" timeOffset="-75371">8489 14166 264 0,'0'0'0'15,"0"0"0"-15,0 0 0 0,-4-6 253 0,4 2 1 16,-4-7-1-16,4 3 1 0,-4-2-1 0,4 0 1 16,0-1-1-16,0 3 1 0,0-4-175 0,0 4 0 15,0 2 0-15,0 2 1 0,0-5-1 0,0 5 0 16,4 4 0-16,0 2 0 0,0 4-24 0,0 1 0 15,4 1 0-15,-4 8 0 0,2 1 0 0,-1 5 0 0,-1 3 0 16,0 1 0-16,-4 9-21 0,0 0 0 16,-4 8 0-16,-5-2 0 0,1 6 0 0,-2-3 0 0,-2 1 0 15,0-4 0-15,-3 2-39 0,3-8 1 0,0-9 0 16,2 1 0-16,-2-13-1 0,1-1 1 0,5-9 0 16,0-4 0-16,2 0 13 0,4-9 0 0,0-1 0 15,0-2 0-15,8-4 0 0,-4-3 0 0,3 3 0 16,5-3 0-16,0 1-7 0,-2-1 1 0,6 3 0 0,3 6 0 15,1-3-1-15,0 7 1 0,3 2 0 0,3 4 0 16,1 4-1-16,1 6 0 0,-1 1 0 0,-5 9 1 16,2 7-1-16,-1 4 0 0,-3 3 0 0,-8 5 1 15,-1 2-1-15,-3 5 1 0,-4-1 0 0,-4 6 0 16,-8-6-1-16,0 4 1 0,-3-2-1 0,3 1 1 16,-4-3-3-16,4-6 1 0,-2-4 0 0,6-3 0 0,-5-5-1 15,5-10 1-15,4-7 0 0,0-6 0 0,0-4-1 16,4-2 1-16</inkml:trace>
  <inkml:trace contextRef="#ctx0" brushRef="#br0" timeOffset="-72937.45">9301 14588 212 0,'0'0'0'0,"0"0"0"0,0 0 0 16,0-10 248-16,0 4 0 0,-4-4 0 0,4-2 1 16,-4-1-1-16,4-3 0 0,-4 1 0 0,4-3 1 15,-6-3-204-15,2 1 1 0,2-1 0 0,0 7 0 16,-6-6-1-16,3 3 1 0,-3 3 0 0,4 2 0 15,-6 3-19-15,2 5 1 0,0 4-1 0,-4 0 1 0,-1 6-1 16,3 3 1-16,-2 3-1 0,0 6 1 0,2 3-17 16,-3 6 1-16,1 7 0 0,2 9 0 0,6 3-1 15,0 3 1-15,4 4-1 0,4 0 1 0,8-3-5 16,6-5 0-16,3-2 0 0,5-8 0 0,5-9 0 16,7-7 0-16,1-7 0 0,4-12 0 0,0-12-6 0,-1-7 0 15,-1-7 0-15,-2-11 0 0,1-10 0 0,-7-7 0 16,-9-1 0-16,-9-2 0 0,-9 1 0 0,-6 1 0 15,-8 3 0-15,-5 7 1 0,-5 2-1 0,-2 6 0 16,-7 9 0-16,-3 3 0 0,1 9 17 0,-1 9 1 16,-1 1-1-16,-1 8 1 0,1 7-1 0,5 3 0 15</inkml:trace>
  <inkml:trace contextRef="#ctx0" brushRef="#br0" timeOffset="-72736.73">9873 14816 760 0,'0'0'0'0,"0"0"0"0,0 0 0 16,0 0 216-16,0 0 1 0,-8 8-1 0,4-6 1 15,0 3-1-15,0-1 1 0,4 2-1 0,-2 2 1 16,2-8-217-16,0 0-1869 0</inkml:trace>
  <inkml:trace contextRef="#ctx0" brushRef="#br0" timeOffset="-72285.19">10429 14367 592 0,'0'0'0'0,"0"0"0"15,-6-6 0-15,-3 0 192 0,5 2 0 0,-8-3 0 16,2 1 0-16,-2 2 0 0,-3 0 0 0,-1 2 0 16,-4-2 0-16,2 2-125 0,-3 2 0 0,3 6 0 15,-2-2 1-15,1 4-1 0,3 7 0 0,-2-1 0 0,1 4 0 16,3 7-24-16,6 0 0 0,0 5 0 0,8 3 1 16,0-2-1-16,8 0 0 0,6 0 0 0,7-3 1 15,1 1-14-15,0 0 0 0,7-5 0 0,-3-3 0 16,1-1-1-16,-3 1 1 0,-1-7 0 0,-3 3 0 15,-12-3-36-15,-2 0 0 0,-4 1 0 0,-6-1 1 16,-4-4-1-16,0 1 0 0,-13-1 0 0,-1-2 1 0,-2-2 13 16,-7-2 1-16,1-2-1 0,-1-4 1 0,-4-4-1 15,5 0 0-15,-3-4 0 0,7-3 1 0,26 13-9 16,0 0-2454-16</inkml:trace>
  <inkml:trace contextRef="#ctx0" brushRef="#br0" timeOffset="-71953.51">10642 14385 656 0,'0'0'0'15,"0"0"0"-15,0 0 0 0,0 0 217 0,0 0 1 0,0 0 0 16,0 0 0-16,0 0-1 0,0 0 1 0,13 5 0 16,-1-10 0-16,2 1-153 0,2 0 1 0,7-2 0 15,-1 0 0-15,3 0-1 0,1 2 1 0,4-2 0 16,1 1 0-16,-2 3-20 0,1 0 0 0,-8 2 0 15,3 0 0-15,-7 2 0 0,-2 5 0 0,-3-1 0 16,-5 2 0-16,-2 2-11 0,-6 2 1 0,-6 3 0 16,-2 1 0-16,-5 3-1 0,-3 5 1 0,-6 3-1 15,-5 2 1-15,-1 3-46 0,-3 3 0 0,-3 2 0 16,3-2 0-16,1 0 0 0,5-4 0 0,3 0 0 0,1-5 0 16,7 1 22-16,6-5 1 0,4 1 0 0,4-7 0 15,8-1-1-15,2-1 1 0,7-2-1 0,-1-3 1 16,6-3 0-16,3-4 1 0,5-2 0 0,5-6 0 15,4 0-1-15,-1-9 1 0,1 3-1 0,4-7 1 16,3-9-14-16,-46 28-2781 0</inkml:trace>
  <inkml:trace contextRef="#ctx0" brushRef="#br0" timeOffset="-71699.89">11420 14332 704 0,'0'0'0'0,"0"0"0"0,-12 0 0 0,1-2 248 0,-1 2 1 16,0 0-1-16,-2 0 1 0,2 2-1 0,-5 2 1 16,-1 0-1-16,6 2 1 0,-5 3-173 0,7 3 1 15,-2 0-1-15,4 5 1 0,2 3-1 0,6-5 1 16,2 3-1-16,6 3 1 0,0-1-27 0,2 3 1 16,7-3-1-16,-1 5 1 0,6-5-1 0,-1 3 1 0,1-3-1 15,-2 1 1-15,-1 1-26 0,-3 1 0 0,-4-3 0 16,-6 3 1-16,-6-2-1 0,0-1 0 0,-6-4 0 15,-4 3 0-15,-4-3-26 0,-7-1 0 0,-1-3 0 16,0-2 0-16,-7-4 0 0,3-4 0 0,-5-2 0 16,3-2 0-16,28 2 1 0,0 0-2926 0</inkml:trace>
  <inkml:trace contextRef="#ctx0" brushRef="#br0" timeOffset="-71503.16">11686 14435 736 0,'0'0'0'0,"0"0"0"0,9 8 0 0,-5-4 227 15,2 6 0-15,-2 3 0 0,4 3 0 0,-4 4-1 16,0 5 1-16,0 6 0 0,-4 4 0 0,0 6-153 16,-4 6 0-16,-4 2 0 0,2-2 1 0,0 3-1 15,0-1 0-15,-2-6 0 0,-1-4 0 0,-3 4-74 0,12-43-2358 16</inkml:trace>
  <inkml:trace contextRef="#ctx0" brushRef="#br0" timeOffset="-69002.74">12201 14111 232 0,'0'0'0'15,"0"0"0"-15,0 0 0 0,0 0 260 0,-8-11 1 16,8 9-1-16,-4-2 1 0,0-2-1 0,0 2 1 15,0 0-1-15,-2 2 1 0,0 0-182 0,2 0 1 16,-2 2 0-16,1 4 0 0,1 2-1 0,0 8 1 0,4-1-1 16,-4 7 1-16,4 9-34 0,0 14 1 0,0 16 0 15,0 17 0-15,4 17-1 0,4 11 1 0,5 23-1 16,1-12 1-16,2-16-22 0,7-13 0 0,-3-14 0 16,-2-17 0-16,5-14 0 0,1-14 0 0,1-13 0 15,3-10 0-15,-28-4-25 0,0 0-2645 0</inkml:trace>
  <inkml:trace contextRef="#ctx0" brushRef="#br0" timeOffset="-68221.58">12541 14447 292 0,'0'0'0'0,"0"0"0"0,0 0 0 0,0 0 234 16,-4-12 0-16,4 8 0 0,-4-3 0 0,4 3-1 15,-4 0 1-15,4-4 0 0,0 0 0 0,0 0-160 0,0 1 0 16,4-5 0-16,0 2 1 0,4 2-1 0,-4-5 0 16,7 5 0-16,1 2 0 0,0-4-25 0,0 2 1 15,2 1-1-15,3 5 1 0,-3-2-1 0,2 4 1 16,1 0-1-16,-3 4 1 0,0 2-26 0,-2 5 1 15,0 1 0-15,-7 0 0 0,1 7-1 0,-4 1 1 16,-2 1-1-16,-4 1 1 0,0 1-24 0,-5 4 0 16,-5 3 0-16,2-3 0 0,0 0 0 0,-7 3 0 0,3-3 0 15,2 4 0-15,2-6 1 0,-1-3 0 0,5 3 0 16,-2-3 0-16,4-1-1 0,4-3 1 0,2 1 0 16,4-1 0-16,4 1 7 0,2-1 0 0,7-6 0 15,-3 3 1-15,6-5-1 0,7-2 0 0,-1-2 0 16,5 1 0-16,3-7 4 0,3-5 1 0,4-1 0 15,-1-2 0-15,13-10-14 0,-53 18-2625 0</inkml:trace>
  <inkml:trace contextRef="#ctx0" brushRef="#br0" timeOffset="-67655.16">13144 14812 368 0,'0'0'0'16,"0"0"0"-16,0 0 0 0,0 0 268 0,0 0 1 16,0 0-1-16,0 0 1 0,8-6-1 0,-4 4 0 0,0 2 0 15,-4 0 1-15,0 0-209 0,4 0 0 0,-2 0 0 16,0 0 1-16,0 2-1 0,-2 0 0 0,0 0 0 16,-2 0 0-16,0-2-18 0,-2 2 0 0,2 0 0 15,-6 0 0-15,0 2-1 0,-5-4 1 0,3 0 0 16,-2 0 0-16,0 0-15 0,2 0 0 0,2 0 0 15,3-4 0-15,-3 0 0 0,8 0 0 0,0 0 0 16,0-2 0-16,0 2-27 0,8-5 1 0,-3 3 0 0,1 2 0 16,0-2-1-16,0 0 1 0,2 2-1 15,-4 0 1-15,0 2-1 0,0 2 1 0,0 0 0 0,0 0 0 16,0 2-1-16,-2 0 1 0,1 4-1 0,-1-4 1 16,-2 2 6-16,0 2 1 0,0-4 0 0,-2 4 0 15,2 1-1-15,-3-3 1 0,1-2 0 0,-2 2 0 16,2-2-1-16,0-2 1 0,-2 0-1 0,4 0 1 0,-4 0-1 15,0-2 1-15,4 0-1 0,-4 0 1 0,4 2-2 16,-4-2 1-16,4 2 0 0,-4 0 0 0,0 0-1 16,0 2 1-16,0 2-1 0,2 0 1 0,-2 2-2 15,-1 0 0-15,1 0 0 0,0 1 1 0,4-1-1 16,0-2 0-16,4-2 0 0,0 0 1 0,-4-2-6 0,0 0-2831 16</inkml:trace>
  <inkml:trace contextRef="#ctx0" brushRef="#br0" timeOffset="-66302.49">13001 14301 528 0,'0'0'0'0,"0"0"0"0,0 0 0 16,0 0 170-16,-8-12 1 0,4 8 0 0,0 0 0 15,0-2-1-15,2 2 1 0,0-5-1 0,2 3 1 16,2 0-87-16,4 2 1 0,-2-2-1 0,4 0 1 15,0 0-1-15,2-1 1 0,3 1-1 0,-1 4 1 16,4-2-24-16,2 4 1 0,-3 0-1 0,1 4 1 16,0 2-1-16,-3 3 1 0,1 3-1 0,-6-4 1 0,-4 6-24 15,-2 5 0-15,0 1 0 0,-2 1 0 0,-4 1 0 16,0 3 0-16,-4 4 0 0,-4-1 0 0,-3 3-42 0,-5-2 0 16,2-2 0-16,-3-1 0 0,-1-1 0 0,6-5 0 15,-3-3 0-15,3-3 0 0,4-2 16 0,2-3 1 16,6-3-1-16,-5-2 1 0,9 0-1 0,0-4 1 15,0 0-1-15,0 0 1 0,4 0-6 0,5 0 1 16,-5 0-1-16,6 0 1 0,2 0-1 0,4 2 1 16,3 2-1-16,-3 0 1 0,2 0 1 0,3 3 1 15,1-1-1-15,-6 0 1 0,3 0-1 0,-3 0 0 16,-8 6 0-16,6-3 1 0,-6 3-3 0,-4 0 1 0,1 1 0 16,-5-1 0-16,0 0-1 0,-5 3 1 0,-3-3 0 15,4 2 0-15,-8-1-1 0,2-1 0 0,-2-2 0 16,-1-2 0-16,-1-4-1 0,2 0 1 0,-6-1 0 15,1-3 0-15,1 0-1 0,-2 0 1 0,2-3-1 16,1 3 1-16,-1-2-1 0,0 2 0 0,1 0 0 16,3 0 1-16,4 0-1 0,2 2 1 0,2 1-1 15,4-3 1-15,0 0-7 0,0 0-2822 0</inkml:trace>
  <inkml:trace contextRef="#ctx0" brushRef="#br0" timeOffset="-65769.36">13443 14880 644 0,'0'0'0'0,"0"0"0"16,0 0 0-16,0 0 225 0,0 0 0 0,0 0 0 15,0 0 1-15,0 0-1 0,0 0 0 0,0 0 0 16,0 0 0-16,0 0-141 0,0 0 1 0,0 0 0 15,0 0 0-15,0 0-1 0,-8 6 1 0,4-2-1 16,0-2 1-16,4 0-30 0,-4 0 0 0,-1 0 0 16,1-2 1-16,4 0-1 0,-4 0 0 0,4-2 0 15,0 0 0-15,4-2-26 0,0 0 0 0,1-2 0 16,-1 0 0-16,4-3 0 0,6 3 0 0,-2 0 0 0,-2-6 0 16,7 4-29-16,-5 1 0 0,0 3 0 0,2-4 1 15,-1 4-1-15,-5 2 0 0,-2 2 0 0,-2 2 0 16,-2 2 3-16,-2 0 1 0,0 0-1 0,-2 2 1 15,-2 1-1-15,-2 1 0 0,2 2 0 0,-9-2 1 16,3-2 2-16,-2 3 0 0,0-1 0 0,0 0 1 16,-1 0-1-16,3 3 0 0,-2-7 0 0,2 0 1 0,2 0 0 15,4-2 1-15,-5 0-1 0,5-2 1 0,0 0-1 16,-2 0 0-16,2-2 0 0,4 0 1 0,0-2 0 16,0-2 0-16</inkml:trace>
  <inkml:trace contextRef="#ctx0" brushRef="#br0" timeOffset="-64488.66">13655 14221 496 0,'0'0'0'0,"0"0"0"0,0 0 0 0,0 0 157 0,6-6 0 16,0 4 0-16,2-6 0 0,2 2-1 0,-2 0 1 15,4-1 0-15,3 3 0 0,1-4-75 0,2 4 0 16,3 0 0-16,-3 0 1 0,2 2-1 0,-3 0 0 16,1 0 0-16,0 2 1 0,-2 0-33 0,-1 0 1 15,-3 2 0-15,0 0 0 0,-8 4-1 0,2 0 1 16</inkml:trace>
  <inkml:trace contextRef="#ctx0" brushRef="#br0" timeOffset="-64119.71">13665 14221 296 0,'0'0'0'0,"0"0"0"15,0 0 0-15,-6-4 201 0,-3 2 0 0,5 2 0 16,-4 0 0-16,2 0 0 0,2 0 0 0,0 0 0 0,0 2 0 15,0 2-136-15,4 0 1 0,-4 3 0 0,4 1 0 16,4-2-1-16,0 2 1 0,0 4 0 0,2 1 0 16,0 1-16-16,4 3 1 0,-1 1-1 0,-3-2 1 15,2 3-1-15,0 3 0 0,4-5 0 0,-8 1 1 16,4-3-21-16,3-3 1 0,1 0 0 0,-4-4 0 0,4-1-1 16,2-1 1-16,-1-4 0 0,1 0 0 0,2-2-35 15,0 0 0-15,-1 0 0 0,1 0 0 0,0 0 0 16,2 2 0-16,-3 4 0 0,1 2 1 0,-4 3 12 15,-2 1 0-15,3 4 0 0,-1 3 0 0,-4 1 0 16,2 3 0-16,-2-1 0 0,0 5 0 0,1-4 7 0,-5 1 0 16,0 1 0-16,-2-1 0 0,-2 1 0 0,-4 0 0 15,-2-5 0-15,-7 3 0 0,-1-3-2 0,-2-3 0 16,-5 1 0-16,-1-1 1 0,-2-9-1 0,-1 0 0 16,1-4 0-16,-3-4 0 0,3-4-1 0,2-2 1 15,-3-2 0-15,7-3 0 0,-3-1-1 0,7 2 1 16</inkml:trace>
  <inkml:trace contextRef="#ctx0" brushRef="#br0" timeOffset="-63703.5">14245 14053 640 0,'0'0'0'0,"0"0"0"0,0 0 0 0,0 0 217 0,0-8 0 16,2 6 0-16,2 2 0 0,2 0-1 0,2 4 1 16,0 2 0-16,0 9 0 0,7-3-133 0,-3 8 0 15,4 9 0-15,2 6 1 0,-1 10-1 0,1 6 0 16,-6 11 0-16,-4 8 0 0,-6 8-32 0,-6 6 1 0,-6 12 0 15,-10-8 0-15,2-10-1 0,-9-8 1 0,3-9 0 16,-3-9 0-16,1-11-48 0,5-11 0 0</inkml:trace>
  <inkml:trace contextRef="#ctx0" brushRef="#br0" timeOffset="-62853.46">15330 14271 340 0,'0'0'0'16,"0"0"0"-16,2-11 0 0,2 5 228 0,-4 0 0 0,4 2 0 15,-4 0 0-15,4-4-1 0,0 1 1 0,0 3 0 16,-2 2 0-16,2 2-150 0,-2 4 1 0,0 5-1 16,-2 3 1-16,0 2-1 0,0 7 1 0,-4 5-1 15,0 9 1-15,-2 10-27 0,-2 5 0 0,-7 7 0 16,3 1 0-16,0-3-1 0,-2 0 1 0,4-6 0 15,-1-1 0-15,-5 3-52 0,16-51-2405 0</inkml:trace>
  <inkml:trace contextRef="#ctx0" brushRef="#br0" timeOffset="-62688.03">15043 14564 708 0,'0'0'0'0,"0"0"0"0,0 0 0 15,0 0 211-15,0 0 0 0,0 0 0 0,0 0 1 0,0 0-1 16,0 0 0-16,14-6 0 0,-2 6 1 0,6-4-139 15,7 2 0-15,1 0 0 0,9-1 1 0,8 1-1 16,3 0 0-16,1 0 0 0,6 0 0 0,2-2-29 16,-2 0 1-16</inkml:trace>
  <inkml:trace contextRef="#ctx0" brushRef="#br0" timeOffset="-62271.56">16612 14283 592 0,'0'0'0'0,"0"0"0"0,0 0 0 15,0 0 183-15,0 0 0 0,0 0 0 0,0 0 0 0,0 0 0 16,0 0 0-16,4 14 0 0,0-4 0 0,-4 11-116 16,4 2 0-16,-4 11 0 0,-4 10 0 0,0 11 0 15,-4 6 0-15,-2 5 0 0,-3 2 0 0,1-7-16 0,-4-3 0 16,2-3 0-16,1-10 0 0,3-2-51 0,10-43-2097 16</inkml:trace>
  <inkml:trace contextRef="#ctx0" brushRef="#br0" timeOffset="-62086.54">16925 14603 728 0,'0'0'0'0,"0"0"0"15,0 0 0-15,0 0 194 0,0 0 0 0,10-4 0 16,-1 2 0-16,3 0 0 0,0 0 0 0,4-3 0 15,3 1 0-15,-1 0-120 0,6 2 1 0,3-2-1 16,3 0 1-16,33-2-75 0,-63 6-1934 0</inkml:trace>
  <inkml:trace contextRef="#ctx0" brushRef="#br0" timeOffset="-61637.02">17798 14523 140 0,'0'0'0'16,"0"0"0"-16,0 0 0 0,-8-4 258 0,4 2 1 0,-2 0 0 15,-2 0 0-15,0 2-1 0,-4 0 1 0,1 0 0 16,-1 2 0-16,-4 2-194 0,2 2 0 0,1 2 0 16,-3 4 1-16,6 5-1 0,-2-1 0 0,2 5 0 15,-1 1 0-15,5 7-14 0,2-2 0 0,4-1 0 16,4 5 0-16,0-4 0 0,9-5 0 0,5 1 0 15,-2-5 0-15,11-5-23 0,-1-5 1 0,5-4 0 16,3-8 0-16,1-4-1 0,1-7 1 0,-1-5-1 16,-4-5 1-16,-1-1-32 0,-8-5 0 0,-1 0 0 15,-13-4 1-15,-4 0-1 0,-8 4 0 0,-4-3 0 0,-13 3 1 16,-1 8 8-16,-4 3 0 0,-1 3 0 0,-3 7 1 16,1 4-1-16,-5 6 0 0,3 4 0 0,0 2 1 15,31-6-7-15,0 0-2547 0</inkml:trace>
  <inkml:trace contextRef="#ctx0" brushRef="#br0" timeOffset="-61453.1">18515 14660 696 0,'0'0'0'16,"0"0"0"-16,0 0 0 0,0 0 211 0,-8 0 0 15,8 0 0-15,-4 0 1 0,-1 2-1 0,-3 0 0 16,2 0 0-16,2 3 1 0,4-5-212 0,0 0-1790 0</inkml:trace>
  <inkml:trace contextRef="#ctx0" brushRef="#br0" timeOffset="-61019.49">18952 14355 504 0,'0'0'0'0,"0"0"0"0,0 0 0 0,-6-9 172 15,2 5 0-15,-2-2 0 0,2 2 0 0,-4 0 0 16,-4-4 0-16,-1 2 0 0,3-1 0 0,-6 1-115 16,2 2 1-16,1 4 0 0,-5 0 0 0,6 4-1 15,0 0 1-15,-3 3 0 0,7 1 0 0,4 4-11 0,0-2 0 16,4 7 0-16,4-1 0 0,2 3 0 0,3 3 0 15,3-5 0-15,-4 5 0 0,4 1-14 0,2-1 1 16,-1 1 0-16,-1-1 0 0,0 3-1 0,-2 0 1 16,-2-1-1-16,-2-3 1 0,-2 3-43 0,-4-1 1 15,-2-3 0-15,-4 1 0 0,0-3 0 0,-6 1 0 16,0-5 0-16,-2-1 0 0,-3-5 21 0,-1-4 0 0,2-4 0 16,-3-2 1-16,3-2-1 0,2-2 0 0</inkml:trace>
  <inkml:trace contextRef="#ctx0" brushRef="#br0" timeOffset="-60688.54">19258 14291 480 0,'0'0'0'0,"0"0"0"0,0 0 0 16,0 0 238-16,14-6 0 0,-10 4 0 0,6-2 1 15,0 2-1-15,5-2 0 0,-5 2 0 0,4 2 1 16,0-5-165-16,0 5 0 0,1 0 0 0,-5 5 1 16,0-3-1-16,-2 2 0 0,-2 2 0 0,-2 0 1 15,-4 2-25-15,-2 2 1 0,-2 3 0 0,-2-1 0 0,-2 0-1 16,-4 5 1-16,-2-1 0 0,-3 3 0 0,-5 1-23 16,2-1 1-16,-5 3-1 0,7-1 1 0,-5 1-1 15,7-5 1-15,-2 3-1 0,6 1 1 0,-1-5-31 0,7 3 0 16,4-9 0-16,2 6 0 0,4-5 0 0,4 1 0 15,1-2 0-15,1-2 0 0,2-2 6 0,4 1 1 16,-2-3 0-16,7-4 0 0,-3 0-1 0,7-6 1 16,-1-1-1-16,2-1 1 0,25-12-5 0,-51 20-2727 0</inkml:trace>
  <inkml:trace contextRef="#ctx0" brushRef="#br0" timeOffset="-60420.24">19752 14260 244 0,'0'0'0'0,"0"0"0"16,-8 0 0-16,4 0 303 0,-8 0 0 0,2 2 0 15,-3 2 1-15,1 1-1 0,-6-3 0 0,2 4 0 16,-1 0 0-16,3 2-244 0,2 2 1 0,-4 1 0 16,3 3 0-16,7-6-1 0,-2 7 1 0,8-1-1 0,4 2 1 15,0-1-24-15,6 1 1 0,3-2-1 0,3 3 1 16,0-1-1-16,2 1 0 0,-1 1 0 0,-1 1 1 15,-2-1-32-15,-4-2 1 0,-1 1-1 0,-5-1 1 16,-4-1-1-16,-4-5 1 0,-3 4-1 0,-5-3 1 16,-2-3 3-16,-2 0 1 0,-1-4-1 0,-3 0 1 0,-2-4-1 15,-1 0 1-15,1-2-1 0,4 0 1 0,18 2-10 16,0 0-2668-16</inkml:trace>
  <inkml:trace contextRef="#ctx0" brushRef="#br0" timeOffset="-60237.45">19935 14301 700 0,'0'0'0'15,"0"0"0"-15,0 13 0 0,0-3 196 0,0 2 0 16,0 1 0-16,0 3 1 0,0 4-1 0,0 1 0 0,0 2 0 16,-2 3 0-16,2 3-128 0,0 0 0 0,-4 1 0 15,4 1 1-15,-4-4-1 0,4-1 0 0,0-1 0 16,-4 0 0-16,4-25-68 0,0 0-2111 0</inkml:trace>
  <inkml:trace contextRef="#ctx0" brushRef="#br0" timeOffset="-59837.13">20263 14162 664 0,'0'0'0'16,"0"0"0"-16,0 0 0 0,10 6 196 0,-2 0 0 16,0 2 0-16,5 5 1 0,-3 5-1 0,4 1 0 15,2 5 0-15,1 13 0 0,-1 6-125 0,-2 8 1 0,-2 9 0 16,-5 6 0-16,-7 5-1 0,-9 5 1 0,-5 2-1 15,-8 8 1-15,-5-8-20 0,-1-10 1 0,-7-6 0 16,1-11 0-16,34-51-53 0,0 0-2263 0</inkml:trace>
  <inkml:trace contextRef="#ctx0" brushRef="#br0" timeOffset="-59354.41">16357 14084 732 0,'0'0'0'0,"0"0"0"15,0 0 0-15,-12 6 204 0,4 2 0 0,2-2 0 16,-6 7 0-16,-1 3-1 0,-1 7 1 0,-2 3 0 16,-6 9 0-16,1 14-129 0,-5 13 0 0,5 4 0 15,-3 5 1-15,10 1-1 0,-1 10 0 0,13-12 0 0,9-11 0 16,7-9-26-16,8-11 0 0</inkml:trace>
  <inkml:trace contextRef="#ctx0" brushRef="#br0" timeOffset="-57238.57">21216 14168 480 0,'0'0'0'0,"0"0"0"16,-9 2 0-16,3 0 156 0,-2 0 0 0,-8 2 0 15,2 0 0-15,-7 0 0 0,3 1 0 0,-2 1 0 16,1 0 0-16,-1 0-56 0,2 0 1 0,-3 0 0 16,7 1 0-16,2 1-1 0,4 2 1 0,2 0-1 15,3 5 1-15,3-1-31 0,3 4 1 0,3 1-1 16,2 1 1-16,4 5-1 0,2 2 1 0,3 3-1 15,1-1 1-15,2 6-20 0,-4-2 0 0,-1 4 0 0,1-2 1 16,-6-3-1-16,-4 3 0 0,-2-2 0 0,-4 0 1 16,-2-2-62-16,-4-5 1 0,-2-1-1 0,-4-2 1 15,-2-5-1-15,-1-6 1 0,-3-4-1 0,-2-1 1 16,1-7 31-16,1-7 1 0,2-1 0 0,-3-4 0 16,7-9-1-16,0-1 1 0,6-3-1 0,2-1 1 15,4-5-11-15,4-2 0 0,6 0 0 0,2-4 0 0,9 0-1 16,5-2 1-16,5 2 0 0,3-1 0 0,1 1 1 15,4 2 1-15,3 0 0 0,-7 6 0 0,4-2-1 16,-11 3 1-16,1 1-1 0,-5 4 1 0,-6 1-9 16,-1 1 0-16,-9 3 0 0,-6 6 1 0,-4-3-1 15,-6 5 0-15,-5 4 0 0,-1-2 0 0,-2 1-3 0,-7 5 0 16,-1 2 0-16,-7 2 1 0,-3 5-1 0,-1 1 0 16,-3 4 0-16,-5 3 0 0,8-1-2 0,-3 6 1 15,5-1 0-15,5 1 0 0,7 3-1 0,5-5 1 16,8 3 0-16,6-3 0 0,2-18-1 0,0 0-2910 0</inkml:trace>
  <inkml:trace contextRef="#ctx0" brushRef="#br0" timeOffset="-56905.27">21816 14203 336 0,'0'0'0'0,"0"0"0"15,0 0 0-15,0 0 249 0,-12-2 0 0,6 2 0 16,-1 0 0-16,-1 4-1 0,-2 4 1 0,-4-4 0 16,0 4 0-16,-5 7-191 0,-1-5 0 0,-4 11 0 15,-5 5 0-15,3 9 0 0,-9 4 0 0,2 6 0 0,3 4 0 16,3 5-19-16,3 1 0 0,6-4 0 0,6 1 1 16,5-11-1-16,9-2 0 0,7-9 0 0,3-1 0 15,8-8-16-15,3-5 0 0,7-6 0 0,5-8 0 16,3-2-1-16,1-6 1 0,0-4 0 0,-3-8 0 0,-1-1-23 15,-9-1 0-15,1-1 0 0,-13-2 0 0,-8 1 0 16,-6-1 0-16,-8 7 0 0,-4-3 0 0,-11 3 0 0,-1 4 1 16,2 2-1-16,-9 1 1 0,1 7-1 15,-1-2 0-15,3 4 0 0,-3 6 1 0,5 3 5 0,1 3 0 16</inkml:trace>
  <inkml:trace contextRef="#ctx0" brushRef="#br0" timeOffset="-56753.29">22064 14699 756 0,'0'0'0'0,"0"0"0"16,0 0 0-16,0 0 199 0,0 0 0 0,0 0 0 16,0 0 1-16,0 0-1 0,0 0 0 0,0 0 0 15,0 0 1-15,0 0-200 0,0 0-1763 0</inkml:trace>
  <inkml:trace contextRef="#ctx0" brushRef="#br0" timeOffset="-56470.2">22565 14248 756 0,'0'0'0'0,"0"0"0"0,0 0 0 0,0 0 192 15,0 0 0-15,0 0 0 0,0 0 0 0,8 0 0 16,0 0 0-16,4 0 0 0,3 0 0 0,5 0-122 0,-2 0 0 16,7 0 0-16,1 0 1 0,9 0-1 0,1 0 0 15,3 0 0-15,-4 0 1 0,1 2-23 0,-1 0 1 16,-3 0 0-16,-3 0 0 0,-5 0-1 0,-1 0 1 15,-5 0 0-15,-6 2 0 0,-12-4-49 0,0 0-2433 0</inkml:trace>
  <inkml:trace contextRef="#ctx0" brushRef="#br0" timeOffset="-56103.7">22711 14262 652 0,'0'0'0'0,"0"0"0"16,0 0 0-16,0 0 203 0,0 0 1 0,-10-2-1 15,6 2 1-15,4 0-1 0,-6 2 1 0,2 2-1 16,2 1 1-16,-4 1-137 0,0 2 0 0,0 4 0 16,-2 3 1-16,-1 1-1 0,1 0 0 0,0 7 0 15,2 2 0-15,-2-1-21 0,-2-1 0 0,2 3 0 0,-1 1 1 16,1-4-1-16,0 1 0 0,2-1 0 0,0-7 1 16,0 1-12-16,2-7 1 0,2-2-1 0,2-2 1 15,2-6-1-15,4 0 1 0,0-4-1 0,4-2 1 0,2-2-46 16,5 0 1-16,1-7-1 0,4 3 1 0,3 0-1 15,-3 1 1-15,5 1 0 0,1 2 0 16,3 2 21-16,-3 2 1 0,1 4 0 0,-1 0 0 0,3 2-1 16,-5 4 1-16,3 2-1 0,-7 0 1 0,2 5 2 0,-1 1 0 15,-5 4 0-15,-2 1 1 0,-5 5-1 16,-5 3 0-16,-6 2 0 0,-6 0 0 0,-5 3-1 0,-3 1 0 16,-6-2 0-16,-5 0 0 0,-1-3 0 0,-3 1 0 15,-3-4 0-15,-3-5 0 0,-1-7 0 0,3-7 0 16,-2-4 0-16,3-4 0 0,1-4-1 0,7-7 1 15</inkml:trace>
  <inkml:trace contextRef="#ctx0" brushRef="#br0" timeOffset="-55370.5">23882 14063 684 0,'0'0'0'15,"0"0"0"-15,0 0 0 0,-10 9 240 0,3-5 1 16,1 4 0-16,0 6 0 0,-6-3-1 0,0 5 1 16,2-2 0-16,-1 5 0 0,1-1-158 0,2 3 0 15,2 1 0-15,2-1 0 0,0-3 0 0,4 1 0 16,4-3 0-16,2-2 0 0,0-1-28 0,4-1 1 0,3-6-1 16,1 0 1-16,2-4-1 0,2-4 1 0,-1-2-1 15,3 0 1-15,0-4-33 0,1-6 1 0,-1 1-1 16,-2-1 1-16,-1-2-1 0,-5-1 1 0,-2 3-1 15,0-5 1-15,-2 3-23 0,-2 0 0 0,3 1 0 16,-7 3 1-16,0 6-1 0,-2 2 0 0,0-3 0 16,0 7 0-16,-2 7-1 0,0-1 0 0,-2 2 0 15,-1 8 0-15,-1 1 0 0,0 5 0 0,0 3 0 0,0 2 0 16,2 5 1-16,2 1 0 0,-2 4 0 0,4 0 1 16,0-2-1-16,4-2 0 0,0-2 0 0,4-5 1 15,2-1-2-15,3-5 1 0,3-3-1 0,2-7 1 16,0 0-1-16,3-4 0 0,-1-1 0 0,3-5 1 15,-3-5-1-15,2 1 0 0,-3-2 0 0,1 0 1 0,-6-2-1 16,3 4 0-16,-9 0 0 0,4 4 1 0,-4 0-1 16,-2 0 0-16,-2 2 0 0,-4 4 1 0,0 2-1 15,-4 6 0-15,-2 5 0 0,0 1 0 0,-2 5-2 0,2-3 0 16,-2 3 0-16,-3 2 1 0,3-3-1 16,0 1 1-16,4-4-1 0,0-3 1 0,4-8-6 0,0-2 1 15,-4-1 0-15,2-1 0 0,2-6 6 0,0 0-2920 16</inkml:trace>
  <inkml:trace contextRef="#ctx0" brushRef="#br0" timeOffset="-54951.73">24918 14271 708 0,'0'0'0'16,"0"0"0"-16,0 0 0 0,10 0 199 0,-2 0 1 15,0-5-1-15,4 5 1 0,7-4-1 0,-1 2 1 16,6 2-1-16,7-2 1 0,8 0-140 0,3 2 0 16</inkml:trace>
  <inkml:trace contextRef="#ctx0" brushRef="#br0" timeOffset="-54802.9">25038 14385 744 0,'0'0'0'0,"0"0"0"16,0 0 0-16,0 0 178 0,4 9 1 0,2-7 0 16,-2 0 0-16,8 0-1 0,2 0 1 0,5-2 0 15,5 0 0-15,43 0-179 0,-67 0-1631 0</inkml:trace>
  <inkml:trace contextRef="#ctx0" brushRef="#br0" timeOffset="-49203.46">25933 13944 648 0,'0'0'0'0,"0"0"0"0,0 0 0 0,8-4 174 0,-2 2 1 15,3-2 0-15,3-2 0 0,0 0-1 16,2 2 1-16,7-4-1 0,-3 3 1 0,6-1-106 15,1 2 1-15,3 2-1 0,1 0 1 0,1-2-1 0,5 2 1 16,-3 2-1-16,-1 0 1 0,22 2-70 0,-53-2-1951 16</inkml:trace>
  <inkml:trace contextRef="#ctx0" brushRef="#br0" timeOffset="-48654.55">25980 14037 260 0,'0'0'0'0,"0"0"0"0,0 0 0 15,0 0 177-15,-8-8 1 0,2 3 0 0,2 1 0 16,0 2-1-16,0-2 1 0,2 0-1 0,2 4 1 16,0-4-105-16,0 0 0 0,2 2 0 0,2 2 0 15,0 0-1-15,2 2 1 0,2 6 0 0,-4-4 0 0,2 4-21 16,0 3 0-16,-4 1 0 0,2 2 1 0,-2 3-1 16,0 1 0-16,-2 1 0 0,0-1 1 0,0 3-10 0,2-7 0 15,1 2 0-15,1-1 1 0,0-3-1 16,-2-2 0-16,2-1 0 0,2-3 0 0,-2 0-55 0,2-6 0 15,0 4 0-15,0-4 0 0,0 0 0 16,0-4 0-16,3-2 0 0,-3 0 0 0,2-1 32 0,0 1 1 16,0 0-1-16,0 0 1 0,2 0-1 15,-1 0 0-15,1-1 0 0,2 5 1 0,4-2-1 0,1 2 1 16,1 2-1-16,4 0 1 0,3 2-1 0,3 2 1 16,7-2-1-16,1 5 1 0,3-1-4 0,-2 6 0 0,1-2 0 15,-1 5 0-15,-4-1 0 0,-3 4 0 0,-3 5 0 16,-5 4 0-16,-2 1-2 0,-10 5 1 0,-1 2-1 15,-7 0 1-15,-2 4-1 0,-6 0 0 0,-5 0 0 16,-3 0 1-16,-6 0-6 0,-5-2 1 0,-1-9 0 16,-5 3 0-16,-3-10-1 0,-3-5 1 0,-4-6-1 15,3-3 1-15,-3-7-6 0,2-7 0 0,5-3 0 16,1-4 0-16,3-5-1 0,1-1 1 0</inkml:trace>
  <inkml:trace contextRef="#ctx0" brushRef="#br0" timeOffset="-47704.51">26998 14301 260 0,'0'0'0'16,"0"0"0"-16,0 0 0 0,0 0 271 0,0 0 1 15,-8-4 0-15,6 0 0 0,-3 0-1 0,3 0 1 0,0 0-1 16,0-2 1-16,2 2-197 0,2-5 1 0,2 1-1 15,3 2 1-15,1-2-1 0,2-7 1 0,2 3-1 16,4 0 1-16,3 0-39 0,1-3 0 0,4 3 0 16,5 2 0-16,-3-3-1 0,3 3 1 0,-1 6 0 15,1 0 0-15,-1 4-23 0,-1 4 0 0,-5 2 0 16,1 6 0-16,-3 3 0 0,-2 1 0 0,-3 7 0 16,-5 1 0-16,-4 5-11 0,-2 4 1 0,-4 2 0 15,-6 2 0-15,-2 4-1 0,-9 0 1 0,-1 2 0 0,-6-4 0 16,-3 4-11-16,-3-8 1 0,-1-5 0 0,1-1 0 15,-1-4-1-15,3-9 1 0,1-1 0 0,3-5 0 16,5-8-1-16,3-4 0 0,4-4 0 0,2-1 0 16,6-3 0-16,4 0 0 0,0 2 0 0,0-5 1 15,0 1 1-15,6 2 0 0,4-6 0 0,2 5 1 16,2-3-1-16,1 6 1 0,5-1-1 0,2 3 1 0,3 0-1 16,1 4 0-16,7 2 0 0,1 2 0 0,3 4 0 15,-2 0 0-15,-1 3 0 0,3-1 1 0,-3 6-2 16,-1-3 0-16,0 1 0 0,-3 2 0 0,1-2 0 15,-7 1 0-15,3-3 0 0,-3 2 1 0,-2-6 3 0,-5 1 1 16,-3-1-1-16,-2-2 1 0,-12-4 1 16,0 0-2430-16</inkml:trace>
  <inkml:trace contextRef="#ctx0" brushRef="#br0" timeOffset="-47371">28194 14646 828 0,'0'0'0'0,"0"0"0"0,0 0 0 16,0 0 189-16,0 0 0 0,0 0 0 0,0 0 0 0,2 8-1 16,-2-6 1-16,0 2 0 0,0 0 0 0,-2 3-108 15,2-1 1-15,-2 2 0 0,0 0 0 0,2-8-82 16,0 0-2000-16</inkml:trace>
  <inkml:trace contextRef="#ctx0" brushRef="#br0" timeOffset="-46154.21">28860 14068 528 0,'0'0'0'0,"-10"0"0"15,0 4 0-15,-1-4 166 0,-5 4 0 0,0 0 0 16,-2 4 1-16,-3 2-1 0,-1 1 0 0,-1 5 0 0,-5 4 0 16,-1 1-80-16,5 10 1 0,-2 4-1 0,1-1 1 15,5 5-1-15,3 0 1 0,7 7-1 0,6-5 1 16,8 4-21-16,4-4 0 0,11 0 0 0,3-4 0 16,11-5 0-16,1-1 0 0,9-4 0 0,2-9 0 0,4-5-27 15,0-3 0-15,-1-8 0 0,-5-6 0 0,-4-4 0 16,-5-1 0-16,-5-7 0 0,-9 4 0 0,-6-9-42 15,-7 1 0-15,-11 1 0 0,-7-1 0 0,-5 1 0 16,-4 3 0-16,-9-1 0 0,-5 3 0 0,-5 4 15 16,-2 2 1-16,-6 1 0 0,1 5 0 0,1 2-1 15,-2 2 1-15,2 3 0 0,7-3 0 0,-1 8-10 0,4 0 0 16,7 0 0-16,7 3 1 0,9-5-1 0,10 2 0 16</inkml:trace>
  <inkml:trace contextRef="#ctx0" brushRef="#br0" timeOffset="-45820.49">29355 14184 304 0,'0'0'0'0,"0"0"0"0,0 0 0 16,0 0 247-16,0 0 0 0,0 0 0 0,0 0 0 0,4 11 0 15,0-1 0-15,0 2 0 0,0 5 0 0,0 3-177 16,0 3 0-16,2 5 0 0,-4 5 0 0,2 8 0 15,-2 4 0-15,-2 5 0 0,0-7 0 0,-4 4-32 16,2-4 0-16,-2 0 0 0,4-4 1 0,0 18-39 16,0-57-2245-16</inkml:trace>
  <inkml:trace contextRef="#ctx0" brushRef="#br0" timeOffset="-45270.38">29806 14330 464 0,'0'0'0'0,"0"0"0"0,0 0 0 0,0 0 184 0,4-10 1 16,0 4-1-16,3-1 1 0,-1 1-1 0,0 2 0 16,4-6 0-16,4 2 1 0,2 0-126 0,3-1 0 15,1-1 0-15,7 2 1 0,-3-2-1 0,5 1 0 16,3 1 0-16,1 0 1 0,-1 4-24 0,-1 2 0 15,-1 8 0-15,-3 0 1 0,-1 4-1 0,-5 9 0 16,-5-1 0-16,-2 11 1 0,-2 4-7 0,-4 2 0 0,-3 6 0 16,-3 2 1-16,0 4-1 0,-4-4 0 15,0 0 0-15,-3-4 1 0,1 0-40 0,0-4 0 0,0-4 0 16,0-5 1-16,0-3-1 0,2-9 0 0,-2-1 0 16,0-5 1-16,4-8 8 0,0 0-2157 0</inkml:trace>
  <inkml:trace contextRef="#ctx0" brushRef="#br0" timeOffset="-45119.65">29829 14533 556 0,'0'0'0'0,"0"0"0"0,0 0 0 15,-6-2 212-15,4 2 1 0,2 0 0 0,2 0 0 16,4 0-1-16,2 0 1 0,6 0-1 0,4 0 1 16,5 0-150-16,3-4 1 0,11 4-1 0,4-2 1 15,9 0-1-15,5 0 0 0,4 0 0 0,5 0 1 16,56-4-64-16,-120 6-2073 0</inkml:trace>
  <inkml:trace contextRef="#ctx0" brushRef="#br0" timeOffset="-44521.13">30879 14355 316 0,'0'0'0'0,"0"0"0"15,0 0 0-15,0 0 203 0,0-9 0 0,2 7 0 16,0-2 0-16,0 0-1 0,0-2 1 0,0 0 0 0,2-2 0 16,0-1-144-16,0 3 0 0,-2-4 0 15,0 2 1-15,0 2-1 0,-4 0 0 0,-2 1 0 0,-2-1 1 16,-2 2-18-16,-2 0 0 0,-6 2 0 0,-1 0 1 16,-5 2-1-16,0 0 0 0,-3 2 0 0,3 2 1 15,-5 4-16-15,1 1 0 0,-1 1 0 0,3 2 0 16,2 2 0-16,3 1 0 0,5-1 0 0,4 5 0 0,2-5-32 15,4 2 1-15,6 1-1 0,4-1 1 0,2-3-1 16,2 3 1-16,4-8-1 0,1 2 1 0,5 1 11 16,0-3 1-16,1 0-1 0,1-4 1 0,2 0-1 15,-3 0 0-15,-1-2 0 0,0 0 1 0,-1-4 12 0,-5 0 0 16,2 2 0-16,-1-4 1 0,-3-4-1 16,-2 2 0-16,-4-2 0 0,2 0 0 0,0-1 0 0,0-1 1 15,1 2 0-15,-5-2 0 0,0 1-1 0,0 5 1 16,-2 0-1-16,0 0 1 0,0 4-4 0,0 0 0 15,0 4 0-15,0 4 1 0,0 3-1 0,2 5 0 16,-2 0 0-16,2 7 0 0,-2 2-3 0,0 3 1 16,0 3 0-16,2 2 0 0,1 2-1 0,-1 0 1 15,0-3 0-15,2-1 0 0,0 0-8 0,0-4 1 0,2-1-1 16,0-1 1-16,-2-5-1 0,2 3 0 0,1-4 0 16,-1-5 1-16,-8-14-8 0,0 0-2723 0</inkml:trace>
  <inkml:trace contextRef="#ctx0" brushRef="#br0" timeOffset="-27664.49">2202 16149 488 0,'0'0'0'0,"0"0"0"0,0 0 0 0,4-8 174 0,0 6 0 16,-4 0 0-16,8 2 0 0,-3 4 0 0,3 2 0 15,-2 5 0-15,2 3 0 0,0 6-91 0,4 9 0 16,-2 12 0-16,7 10 0 0,-5 17-1 0,6 12 1 15,-1 8 0-15,1 9 0 0,6 32-22 0,-10-31 0 16,3-5 0-16,-9-7 0 0,2-8 0 0,-6-9 0 16,-4-9 0-16,0-9 0 0,-4-14-83 0,0-6 1 15</inkml:trace>
  <inkml:trace contextRef="#ctx0" brushRef="#br0" timeOffset="-27231.44">2284 16336 612 0,'0'0'0'0,"0"0"0"0,0 0 0 0,-9 6 164 16,3-2 1-16,-2 0-1 0,0 0 1 0,4 3-1 16,-4-1 0-16,4 0 0 0,0 4 1 0,2 0-83 0,4 1 1 15,2 1 0-15,0 2 0 0,4-1-1 0,8-1 1 16,-2 0-1-16,7 3 1 0,1-7-28 0,3 2 1 15,5 2 0-15,5-5 0 0,-1-3-1 0,-3-2 1 16,4-6 0-16,-5-5 0 0,-1-5-21 0,-3 0 0 16,-8-7 0-16,-1-3 0 0,-5-5 0 0,-8-4 0 15,0 0 0-15,-8-2 0 0,-4-4-39 0,-4 0 0 16,-3 2 0-16,-9 7 1 0,1-1-1 0,-7 4 0 0,-3 13 0 16,-1 4 1-16,-5 6 13 0,-4 6 1 0,3 6 0 15,1 6 0-15,0 1-1 0,3 7 1 0,5 3-1 16,5 5 1-16,3 38-11 0,23-68-2527 0</inkml:trace>
  <inkml:trace contextRef="#ctx0" brushRef="#br0" timeOffset="-26715.26">2670 17027 628 0,'0'0'0'0,"0"0"0"15,0 0 0-15,-4 8 199 0,0-4 0 0,0 1 0 16,0 3 1-16,2 0-1 0,2 2 0 0,0-2 0 15,-4 5 0-15,8 1-131 0,-4 3 1 0,2-1-1 16,2 2 1-16,4-1-1 0,0-1 0 0,0 1 0 16,5-3 1-16,1-2-26 0,2-4 0 0,3-3 0 15,1-3 1-15,-2-6-1 0,3-3 0 0,1-3 0 0,-6-4 0 16,3-1-22-16,-3-5 1 0,-2 1-1 0,-2-3 1 16,-4-3-1-16,1 1 0 0,-9 1 0 0,-5-2 1 15,-3 3-21-15,-4 1 0 0,-6 5 0 0,-3 2 0 16,3 3-1-16,-8 7 1 0,-3 2 0 0,-1 6 0 15,-1 7-1-15,1 1 0 0,-3 0 0 0,3 11 1 16,-21 20-1-16,51-43-2469 0</inkml:trace>
  <inkml:trace contextRef="#ctx0" brushRef="#br0" timeOffset="-26365.25">3301 16640 716 0,'0'0'0'0,"0"0"0"16,8-5 0-16,-2 3 201 0,3-2 1 0,7 2-1 0,-2-4 1 16,6 0-1-16,-1 2 0 0,5 0 0 0,3 2 1 15,-1 2-134-15,3 4 0 0,1 0 0 0,1 0 1 16,3 6-1-16,5-4 0 0</inkml:trace>
  <inkml:trace contextRef="#ctx0" brushRef="#br0" timeOffset="-26198.89">3464 16855 708 0,'0'0'0'0,"-8"-2"0"0,-4 2 0 0,4 0 196 0,-5-2 1 16,3 2-1-16,6 0 1 0,0 0-1 0,4 0 1 15,4 0-1-15,4 0 1 0,6 2-135 0,3 2 1 16,1 0 0-16,6 0 0 0,3 6-1 0,12 1 1 16</inkml:trace>
  <inkml:trace contextRef="#ctx0" brushRef="#br0" timeOffset="-25181.55">4109 16746 548 0,'0'0'0'0,"0"0"0"0,0 0 0 0,0 0 193 0,0 0 0 15,0 0 0-15,0 0 0 0,0 0 0 0,8 2 0 16,3 0 0-16,-3-2 0 0,0 4-123 0,4 0 1 16,-2 1 0-16,6-1 0 0,7 2-1 0,-3-2 1 15,3 2 0-15,-1 0 0 0,6-2-28 0,-5 0 1 16,7 3-1-16,3-7 1 0,2 0-1 0,-5 0 1 16,1-4-1-16,3-3 1 0,-3 1-18 0,-3-2 0 0,-1 2 0 15,-7-6 0-15,2-1-1 0,-9 3 1 16,-3-2 0-16,-2 1 0 0,-4-3-28 0,-8 0 0 0,0-1 0 15,-6 1 0-15,2 0 0 0,-9-1 0 0,-1 5 0 16,-6 2 0-16,-3 0 6 0,1-1 0 0,-9 5 0 16,2 2 1-16,-5 2-1 0,-1 4 0 0,0 0 0 15,1 5 1-15,-1-1 4 0,5 0 1 0,-1 0-1 16,4 3 1-16,5-1-1 0,2 4 1 0,1 3-1 16,3-1 1-16,1 4-2 0,3 1 0 0,6 8 0 15,2-1 0-15,4 7 0 0,4 2 0 0,4 2 0 0,4 4 0 16,10 2 2-16,3 5 0 0,9-5 0 0,5 2 1 15,8-6-1-15,5-4 0 0,7-6 0 0,6-7 1 16,7-5-4-16,-3-7 1 0,28 0-1 0,-19-12 1 16,-1-10-1-16,0-6 1 0,0-7-1 0,-3 0 1 15,-11-1 0-15,2-3 0 0</inkml:trace>
  <inkml:trace contextRef="#ctx0" brushRef="#br0" timeOffset="-23864.75">4539 16014 644 0,'0'0'0'0,"0"0"0"0,-9 0 0 15,1 4 226-15,0-4 1 0,0 0 0 0,2 2 0 16,-6 0-1-16,4 0 1 0,-1 2-1 0,1 0 1 16,2 1-153-16,2 3 1 0,0-4 0 0,4 6 0 0,0 0-1 15,0 1 1-15,0 1-1 0,4 0 1 0,0 3-30 16,4-1 1-16,3 2 0 0,1-1 0 0,0-3-1 15,2-2 1-15,2-2 0 0,3-1 0 0,-7-3-26 0,6-2 0 16,-1-4 0-16,-1-2 1 0,2-5-1 16,-6 1 0-16,3-6 0 0,-7-1 1 0,0-1-21 0,0-2 0 15,-8 1 0-15,0 1 0 0,-4-1 0 0,-4-1 0 16,-2 2 0-16,-3 1 0 0,-3 5-1 0,-2 0 1 16,-2 1-1-16,-3 7 1 0,3 0-1 0,-3 6 1 15,1 1 0-15,2 5 0 0,-3 0-2 0,-1 0 0 16,10 7 0-16,1-3 1 0,13-14 1 0,0 0-2679 0</inkml:trace>
  <inkml:trace contextRef="#ctx0" brushRef="#br0" timeOffset="-23647.47">4781 16215 736 0,'0'0'0'0,"0"0"0"0,0 0 0 16,0 0 182-16,0 0 1 0,0 0 0 0,8-8 0 16,-8 6-1-16,0 0 1 0</inkml:trace>
  <inkml:trace contextRef="#ctx0" brushRef="#br0" timeOffset="-23164.65">5052 16032 592 0,'0'0'0'0,"0"0"0"16,-11-2 0-16,3 0 190 0,-4 0 1 0,4 0-1 15,-2 0 1-15,-7 0-1 0,5 0 0 0,2 2 0 16,-2 2 1-16,0 0-123 0,1 2 1 0,3 0-1 15,-4 5 1-15,4-1-1 0,-2 2 1 0,6 0-1 16,0 3 1-16,0 3-25 0,-1-2 1 0,10 3 0 0,-5-1 0 16,8 1-1-16,-2-3 1 0,10-2 0 0,-4-2 0 15,7 1-16-15,1-3 0 0,-2-2 0 0,7-2 0 16,1-4-1-16,1-2 1 0,-3-4 0 0,2-2 0 16,-3-5-34-16,1 1 1 0,-1-4 0 0,-7-3 0 15,-2 3-1-15,-6-5 1 0,-8 7 0 0,-4-2 0 0,0 1 11 16,-6 1 0-16,-2 6 0 0,-4-5 1 0,-7 5-1 15,3 4 0-15,1 2 0 0,-1-2 1 0,20 4 1 16,-41-2 1-16,25 0 0 0,0 4 0 0,2-2-1 16,1 6 1-16,5-4 0 0,-4 2 0 0,6 0-1 0,2-2 1 15,0 2 0-15,0 3 0 0,4-7-10 0,0 0-2545 16</inkml:trace>
  <inkml:trace contextRef="#ctx0" brushRef="#br0" timeOffset="-22848.8">5381 16006 420 0,'0'0'0'0,"0"0"0"15,-8 0 0-15,0-2 234 0,4 0 0 0,-4 0 0 16,2 0 0-16,-7-1 0 0,5 1 0 0,0 0 0 16,-2 2 0-16,-2 2-189 0,4 3 0 0,-5 1 0 15,3 2 1-15,2 0-1 0,-4 2 0 0,4 5 0 16,2-1 1-16,2 2-19 0,-1 1 0 0,5-1 0 15,0 3 1-15,5-3-1 0,5 1 0 0,6-3 0 0,0-2 0 16,7-4-14-16,3-1 0 0,-1-3 0 16,1 0 1-16,9-4-1 0,-5-2 0 0,3-4 0 0,-3-3 0 15,-3 3-3-15,-1-6 0 0,-6-2 0 0,-5-3 0 16,-3 1 0-16,-4-3 0 0,-8 5 0 0,-4-2 0 16,-8 1-9-16,2 3 1 0,-7 2 0 0,-3 1 0 15,2 3-1-15,-5 4 1 0,-1 2-1 0,1 2 1 16,-3 2-1-16,6 3 1 0,-3 1 0 0,3 2 0 0,4-2-1 15,1 4 1-15</inkml:trace>
  <inkml:trace contextRef="#ctx0" brushRef="#br0" timeOffset="-21932.3">5404 13932 276 0,'0'0'0'0,"0"0"0"0,0 0 0 0,0 0 230 0,0 0 0 16,8-2 0-16,0 0 0 0,-4 0-1 15,6-2 1-15,2 0 0 0,1-4 0 0,5 3-179 0,-2 1 0 16,2 0 0-16,3 2 0 0,1 2 0 0,3-2 0 15,-3 4 0-15,-2-2 0 0,3 2-22 0,-1 2 0 16,-1 0 0-16,-7 3 1 0,-14-7-30 0,0 0-1980 0</inkml:trace>
  <inkml:trace contextRef="#ctx0" brushRef="#br0" timeOffset="-21163.84">3955 16030 416 0,'0'0'0'15,"0"0"0"-15,0 0 0 0,0 0 158 0,0 0 0 16,0 0 0-16,0 0 1 0,0-8-1 0,8 8 0 16,-2 0 0-16,2-2 0 0,4 2-109 0,2 2 1 15,3-2-1-15,-5 2 1 0,6 0-1 0,-2 0 0 0,3 2 0 16,1 1 1-16,-20-5-50 0,0 0-1557 0</inkml:trace>
  <inkml:trace contextRef="#ctx0" brushRef="#br0" timeOffset="-19580.59">5434 15829 236 0,'0'0'0'0,"0"0"0"0,0 0 0 0,0 0 126 0,-8-2 0 15,6 4 0-15,-2-2 1 0,0 0-1 0,0 2 0 16,-4-2 0-16,4 0 1 0,-7 2-40 0,3 1 1 16,0-3 0-16,0 2 0 0,0-2-1 0,2 4 1 15,-2-4-1-15,-1 2 1 0,5 2-21 0,-4 0 1 16,4 2 0-16,-2 2 0 0,2 3-1 0,0 1 1 16,-4 2 0-16,0 3 0 0,4-3-19 0,-7 9 1 15,7-5 0-15,-4 5 0 0,4-3-1 0,-4 1 1 16,4-1 0-16,4 1 0 0,0 1-60 0,4-5 0 0,0 3 0 15,4 5 0-15,0-5 0 0,2 1 0 0,3 1 0 16,3 1 1-16,-2-1 33 0,7-3 1 0</inkml:trace>
  <inkml:trace contextRef="#ctx0" brushRef="#br0" timeOffset="-18780.45">6022 15673 380 0,'0'0'0'16,"0"0"0"-16,0 0 0 0,0 0 233 0,0 0 0 15,0 0 0-15,-8 7 1 0,4-1-1 0,-2 4 0 16,-2 0 0-16,0 7 0 0,0 1-176 0,-3 3 0 0,3 3 0 16,0 5 1-16,-4 4-1 0,8 8 0 0,-6 0 0 15,6 0 1-15,4 0-22 0,4 0 1 0,6 0-1 16,2-2 1-16,8-6-1 0,7 0 1 0</inkml:trace>
  <inkml:trace contextRef="#ctx0" brushRef="#br0" timeOffset="-18397.47">6370 15557 84 0,'0'0'0'16,"0"0"0"-16,0 0 0 0,0 0 201 0,4-11 0 15,-4 9 0-15,0-2 0 0,4 2 0 0,-4 0 0 0,0 0 0 16,5 2 0-16,-5 2-135 0,4 2 0 0,-4 0 0 16,2 2 0-16,0 3 0 0,0 3 0 0,2 4 0 15,-4 1 0-15,4 5-20 0,-4 3 1 0,4 0-1 16,-4 3 1-16,0 1-1 0,4-2 0 0,-4 1 0 16,0-1 1-16,4-4-27 0,0-3 1 0</inkml:trace>
  <inkml:trace contextRef="#ctx0" brushRef="#br0" timeOffset="-18197.5">6250 15879 588 0,'0'0'0'0,"0"0"0"0,0 0 0 0,0 0 150 15,0 0 0-15,0 0 0 0,8-7 0 0,1 7-1 16,-1-4 1-16,6 2 0 0,2 0 0 0,3-2-88 15,5 0 1-15,2 2-1 0,1 0 1 0,-1-2-1 16,3 2 1-16,1 0-1 0,1 2 1 0,28 0-63 16,-59 0-1716-16</inkml:trace>
  <inkml:trace contextRef="#ctx0" brushRef="#br0" timeOffset="-17764.88">6319 15934 112 0,'0'0'0'0,"0"0"0"15,0 0 0-15,0 0 190 0,0 0 0 0,-10-2 0 16,10 0 1-16,0 2-1 0,0 0 0 0,-4 2 0 16,4 0 0-16,-4 2-129 0,4 0 1 0,-4 0-1 15,0 0 1-15,0 7-1 0,0-3 1 0,0 2-1 16,4 0 1-16,-6 1-20 0,4-1 0 0,0-2 0 15,2 4 0-15,0-1-1 0,0-1 1 0,0 0 0 16,0-2 0-16,0 1-13 0,2-1 0 0,0-2 0 0,4 0 1 16,-6-2-1-16,8-2 0 0,0 2 0 0,0 0 1 15,-2-2-36-15,7-2 0 0,-1 0 0 0,0-2 1 16,2-2-1-16,-2-2 1 0,3 2-1 0,1-4 1 16,-4 0 15-16,0 1 0 0,-1-1 0 0,1 0 1 15,0 0-1-15,-6 2 0 0,2-5 0 0,0 3 1 0,-4 2-3 16,1 4 1-16,-1-4 0 0,-4 0 0 0,4 2-1 15,-2-3 1-15,0 3 0 0,4 0 0 0,-6 4-1 16,4-4 0-16,-4 4 0 0,0 0 1 0,0 4-1 16,0-2 0-16,-4 2 0 0,0 3 1 0,2 3-2 15,0 0 1-15,0 4-1 0,2 1 1 0,-4 1-1 0,4 3 0 16,0-1 0-16,0-1 1 0,0 1-3 0,4-2 0 16,0 1 0-16,6-5 1 0,-2-4-1 0,0 3 0 15</inkml:trace>
  <inkml:trace contextRef="#ctx0" brushRef="#br0" timeOffset="-17398.55">6696 15641 644 0,'0'0'0'0,"0"0"0"0,0 0 0 16,0 0 170-16,6-6 1 0,2 3 0 0,0 6 0 0,1 1-1 15,1-2 1-15,2 2 0 0,0 6 0 0,2 0-104 16,3 7 0-16,-5 5 0 0,0 11 1 0,2 6-1 16,-1 8 0-16,-9 4 0 0,-2 7 0 0,-8 5-17 15,-7 1 1-15,-3 0-1 0,-2 3 1 0,-9-5-1 0,-1-5 1 16,1-3-1-16,-11 9 1 0,11-24-26 0,1-8 0 16</inkml:trace>
  <inkml:trace contextRef="#ctx0" brushRef="#br0" timeOffset="-16395.89">7349 16045 512 0,'0'0'0'0,"0"0"0"0,0-11 0 0,0 7 199 15,0-2 0-15,0 4 0 0,-4-2 0 0,4 4 0 16,0 0 0-16,0 4 0 0,0 0 0 0,-4 4-133 0,4 5 1 16,0 1 0-16,0 5 0 0,0 3-1 15,0 1 1-15,0 5-1 0,0 9 1 0,0 0-25 0,-4 4 1 16,-4 2 0-16,-2 5 0 0,2-3-1 0,-5 2 1 15,1-4 0-15,0-2 0 0,2-6-22 0,-2-2 0 16,-1-7 0-16,7-7 0 0,2-7-1 0,4-4 1 16,0-4 0-16,0-2 0 0,4-2-20 0,-2 0 0 0,2-2 0 15,0-2 1-15,5-4-1 0,-1 0 0 0,0-4 0 16,-2-1 1-16,6-1-2 0,-4 2 0 0,5-5 0 16,-3 3 1-16,6 1-1 0,-8 3 0 0,4 4 0 15,3 4 1-15,-3-2-1 0,-2 8 0 0,2 0 0 16,-4 6 0-16,1 7 0 0,-1 3 0 0,-6 5 0 15,2 6 0-15,0 10 0 0,-4 8 0 0,0 4 0 16,0 5 0-16,-4 1 0 0,0 7 0 0,2-3 0 16,-11 5 0-16,5-2 0 0,-4 1 0 0,-6 20 0 15,1-28 0-15,-1-6 0 0,6 1 0 0,0-9 0 16,2-4 0-16,6-12-5 0,4-3 1 0</inkml:trace>
  <inkml:trace contextRef="#ctx0" brushRef="#br0" timeOffset="-14879.87">8196 16701 72 0,'0'0'0'0,"0"0"0"0,0 0 0 0,0-12 55 0,0 8 1 15,-4-5-1-15,4 1 1 0,-4 0-1 0,4 2 1 16,-4-2-1-16,0 2 1 0,0-1 37 0,0 3 1 16,-3-2-1-16,1 4 1 0,0 2-1 0,-2 6 0 15,0-4 0-15,-2 6 1 0,2 5-20 0,-5 3 1 16,1 7 0-16,0-1 0 0,2 5-1 0,-2 8 1 16,1-2-1-16,3 6 1 0,0 2-12 0,4-2 0 0,8 2 0 15,0 0 1-15,2-6-1 0,11-3 0 0,3-3 0 16,6-2 0-16,1-5-80 0,5-7 1 0,7-7 0 15,2-6 0-15,2-6-1 0,3-9 1 0,-3-5 0 16,-4-9 0-16,-1-5 53 0,-7-7 1 0,-7-7 0 16,-5-3 0-16,-11-2-1 0,-4 2 1 0,-8 0-1 15,-4 1 1-15,-4 7-18 0,-11 2 0 0,1 2 0 16,-7 11 0-16,3 1-1 0,-5 11 1 0,-3 6 0 16,-1 6 0-16,0 8 2 0,3 8 0 0,-7 7 0 0,5 5 0 15,-1-1 0-15,9 8 0 0</inkml:trace>
  <inkml:trace contextRef="#ctx0" brushRef="#br0" timeOffset="-14631.5">8825 17156 732 0,'0'0'0'15,"0"0"0"-15,0 0 0 0,-4-12 209 0,4 6 1 16,4 0 0-16,-4 0 0 0,4 2-1 0,-4-5 1 16,4 3-1-16,0 2 1 0,0 2-153 0,0-2 0 15</inkml:trace>
  <inkml:trace contextRef="#ctx0" brushRef="#br0" timeOffset="-13965.63">9490 16512 648 0,'0'0'0'0,"0"0"0"16,-8-4 0-16,2 2 179 0,-4 0 0 0,0 0 0 0,-2 0 1 15,-5 0-1-15,-1 0 0 0,-4 4 0 0,-3 2 0 16,-1 0-116-16,-5 2 0 0,1 5 0 0,-3 1 1 15,7 2-1-15,3 3 0 0,7 1 0 0,-2 3 0 16,10 1-16-16,3-1 1 0,10 1-1 0,3 1 1 16,6 1-1-16,-2 1 1 0,6 6-1 0,11-7 1 15,-3 3-28-15,5 0 0 0,1-1 0 0,-1-3 0 0,4 0 0 16,-5-1 0-16,-3 1 0 0,-5-7 0 0,-2 1-19 16,-12-1 1-16,-3-2-1 0,-5-3 1 0,-13 1-1 15,1-2 1-15,-2-2-1 0,-6-2 1 0,-3 1 0 16,-5-3 0-16,-3-2 0 0,-3-2 0 0,-5-2 0 15,0 0 0-15,5-2 0 0,-1-1 0 0,-8-3-2 0,43 8-2366 16</inkml:trace>
  <inkml:trace contextRef="#ctx0" brushRef="#br0" timeOffset="-13563.75">9792 16687 508 0,'0'0'0'0,"0"0"0"0,0 0 0 16,-4-9 217-16,4 7 0 0,0 0 0 0,4 0 1 15,4-2-1-15,0 2 0 0,2-4 0 0,6 4 0 16,1-4-154-16,1 2 0 0,6 0 0 0,3-3 0 16,-1 3 0-16,1 0 0 0,-3 4 0 0,3 0 0 15,-3 0-21-15,-2 4 1 0,-9 0-1 0,1 5 1 16,-6 3-1-16,-8 0 0 0,0 3 0 0,-4 1 1 0,-4 0-20 16,0 5 1-16,-2-1 0 0,-3 3 0 0,1 0-1 15,2-3 1-15,-2 3 0 0,-1-1 0 0,3 1-26 16,6-3 0-16,-4 1 0 0,4-1 0 0,4 3 0 15,4-9 0-15,0 5 0 0,4-3 0 0,-2 1 5 0,11-5 0 16,-1-2 0-16,2-4 0 0,5-2-1 0,5 0 1 16,-5-4 0-16,9-4 0 0,52-6-3 0,-84 10-2464 0</inkml:trace>
  <inkml:trace contextRef="#ctx0" brushRef="#br0" timeOffset="-13099.3">10990 16393 716 0,'0'0'0'0,"-8"2"0"0,2-2 0 0,-2 2 198 16,0-2 1-16,-4 5-1 0,-5-1 1 0,3 0-1 15,-6 2 1-15,-3 2-1 0,1 2 1 0,2 5-120 16,-11-1 0-16,7 9 0 0,1-1 1 0,1 3-1 15,2-1 0-15,7 3 0 0,7-2 1 0,6-3-29 16,6 1 0-16,11-1 0 0,-1 1 0 0,10-5 0 16,5-1 0-16,-1-1 0 0,9 3 0 0,-4 1-26 0,-3-1 1 15,3 3 0-15,-9-3 0 0,-5 1-1 0,-7 3 1 16,-6-3 0-16,-8 3 0 0,-4-1-25 0,-6 1 0 16,-6-7 0-16,-1 1 0 0,-5-1 0 0,-5-3 0 15,-1-3 0-15,-7-2 0 0,-3-4 0 0,-5-4 1 16,4 0 0-16,-4-8 0 0,3 0-1 0,7-1 1 15,-1-3 0-15,7-2 0 0,27 14-2 0,0 0-2681 0</inkml:trace>
  <inkml:trace contextRef="#ctx0" brushRef="#br0" timeOffset="-12813.48">11416 16467 552 0,'0'0'0'0,"0"0"0"0,0 0 0 0,-8 15 236 15,2-7 1-15,-1 4 0 0,1 7 0 0,2 1-1 16,-4 5 1-16,-4 10-1 0,2-1 1 0,-3 16-166 15,1-1 1-15,-4 6-1 0,2 3 1 0,-3-1-1 16,3 5 0-16,-2-5 0 0,2-6 1 0,1 3-23 0,1-9 1 16</inkml:trace>
  <inkml:trace contextRef="#ctx0" brushRef="#br0" timeOffset="2019.25">11971 16279 52 0,'0'0'0'0,"0"0"0"15,0-11 0-15,0 3 43 0,0-4 1 0,0-1-1 16,0-1 1-16,2 0-1 0,-2-3 0 0,0 1 0 15,2-3 1-15,-2 3-13 0,0 0 0 0,0 1 0 16,0 5 1-16,-4 0-1 0,2 2 0 0,0 6 0 16,0-1 1-16,-2 8 29 0,0-1 1 0,-4 0-1 15,0 6 1-15,0 4-1 0,2 7 1 0,-3 4-1 16,1 7 1-16,-4 5-2 0,2 15 0 0,2 7 0 16,-4 13 0-16,-1 12-1 0,7 8 1 0,2 33 0 0,12-36 0 15,7-5-85-15,5-9 0 0,6-7 0 0,5-8 0 16,-1-9 0-16,7-8 0 0,4-4 0 0,6-8 1 15,-1-23 24-15,-46-8-1066 0</inkml:trace>
  <inkml:trace contextRef="#ctx0" brushRef="#br0" timeOffset="2835.85">12431 16354 648 0,'0'0'0'0,"0"0"0"15,0 0 0-15,0 0 177 0,2 9 1 0,2-5 0 0,1 0 0 16,1 8-1-16,2 5 1 0,0 3-1 0,-2 7 1 15,2 8-102-15,0 8 0 0,0 8 0 0,-3 8 0 16,3 13 0-16,-6-2 0 0,4 2 0 0,-2-7 0 16,2-3-23-16,2-11 0 0,4-4 0 0,-2-6 1 15,7-4-1-15,-1-6 0 0,2-2 0 0,3-7 0 0,-21-22-53 16,0 0-2327-16</inkml:trace>
  <inkml:trace contextRef="#ctx0" brushRef="#br0" timeOffset="8162.73">13113 16469 348 0,'0'0'0'0,"0"0"0"0,0 0 0 0,0 0 127 0,0 0 0 15,0 0 0-15,0 0 0 0,-8-4-1 0,4 4 1 16,4 0 0-16,-6-2 0 0,0 0-35 0,0 2 1 16,2-2-1-16,-5 2 1 0,-3 0-1 0,0 0 1 15,2 4-1-15,-2 0 1 0,-3 2-20 0,3 3 0 16,-4 3 0-16,2 2 0 0,1 5-1 0,1-1 1 16,0 9 0-16,2 6 0 0,-2 2-17 0,1 10 0 0,7-4 0 15,0 6 1-15,4-2-1 0,4 0 0 16,2-2 0-16,11 0 0 0,1-10-69 0,6-2 0 0,11-7 0 15,0-7 1-15,7-7-1 0,5-6 0 0,-2-8 0 16,2-6 1-16,0-7 40 0,-9-5 1 0,1-7 0 16,0-2 0-16,-9-6-1 0,-1-2 1 0,-7-4-1 15,-6 0 1-15,-3-4-12 0,-7 2 0 0,-6-4 0 16,-8-2 1-16,-7-1-1 0,-7 11 0 0,-3 4 0 16,-5 7 0-16,-5 5 1 0,-3 6 0 0,-1 7 0 0,0 8 0 15,-3 6 0-15,-1 8 0 0,4 1 0 0,0 9 0 16,5 1-1-16,1 1 0 0,5 7 0 0,7 0 1 15,3-3-1-15,8 3 0 0</inkml:trace>
  <inkml:trace contextRef="#ctx0" brushRef="#br0" timeOffset="8780.78">13732 16982 504 0,'0'0'0'0,"0"0"0"0,0 0 0 16,-8 6 244-16,0 0 0 0,1 3 0 0,-1 1 1 16,0 0-1-16,0 2 0 0,-2-1 0 0,-2-1 0 0,4 0-192 15,-5-4 1-15,5 0 0 0,2 1 0 0,0-3-1 16,0 2 1-16,2-6-1 0,4 0 1 0,0 0-20 15,0-4 1-15,0 0 0 0,4 0 0 0,2-3-1 16,0 1 1-16,0 0-1 0,2-6 1 0,0 4-20 0,1-3 0 16,-3 3 0-16,0 2 1 0,0 0-1 15,2 2 0-15,-4 2 0 0,-4 2 0 0,4 0-13 0,-4 0 1 16,0 2-1-16,0 2 1 0,0 0-1 0,-4 2 0 16,4 0 0-16,0 0 1 0,-4 1-7 0,0-1 1 15,0 0-1-15,2-2 1 0,0 2-1 0,0-6 1 0,0 2-1 16,2-2 1-16,-2 0 3 0,0 0 0 0,2 0 0 15,0 0 1-15,0 0-1 0,0-2 0 0</inkml:trace>
  <inkml:trace contextRef="#ctx0" brushRef="#br0" timeOffset="9278.68">14454 16560 432 0,'0'0'0'0,"0"0"0"0,0 0 0 0,0 0 203 16,-4-9 0-16,4 5 0 0,-4-2 0 0,0 4 0 15,0-6 0-15,-2 2 0 0,2-3 0 0,-4 1-132 0,-4-2 1 16,-1 0-1-16,-1-1 1 0,-2 3-1 16,2 0 1-16,-7 2-1 0,3 2 1 0,-4 2-25 0,1 2 1 15,-3 2-1-15,1 2 1 0,1 6-1 0,-2 2 1 16,1 7-1-16,-3 1 1 0,1 5-16 0,7 6 1 16,-6 4-1-16,5 0 1 0,3 1-1 0,2 1 1 15,6-4-1-15,3-2 1 0,5-4-39 0,5-7 0 16,3-1 0-16,4-7 0 0,6-4 0 0,-1-4 0 15,5-4 0-15,0-4 1 0,5 0 15 0,1-8 0 0,3-3 0 16,-1-3 1-16,-3-3-1 0,1-1 0 0,-1-5 0 16,-3 3 0-16,-1-1 6 0,-5-2 0 0,-2 3 0 15,-4 5 1-15,-1 3-1 0,-3 6 0 0,-8-1 0 16,0 7 0-16,0 4-1 0,0 6 1 0,0 7 0 16,-4 5 0-16,0 5-1 0,-3 9 1 0,3 7-1 15,-4 5 1-15,4 3-2 0,-4 6 0 0,2-2 0 16,2 3 1-16,2-5-1 0,2 0 0 0,0-10 0 15,0 0 0-15,2-6-10 0,2-4 1 0</inkml:trace>
  <inkml:trace contextRef="#ctx0" brushRef="#br0" timeOffset="9812.1">14996 16629 396 0,'0'0'0'15,"0"0"0"-15,0 0 0 0,0 0 248 0,-4-6 1 16,4 2 0-16,0-2 0 0,0 0-1 0,0 0 1 15,0-1 0-15,0 3 0 0,-4-2-177 0,2 0 1 0,-2 0 0 16,-1 0 0-16,-1 0-1 0,0 1 1 0,-6-1 0 16,-2 2 0-16,-2 0-26 0,-3 2 1 0,-1-2-1 15,-3 0 1-15,-1 0-1 0,-2 2 1 0,-1 2-1 16,-1 0 1-16,1 6-22 0,-3 2 0 0,-3 4 0 16,3 7 1-16,3 5-1 0,-3 5 0 0,1 2 0 15,7 4 0-15,-1 0-28 0,7 2 1 0,6-3 0 16,4-3 0-16,6 0-1 0,4-4 1 0,4-5 0 15,8-3 0-15,0-3 4 0,7-4 0 0,3-6 0 0,-3-3 0 16,5-3 0-16,-1-7 0 0,1 1 0 0,1-8 0 16,-1 0 9-16,-7-5 0 0,5 1 0 0,-8-5 1 15,3-2-1-15,-3 1 0 0,-2 1 0 0,-6-1 0 16,3-1 2-16,-5 2 1 0,-8 7-1 0,4 4 1 16,-4 1-1-16,0 7 1 0,-4 4-1 0,4 7 1 15,-4 5-4-15,-2 6 1 0,-1 3 0 0,1 8 0 0,-2 7-1 16,-4 8 1-16,0 9 0 0,2 6 0 0,-3 7-2 15,-1 0 0-15,4 1 0 0,4-3 0 0,2-9 0 16,0-6 0-16,0-8 0 0,4-6 0 0,0-8-7 0,4-13 0 16</inkml:trace>
  <inkml:trace contextRef="#ctx0" brushRef="#br0" timeOffset="10996.25">15417 16484 608 0,'0'0'0'0,"0"0"0"0,0 0 0 0,0 0 217 16,0 0 1-16,0 0 0 0,-8 2 0 0,6 4-1 16,0 0 1-16,-2 4 0 0,0 5 0 0,-2 3-141 15,2 7 1-15,-5 10 0 0,-3 6 0 0,0 8-1 16,2 2 1-16,-9 7 0 0,3 3 0 0,0-1-42 0,0 1 1 16,5-1-1-16,-3-3 1 0,2-2-1 0,4-7 0 15</inkml:trace>
  <inkml:trace contextRef="#ctx0" brushRef="#br0" timeOffset="11379.52">15865 16601 464 0,'0'0'0'0,"0"0"0"16,0-9 0-16,0 5 212 0,0 0 1 0,0 0-1 15,0 0 1-15,-2 0-1 0,-2 2 0 0,0-2 0 16,0 4 1-16,-5 0-151 0,1 4 0 0,0-2 0 15,-2 4 1-15,2 2-1 0,-6 2 0 0,-1 1 0 16,1 1 1-16,-4 2-12 0,1 3 1 0,1 1-1 16,2 3 1-16,-2 1-1 0,1 1 1 0,3 1-1 0,0-1 1 15,4 0-23-15,2-5 1 0,2 1 0 0,4 1 0 16,2-8-1-16,4 1 1 0,4-7 0 0,2-4 0 16,5-2-34-16,1 0 0 0,0-6 0 0,7-5 1 15,1-1-1-15,3-6 0 0,-1-5 0 0,1 3 1 16,-3-7 10-16,-2 2 1 0,-1 1 0 0,-7 3 0 0,-4 1-1 15,3 1 1-15,-7 3 0 0,-4 4 0 0,-2 1-4 16,-2 5 0-16,-2 0 0 0,-2 4 0 0,-4 2-1 16,3 6 1-16,-3 0 0 0,0 4 0 0,2 7 0 0,-2 3 0 15,-4 9 0-15,-3 2 1 0,3 8-1 16,-4 2 0-16,2 6 0 0,2-4 0 0,-3 6 2 0,3-1 0 16,4 1 0-16,4-4 0 0,-4-4 0 15,4-4 0-15,2-4 0 0,2-5 0 0,0-7-2 0,0-7 1 16</inkml:trace>
  <inkml:trace contextRef="#ctx0" brushRef="#br0" timeOffset="11912.47">16461 16672 580 0,'0'0'0'0,"0"0"0"0,0 0 0 16,0 0 211-16,0 0 0 0,0 0 0 0,0 0 1 15,0 0-1-15,0 0 0 0,0 0 0 0,0 0 0 0,0 0-137 16,0-8 0-16,0 4 0 0,0 2 0 16,-4-4 0-16,0 0 0 0,0 0 0 0,-2 1 0 0,-2-1-21 15,0 4 1-15,-5-6 0 0,-1 2 0 0,2 0-1 16,0 2 1-16,-5 2-1 0,3-3 1 0,2 3-23 0,-2 2 1 16,1 0 0-16,-3 2 0 0,2 3-1 15,2 1 1-15,-3 2-1 0,3 4 1 0,0-2-36 0,2 7 1 16,2 1 0-16,2 1 0 0,0 1-1 15,6-1 1-15,0 3 0 0,0-1 0 0,4-1 10 0,0-3 1 16,6 3 0-16,2-5 0 0,0 1-1 0,5-6 1 16,1 3-1-16,-2-3 1 0,7-2-1 0,-5 2 0 15,2 1 0-15,-1-1 0 0,1 2-1 0,-4 0 1 0,2 1 0 16,-7 1 0-16,-1 3 5 0,-4 1 0 0,-2 2 0 16,-4 5 0-16,-4-6 0 0,-2 5 0 0,-4 1 0 15,-1-3 0-15,-5-1-1 0,2-1 0 0,-2-1 0 16,-5-7 0-16,3-4-1 0,2-2 1 0,-3-6 0 15,3-8 0-15,2 0-2 0,-4-4 1 0</inkml:trace>
  <inkml:trace contextRef="#ctx0" brushRef="#br0" timeOffset="12294.08">15910 16642 220 0,'0'0'0'16,"0"0"0"-16,0 0 0 0,0 0 282 0,0 0 1 16,0 0 0-16,0 0 0 0,0 0-1 0,0 0 1 15,0-9-1-15,2 5 1 0,-2 2-226 0,0-2 1 16,0-2 0-16,0 0 0 0,-2 0-1 0,-2-3 1 0,-1 1-1 16,-1 0 1-16,0 0-19 0,-2 0 1 0,-2-1-1 15,-2 1 1-15,0 2-1 0,-1 0 1 0,-1 0-1 16,2 0 1-16,-4 2-26 0,1 1 0 0,-1 3 0 15,2 3 1-15,2 1-1 0,-5 2 0 0,5 4 0 16,2 0 1-16,10-10-15 0,0 0-2529 0</inkml:trace>
  <inkml:trace contextRef="#ctx0" brushRef="#br0" timeOffset="12646.8">16671 16356 676 0,'0'0'0'16,"0"0"0"-16,0 0 0 0,0 0 175 0,0 0 1 16,0 0 0-16,0 0 0 0,0 0-1 0,10 7 1 15,-2-3-1-15,0 4 1 0,4 6-110 0,3 5 0 16,-3 9 0-16,8 9 0 0,3 13 0 0,-1 7 0 0,-2 7 0 16,-1 7 0-16,-7 1-21 0,-8 16 0 0,-4-6 0 15,-8-6 1-15,-6-6-1 0,-3-4 0 0,-3-3 0 16,-2-9 1-16,-3-5-26 0,3-8 0 0</inkml:trace>
  <inkml:trace contextRef="#ctx0" brushRef="#br0" timeOffset="13244.51">17548 16574 388 0,'0'0'0'0,"0"0"0"0,0 0 0 16,0-10 208-16,0 3 1 0,2 1-1 0,0-2 1 16,2 4-1-16,0-4 1 0,0 2-1 0,2 4 1 0,-2 2-128 15,-4 6 1-15,5 4 0 0,-1 2 0 0,-4 7-1 16,0 7 1-16,-4 7 0 0,-1 10 0 0,1 2-30 16,-6 11 1-16,0-3 0 0,0 7 0 0,-4-1-1 15,1-1 1-15</inkml:trace>
  <inkml:trace contextRef="#ctx0" brushRef="#br0" timeOffset="13394.79">17393 16879 216 0,'0'0'0'16,"0"0"0"-16,-8 0 0 0,4 0 255 0,0 3 0 16,0-3 0-16,2 2 1 0,2-2-1 0,2 2 0 15,6 0 0-15,0 0 0 0,0-2-192 0,9 0 1 0,1 0-1 16,8 0 1-16,3-2-1 0,10-2 0 0</inkml:trace>
  <inkml:trace contextRef="#ctx0" brushRef="#br0" timeOffset="14528.42">17458 16793 456 0,'0'0'0'15,"0"0"0"-15,0 0 0 0,-8-4 209 0,4 2 0 16,2 0 0-16,0 0 0 0,2-2 0 0,2 0 0 16,2 2 0-16,2-4 0 0,3 0-144 0,3-1 1 15,2 1 0-15,6-2 0 0,-3 2-1 0,7 0 1 0,5 0 0 16,1 1 0-16,5 3-31 0,-1 2 1 0</inkml:trace>
  <inkml:trace contextRef="#ctx0" brushRef="#br0" timeOffset="15064.43">18515 16354 412 0,'0'0'0'0,"0"0"0"16,0 0 0-16,-12 0 185 0,7 0 0 0,-5 0 0 16,0 2 1-16,0 1-1 0,-4 1 0 0,1 0 0 15,1 0 0-15,-4 6-126 0,2 4 1 0,2 5-1 16,-1 8 1-16,1 5-1 0,2 14 0 0,-4 7 0 0,6 8 1 15,1 9-5-15,5 2 0 0,4 4 0 0,7 10 0 16,7-12-1-16,4-11 1 0,9-7 0 0,7-13 0 16,9-21-55-16,-45-22-2106 0</inkml:trace>
  <inkml:trace contextRef="#ctx0" brushRef="#br0" timeOffset="15394.46">18822 16564 540 0,'0'0'0'0,"0"0"0"16,0 0 0-16,0 0 206 0,0 0 0 0,0 0 0 15,-6-9 0-15,6 7-1 0,0 2 1 0,0 0 0 16,0 0 0-16,2 2-129 0,0 3 1 0,0 1 0 16,0 6 0-16,0 4-1 0,-2 5 1 0,0 4-1 15,-2 7 1-15,-2 7-23 0,0 2 0 0,-4 2 0 16,-4 0 0-16,1 5-1 0,3-5 1 0,-4 0 0 15,6-4 0-15,0 8-55 0,6-47-2436 0</inkml:trace>
  <inkml:trace contextRef="#ctx0" brushRef="#br0" timeOffset="15729.46">19233 16750 564 0,'0'0'0'0,"0"0"0"16,0 0 0-16,0 0 230 0,0 0 1 0,0 0 0 16,0 0 0-16,0 0-1 0,0 0 1 0,0 0-1 15,12 8 1-15,-1-3-158 0,5-1 1 0,2 2-1 16,3-4 1-16,-1 2-1 0,2 0 1 0,3 0-1 16,5-2 1-16,23 0-74 0,-53-2-2248 0</inkml:trace>
  <inkml:trace contextRef="#ctx0" brushRef="#br0" timeOffset="16278.99">19911 16603 341 0,'0'0'0'16,"0"0"0"-16,0 0 0 0,0 0 85 0,-6 0 0 15,2 0 0-15,0-2 0 0,-2 2 26 0,1-5 0 16,-3 3 0-16,2 0 0 0,2 0-1 0,-2 0 1 15,0 0 0-15,2 0 0 0,0 0-46 0,0-2 1 16,-2 2 0-16,0 0 0 0,1 0-1 0,-1 0 1 0,2 2 0 16,0-4 0-16,0 4-13 0,-4 0 0 0,4 0 0 15,-2 0 0-15,0 4 0 0,2-4 0 0,-2 2 0 16,1 2 0-16,1 0-17 0,-4 2 0 0,2 2 0 16,-2 3 1-16,0 3-1 0,0 0 0 0,2 5 0 15,0 3 1-15,-1 5-46 0,3 0 0 0,2 3 0 16,2 1 1-16,6 0-1 0,3 0 0 0,5 0 0 15,-2-5 1-15,6-1 27 0,3-1 1 0,5-3 0 16,1-7 0-16,3 1-1 0,3-9 1 0,1-6-1 0,5-6 1 16,-4-7 2-16,3-3 0 0,-3-9 0 15,4-5 0-15,-9-5-1 0,-4-8 1 0,-1-2 0 16,-11-5 0-16,-4 3-1 0,-8-4 1 0,-8 4 0 0,-6 2 0 16,-8 4-1-16,-7 4 1 0,-5 10-1 0,-7 0 1 15,-2 9 0-15,-1 8 0 0,-1 3 0 0,0 7 1 0,0 7-1 16,3 3 0-16,3 4 0 0,6 3 1 0,31-17-23 15,0 0-2566-15</inkml:trace>
  <inkml:trace contextRef="#ctx0" brushRef="#br0" timeOffset="16528.23">20367 16875 708 0,'0'0'0'0,"0"0"0"15,0 0 0-15,0 0 195 0,0 0 0 0,-8 0 0 16,6 0 1-16,0 0-1 0,-2 0 0 0,4 0 0 15,-5 2 0-15,5 0-136 0,-4 1 0 0</inkml:trace>
  <inkml:trace contextRef="#ctx0" brushRef="#br0" timeOffset="17061.34">20849 16463 552 0,'0'0'0'0,"0"0"0"15,0 0 0-15,0 0 180 0,-10-8 1 0,6 8 0 16,0-6 0-16,-2 4-1 0,0 0 1 0,-7 0 0 15,1 0 0-15,0 2-113 0,-2 2 0 0,-3 2 0 16,-1 4 1-16,0-4-1 0,2 6 0 0,-3 3 0 16,3 1 1-16,-2 2-23 0,3 3 0 0,5-1 0 15,2 3 1-15,4-1-1 0,4 3 0 0,4-3 0 0,4 5 0 16,4-2-13-16,3 1 1 0,3-3-1 0,2 3 1 16,-1 1-1-16,1 0 0 0,-2-5 0 0,1 3 1 15,-5-1-42-15,-2-1 1 0,-6-5 0 0,-4 3 0 16,-2-3 0-16,-4-2 0 0,-4-1 0 0,-4-1 0 15,-4-4 18-15,-3-2 1 0,-1 0-1 0,-3-4 1 0,-1-2-1 16,0 0 1-16,-1-2-1 0,1 0 1 0,24 2-12 16,0 0-2412-16</inkml:trace>
  <inkml:trace contextRef="#ctx0" brushRef="#br0" timeOffset="17678.49">20981 16601 424 0,'0'0'0'0,"0"0"0"0,0 0 0 0,0 0 233 0,0-9 1 15,0 5-1-15,2 0 1 0,3 0-1 0,-1-2 1 16,4 2-1-16,0 0 1 0,0 0-167 0,4-1 0 15,7 1 0-15,-3 2 1 0,2 0-1 0,1 0 0 16,5 2 0-16,-4 0 1 0,3 2-26 0,-1 0 0 16,-2 2 0-16,-1 3 1 0,-7 1-1 0,-2-4 0 15,-4 4 0-15,-4 0 1 0,-2 3-22 0,-6 1 1 0,-2 2-1 16,-4-4 1-16,-2 7-1 0,-3 1 0 0,-7 1 0 16,1 5 1-16,-3-5-22 0,-2 5 1 0,5 1-1 15,-1-2 1-15,3-5-1 0,5 3 1 0,4-3-1 16,2 1 1-16,6-7-1 0,4 0 0 0,2 0 0 15,6-1 0-15,4-3 0 0,0 0 0 0,7 0 0 16,1-2 0-16,6-1 5 0,1-5 1 0</inkml:trace>
  <inkml:trace contextRef="#ctx0" brushRef="#br0" timeOffset="18095.99">21816 16539 240 0,'0'0'0'16,"0"0"0"-16,0 0 0 0,-8-8 262 0,4 4 1 16,-2 0-1-16,-3 0 1 0,1-1-1 0,0 3 0 15,-6-2 0-15,2 2 1 0,0 2-187 0,-7 2 0 0,3 2 0 16,-2 3 0-16,1 1 0 0,-3 4 0 0,2 0 0 16,3 7 0-16,-1-3-23 0,4 7 1 0,-2-1-1 15,6 5 1-15,3-4-1 0,7 1 0 0,5-1 0 16,7-1 1-16,-2 1-27 0,6-3 1 0,1-1 0 15,1-1 0-15,0 1-1 0,-1-1 1 0,-3 1-1 16,-8-5 1-16,-2 4-29 0,-6-5 1 0,-6 5 0 16,-6-5 0-16,-6 1 0 0,-3-2 0 0,-7 3 0 15,-1-3 0-15,-1-4 3 0,-3-2 1 0,3-6-1 16,-1-2 1-16,1-4-1 0,1-2 0 0</inkml:trace>
  <inkml:trace contextRef="#ctx0" brushRef="#br0" timeOffset="18545.82">21971 16574 248 0,'0'0'0'0,"0"0"0"16,0 0 0-16,8-4 260 0,-2 4 0 0,0-4 0 0,0 2 0 16,2 2-1-16,0 0 1 0,-2 6 0 0,1-2 0 15,-1 4-189-15,2 4 0 0,-4 5 0 0,-4 1 1 16,0 11-1-16,0 2 0 0,-4 6 0 0,-6 10 0 15,1-2-31-15,-3 6 1 0,-2 1 0 0,0-1 0 0,0-4-1 16,-1-2 1-16</inkml:trace>
  <inkml:trace contextRef="#ctx0" brushRef="#br0" timeOffset="18915.2">22349 16289 420 0,'0'0'0'0,"0"0"0"16,0 0 0-16,-6-10 228 0,4 10 0 0,2-5 0 15,0 3 1-15,0 2-1 0,0 7 0 0,2-5 0 16,0 8 0-16,2 2-156 0,0 7 0 0,2 3 0 16,0 5 0-16,1 10 0 0,-3 10 0 0,0 4 0 0,-2 9 0 15,-2 7-17-15,-2 7 1 0,-4 2 0 0,-9 14 0 16,-3-8-1-16,-4-8 1 0,-5-8 0 0,3-7 0 15,-3-9-20-15,-3-7 1 0,1-6-1 0,3-9 1 16,26-28-37-16,0 0-2560 0</inkml:trace>
  <inkml:trace contextRef="#ctx0" brushRef="#br0" timeOffset="21429.32">22783 16330 176 0,'0'0'0'16,"0"0"0"-16,0 0 0 0,10 0 220 0,-4 0 1 15,2-2-1-15,2 2 1 0,5 0-1 0,1 0 0 16,2 0 0-16,2 0 1 0,3 0-152 0,1 0 1 15,1-2 0-15,1 0 0 0,1 0-1 0,-1 2 1 16,1 0-1-16,-3 0 1 0,0 0-73 0,1 0 0 0</inkml:trace>
  <inkml:trace contextRef="#ctx0" brushRef="#br0" timeOffset="21795.09">22817 16262 656 0,'0'0'0'0,"0"0"0"0,0 0 0 15,0 0 163-15,-8 4 1 0,6-2-1 0,0 2 1 16,-2 3-1-16,0-3 0 0,0 4 0 0,2 2 1 16,0 2-101-16,2 3 0 0,0 1 0 0,0 3 0 15,0-3-1-15,2 5 1 0,-2 3 0 0,2-1 0 0,0-1-13 16,0 5 1-16,0-2-1 0,2-3 1 0,0 5-1 15,2-7 1-15,-2-1-1 0,2-5 1 0,5-4-25 16,-1-1 0-16,2-3 0 0,0-4 1 0,2 0-1 16,1-2 0-16,1-2 0 0,0 0 1 0,0 0-28 15,1 2 0-15,1 0 0 0,2 2 0 0,1 4 0 16,-1 0 0-16,0 4 0 0,-1 5 1 0,-3-3 5 0,2 6 0 16,1 1 0-16,-3 3 1 0,0 3-1 0,-6 0 0 15,-1-1 0-15,-5 3 0 0,-4 0 6 0,-4-1 0 16,-7 3 0-16,-1 0 0 0,-8-1-1 0,-5-1 1 15,-1-2 0-15,-3-5 0 0,-1-5-1 0,-3-3 0 16,-1-10 0-16,3-4 0 0,1-10-1 0,-1-3 1 0</inkml:trace>
  <inkml:trace contextRef="#ctx0" brushRef="#br0" timeOffset="22280.57">23471 16484 564 0,'0'0'0'0,"0"0"0"0,0 0 0 0,0 0 207 16,-9-13 0-16,7 7 0 0,0 0 1 0,2 2-1 15,0-2 0-15,2-2 0 0,5-3 0 0,1 1-139 16,2 0 1-16,4 2-1 0,4-1 1 0,5 3-1 0,5 0 0 16,5 2 0-16,1 4 1 0,3 4-22 0,2 2 1 15,-5 7-1-15,1 5 1 0,-7 5-1 0,-3 3 1 16,-9 7-1-16,-8 6 1 0,-6-2-23 0,-8 8 0 15,-10 0 0-15,-6 4 1 0,-9-1-1 0,-6-5 0 16,-1 0 0-16,-3-4 1 0,-6-9-27 0,9-3 0 16,-7-6 0-16,6-9 1 0,11-8-1 0,1-4 0 15,11-4 0-15,8-6 1 0,8-5 3 0,4 1 0 0,4 0 0 16,6 1 1-16,7 1-1 0,-5 4 0 0,10 0 0 16,1 1 0-16,7 3-1 0,7 2 0 0,2 4 0 15,6 4 0-15,4 1-1 0,6 3 1 0,2 2 0 16,-2 3 0-16,2 1 3 0,-4 0 0 0,0 1 0 15,-4-3 0-15,-7 1 0 0,5 1 0 0</inkml:trace>
  <inkml:trace contextRef="#ctx0" brushRef="#br0" timeOffset="23629.33">24500 16841 400 0,'0'0'0'0,"0"0"0"0,0 0 0 0,0 0 223 0,0 0 1 16,-10 8-1-16,6-4 1 0,0-2-1 0,-2 4 0 15,2-4 0-15,-4 2 1 0,2 0-157 0,-2 0 0 16,1 0 0-16,1 1 1 0,2-1-1 0,0-2 0 15,-2 0 0-15,2-2 1 0,2 0-32 0,0 0 1 16,2 0 0-16,0-2 0 0,0 0-1 0,2-2 1 16,0-1-1-16,2 3 1 0,2-2-17 0,-2 2 0 15,0-2 0-15,-2 2 0 0,2 0-1 0,1 0 1 16,-1 2 0-16,0 0 0 0,0 0-20 0,-2 0 0 0,0 0 0 16,2 0 0-16,-4 2 0 0,0 0 0 0,0 0 0 15,0 0 0-15,0 0-1 0,-4 0 1 0,2 0 0 16,0 0 0-16,0 0-1 0,2 1 1 0,-2-3 0 15,0 0 0-15,2 2 0 0,-2-2 0 0,0 0 0 16,2 0 0-16,0 0 0 0,0 0 0 0,0 0 0 16,0 0 0-16,0 0 1 0,0 0 1 0,0 0-1 15,0 0 1-15,0 0-1 0,0 0 0 0,0 0 0 16,0 0 1-16,0 0 1 0,0 0 0 0,0 0 0 0,0 0 1 16,0 0-1-16,0 0 0 0,0 0 0 0,0 0 0 15,0 0-1-15,0 0 1 0,0 0-1 0,0 0 1 16,0 0-1-16,0 0 0 0,2-2 0 0,-2-1 1 15,0-1-1-15,2 2 1 0,0-2-1 0,-2 2 1 16,0-2-1-16,0 2 0 0,0 2 0 0,0-4 1 16,0 4-1-16,-2 0 0 0,2 0 0 0,-2 0 1 0,0 0-1 15,0 0 0-15,-1 0 0 0,3 0 0 0,0 0 0 16,-2 0 0-16,2 0 0 0,0 0 1 0,0 0-1 16,0 0 0-16,0 0 0 0,0 0 0 0,0-2 0 0,0 2 0 15,2 0 0-15,-2 0 1 0,0 0-1 16,3 0 0-16</inkml:trace>
  <inkml:trace contextRef="#ctx0" brushRef="#br0" timeOffset="24094.74">25074 16352 588 0,'0'0'0'0,"0"0"0"0,-8 0 0 16,0 0 185-16,-2 0 0 0,-2 0 0 0,-3 4 1 15,-3 1-1-15,-2 1 0 0,-3 2 0 0,-1 4 0 16,0 7-124-16,-5 5 0 0,1 3 0 0,-1 8 1 0,5 8-1 16,-1 2 0-16,3 4 0 0,6 7 1 0,1-5-29 15,11 0 1-15,4-4 0 0,8 1 0 0,7-7-1 16,3-5 1-16,6-5 0 0,7-2 0 0,-1-4-1 16,5-9 0-16,2-6 0 0,-1-4 1 0,3-6-1 15,0-4 0-15,-3-4 0 0,1-10 0 0,-3-3-41 0,-1-3 1 16,-6-1-1-16,-3-8 1 0,-6 2-1 15,-8 3 1-15,-5-3 0 0,-10 2 0 0,-5 5 17 0,-6-1 0 16,-6 0 0-16,-7 7 0 0,-3 3 0 0,-5 3 0 16,-2 4 0-16,-1 4 0 0,-3 6 0 0,0 8 1 15,2 2-1-15,1 7 1 0,1 3-1 0,2 3 1 16,7 2-1-16,3 1 1 0,27-28-11 0,0 0-2400 0</inkml:trace>
  <inkml:trace contextRef="#ctx0" brushRef="#br0" timeOffset="24378.57">25498 16508 428 0,'0'0'0'0,"0"0"0"0,0 0 0 16,0 0 214-16,0 13 0 0,-2-5 0 0,0 4 0 0,0 0-1 15,-2 7 1-15,-1 3 0 0,1 5 0 0,-2 4-145 16,2 6 0-16,-4 4 0 0,0 4 1 0,0-2-1 16,0 2 0-16,2-4 0 0,-1 0 0 0,3-6-24 15,4-8 0-15,0-3 0 0,0-5 1 0,0-19-46 16,0 0-2155-16</inkml:trace>
  <inkml:trace contextRef="#ctx0" brushRef="#br0" timeOffset="24863.45">25805 16455 588 0,'0'0'0'0,"0"0"0"0,0 0 0 0,-10 0 213 15,6-4 0-15,-2 2 0 0,0 2 0 0,-1-2 0 16,3 0 0-16,-2 0 0 0,2 0 0 0,2-3-139 16,0 3 1-16,2 0 0 0,0 2 0 0,2 0-1 15,2 0 1-15,2 0-1 0,2 0 1 0,5 2-15 0,1 3 0 16,2-3 0-16,5 2 0 0,1 0 0 15,4 2 0-15,5-6 0 0,2 4 0 0,1 2-27 0,-3 2 0 16,3 5 0-16,-7-1 1 0,-3 4-1 16,-4 3 0-16,-5 1 0 0,-3 5 1 0,-6 6-37 0,-4 0 1 15,-4 5-1-15,-4 3 1 0,-2-4-1 0,0 4 1 16,-5-2-1-16,3 0 1 0,0-6 10 0,4-2 0 16,-2-3 0-16,2-5 0 0,0-5 0 0,4-1 0 15</inkml:trace>
  <inkml:trace contextRef="#ctx0" brushRef="#br0" timeOffset="25012.39">25740 16781 728 0,'0'0'0'0,"0"0"0"16,0 0 0-16,0 0 232 0,0 0 0 0,0 0 0 16,0 0 1-16,0 0-1 0,0 0 0 0,14 0 0 0,-2 0 1 15,5-2-164-15,3 2 0 0,6-2 0 0,5 0 1 16,10 0-1-16,5 2 0 0</inkml:trace>
  <inkml:trace contextRef="#ctx0" brushRef="#br0" timeOffset="25444.97">26766 16584 148 0,'0'0'0'0,"0"0"0"0,0 0 0 0,0 0 278 0,0 0 1 16,0 0-1-16,0 0 1 0,-6-8-1 0,6 6 0 15,-2-2 0-15,-1 0 1 0,-1 0-216 0,0-1 1 16,-2-1 0-16,0 0 0 0,0 2-1 0,-2 2 1 16,-4-6-1-16,-1 4 1 0,-1 2-20 0,-4 2 0 0,2 0 0 15,-3 4 0-15,-5 2-1 0,-1 0 1 16,1 4 0-16,0 3 0 0,-1 1-23 0,1 2 1 0,-1 3-1 15,3-3 1-15,2 5-1 0,3-1 1 0,7-1-1 16,4-1 1-16,4-1-22 0,4-3 0 0,4-2 0 16,4 1 1-16,7-3-1 0,3-6 0 0,0-2 0 15,7-2 1-15,3-2-1 0,1-2 0 0,3-6 0 16,3-3 1-16,0 1-1 0,-1-4 0 0,1-1 0 16,0-1 0-16,-5-1 5 0,-1 1 1 0,-3 1 0 15,-3 5 0-15,-3 0-1 0,-10 4 1 0,-4 1 0 0,-2 5 0 16,-4 4-1-16,-4 5 1 0,-2 1 0 0,0 6 0 15,-6 3-1-15,-2 7 1 0,-2 7-1 0,-3 2 1 16,-1 6 1-16,0 0 1 0,-1 4 0 0,3-2 0 16,6-4-1-16,2-2 1 0,4-7 0 0,4 1 0 15,8-9-3-15,-2-3 0 0</inkml:trace>
  <inkml:trace contextRef="#ctx0" brushRef="#br0" timeOffset="26261.67">26912 16572 368 0,'0'0'0'0,"0"0"0"16,0 0 0-16,0 0 211 0,0 0 0 0,0 0 0 15,0 0 0-15,-8 0 0 0,6 0 0 0,0 0 0 16,-2 0 0-16,4 0-149 0,-4 0 1 0,2 0-1 15,0-2 1-15,0 2-1 0,0-4 1 0,0 0-1 0,0 2 1 16,0-3-23-16,0 1 0 0,-3 0 0 0,1 0 0 16,-2 0-1-16,2 0 1 0,-6 0 0 0,0 0 0 15,-2 0-19-15,-1 0 0 0,-1-1 0 0,0 3 1 16,-2 2-1-16,-1-4 0 0,-1 2 0 0,2 2 1 16,2 0-23-16,-3 0 1 0,5 0-1 0,2 0 1 0,0 2-1 15,2 2 1-15,1-2-1 0,3 3 1 0,4-5 0 16,0 0-2281-16</inkml:trace>
  <inkml:trace contextRef="#ctx0" brushRef="#br0" timeOffset="28461.01">27346 16213 160 0,'0'0'0'0,"0"0"0"0,0 0 0 15,0-10 234-15,0 3 0 0,2 1 0 0,0-2 1 16,0-4-1-16,0 0 0 0,0-1 0 0,2 1 0 0,-4-7-180 16,0 7 1-16,0-8-1 0,0 3 1 0,0-1-1 15,0 1 1-15,0 1-1 0,0 2 1 0,0 1-19 16,-4-3 1-16,0 6-1 0,0-3 1 0,-2 7-1 16,0 2 0-16,-3 4 0 0,-1 6 1 0,0 7-16 0,-2-1 0 15,-4 10 0-15,-3 5 1 0,3 10-1 16,-4 6 0-16,3 4 0 0,5 0 0 0,6 3-24 0,6-3 1 15,6 0-1-15,6-6 1 0,5-2-1 0,3-6 1 16,4-7 0-16,1-1 0 0,-1-6 4 0,5-7 1 16,-1-4 0-16,-1-8 0 0,-1-6-1 0,-3-2 1 15,-3-5 0-15,-2-3 0 0,-2 2 6 0,-3-7 0 0,-3 5 0 16,-2-3 1-16,-2 3-1 0,-2 1 0 0,-2 1 0 16,-2 2 1-16,0 6 9 0,0-1 1 0,0 5 0 15,-2 2 0-15,0 7-1 0,0-1 1 0,2 6 0 16,0 6 0-16,0 5 1 0,4 8 1 0,4 6-1 15,-4 8 1-15,5 2-1 0,1 4 0 0,-2 5 0 16,4-3 1-16,0-2-5 0,0-4 0 0,1 1 0 16,-1-7 0-16,-2-2 0 0,0-4 0 0,-6-3 0 15,2-1 0-15,1 0-4 0,-3-4 0 0,-2-3 0 0,0-3 1 16,-2-3-1-16,-2-6 0 0</inkml:trace>
  <inkml:trace contextRef="#ctx0" brushRef="#br0" timeOffset="29130.3">28062 16389 432 0,'0'0'0'16,"0"0"0"-16,0 0 0 0,0 0 239 0,10 0 1 15,-4-2 0-15,3 0 0 0,1 0-1 0,2 0 1 16,2 0 0-16,4 0 0 0,3 0-167 0,3 0 1 0,5 0-1 16,1 0 1-16,9 0-1 0,-4 2 0 0,3 0 0 15,1-4 1-15,24 4-74 0,-63 0-2203 0</inkml:trace>
  <inkml:trace contextRef="#ctx0" brushRef="#br0" timeOffset="29295.23">28168 16572 652 0,'0'0'0'0,"0"0"0"0,-10 2 0 15,4 0 196-15,0 0 0 0,-1 0 0 0,3 2 1 16,2 0-1-16,2 0 0 0,4 0 0 0,3 1 0 15,5 1-143-15,4-2 1 0,2 0 0 0,7 0 0 0,36-2-54 16,-61-2-1827-16</inkml:trace>
  <inkml:trace contextRef="#ctx0" brushRef="#br0" timeOffset="34812.33">28937 16053 540 0,'0'0'0'0,"0"0"0"15,0-8 0-15,0 2 148 0,2-3 1 0,0 1-1 16,0 0 1-16,4 2-1 0,1-2 1 0,1-1-1 15,0 1 1-15,4 0-66 0,2-2 0 0,3 2 0 16,1-1 0-16,2-1 0 0,5 2 0 0,1 2 0 16,7-2 0-16,1 1-30 0,3 3 1 0,-2 2-1 0,-1 2 1 15,-3 4-1-15,-5 2 1 0,-5 5-1 0,-7 5 1 16,-6 5-38-16,-8-1 1 0,-6 5-1 0,-6 1 1 16,-7 5-1-16,-7 2 0 0,-3 0 0 0,-9 2 1 15,-1-3-19-15,0 1 1 0,-3-4 0 0,7-8 0 16,0-3 0-16,11-2 0 0,2-5 0 0,9-7 0 15,7-6 1-15,6 0 1 0,4 0-1 0,4 0 1 0,3-3-1 16,1 1 1-16,4 2-1 0,7-4 1 0,5 4 1 16,9 0 0-16,3 0 0 0,9 2 1 15,2 4-1-15,2 0 0 0,-2 4 0 0,0 3 0 0,-4 3-2 16,-3 2 1-16,-1 5-1 0,-6 1 1 0,-5 5-1 16,-5-2 1-16,-7 3-1 0,-6 3 1 0,-8 2-1 0,-6-2 1 15,-6 4-1-15,-10-5 1 0,-6 1-1 0,-9 0 1 16,-8-4-1-16,-1-1 1 0,-7-3 0 0,-4-7 1 15,2-3 0-15,2-7 0 0,1-4-1 0,7-8 1 16,2-5 0-16,3-9 0 0,7-5 2 0,-1-8 1 16,7-3 0-16,5-8 0 0,26-29-5 0,-10 73-2253 0</inkml:trace>
  <inkml:trace contextRef="#ctx0" brushRef="#br0" timeOffset="35261.35">29955 16194 348 0,'0'0'0'0,"0"0"0"0,0 0 0 0,-10-4 219 16,6 4 1-16,2 0-1 0,-4 0 1 0,-3 0-1 15,-1 0 1-15,0 4-1 0,0 3 1 0,0 3-146 16,-1 4 0-16,-1 3 0 0,2 5 0 0,0-1 0 16,0 5 0-16,8 1 0 0,-2 2 0 0,6-3-24 0,4 1 0 15,8 0 0-15,6-7 1 0,7 3-1 0,5-7 0 16,3-3 0-16,8-3 1 0,8-8-21 0,2-6 1 15,6-4-1-15,0-9 1 0,2-3-1 0,-2-7 1 16,-2-4-1-16,-8-8 1 0,-7 2-35 0,3-18 1 16,-25 14 0-16,-9 0 0 0,-11 6-1 0,-13-4 1 15,-11 4 0-15,-9 8 0 0,-5-1 10 0,-9 7 1 16,-4 7-1-16,-6 6 1 0,0 4-1 0,2 2 1 0,-2 4-1 16,4 6 1-16,6-2-3 0,5 4 1 0,7 3-1 15,13-1 1-15,-1 4-1 0,11 3 0 0</inkml:trace>
  <inkml:trace contextRef="#ctx0" brushRef="#br0" timeOffset="36178.18">30714 16582 20 0,'0'0'0'0,"0"0"0"0,0 0 0 16,0 0 268-16,0 0 0 0,0 0 0 0,0 0 0 16,0 0-1-16,-6 8 1 0,4-6 0 0,-2 0 0 0,0 5-202 15,0-7 1-15,-2 2 0 0,-1 0 0 0,-1 0-1 16,0 0 1-16,-2-2 0 0,2 0 0 0,0-2-31 16,2 2 0-16,0 0 0 0,1-2 1 0,3 0-1 15,-2 0 0-15,4 2 0 0,0-5 0 0,2 3-18 0,0 0 0 16,0 0 0-16,3 0 1 0,1 0-1 0,0 0 0 15,0 0 0-15,2 2 1 0,0 0-20 0,-2 0 1 16,0 0-1-16,-2 2 1 0,0 0-1 0,-1-2 1 16,-1 2 0-16,0-2 0 0,0 2-1 0,-2-2 0 15,-2 2 0-15,2 0 1 0,-4 0-1 0,-1-2 1 16,1 5-1-16,0-5 1 0,-2 0 0 0,0 0 0 16,0 0 0-16,0 0 0 0,0 0 0 0,2 0 0 0,0-5 0 15,0 3 0-15,2 0 0 0,4 0 0 0,-2 2 0 16,2-2 0-16,2 2 0 0,2-2 0 0,-2 0 0 15,2 0 0-15,2 2 1 0,-2-2 1 0,2 2-1 16,-2 0 1-16,-1 0-1 0,-1 2 1 0,0-2-1 16,-2 2 1-16,0 0 1 0,0 0 0 0,-2 0 0 15,0-2 1-15,0 2-1 0,-2 0 0 0,0 0 0 16,-2 3 0-16,0-3 1 0,-3 0 0 0,-1 0 0 16,0-2 0-16,0 2-1 0,0 0 1 0,0-4 0 15,2 2 0-15,0-2-2 0,1 0 1 0,3 0 0 0,0 2 0 16,4-2-1-16,-2 2 1 0,2 0-1 0,-2-5 1 15,5 5 1-15,-1-2 0 0,2 2 0 0,0 0 0 16,0 2-1-16,0-2 1 0,0 5 0 0,0-5 0 16,-6 0-4-16,0 0-2433 0</inkml:trace>
  <inkml:trace contextRef="#ctx0" brushRef="#br0" timeOffset="37778.38">31044 16129 92 0,'0'0'0'16,"0"0"0"-16,-8-4 0 0,4 2 269 0,-3-2 0 0,1-3 0 15,0 1 1-15,-4 2-1 0,2-2 0 0,0 2 0 16,-2-2 0-16,4 0-202 0,1 1 1 0,1-5-1 16,0 2 1-16,6 0-1 0,0 0 1 0,2 1-1 15,5-1 1-15,1 0-24 0,2 2 1 0,2-4 0 16,0-1 0-16,7 3-1 0,-1 0 1 0,5 0-1 16,1 2 1-16,0 2-22 0,-1 4 0 0,1-5 0 15,1 10 1-15,1-5-1 0,-9 4 0 0,1 2 0 16,-6 2 1-16,-2 0-25 0,-3 2 1 0,-5 3 0 15,-2-1 0-15,-4 0-1 0,-2 5 1 0,-3-3 0 0,-3 3 0 16,-4 1 1-16,0-2 1 0,-2 5 0 0,-5-1 0 16,-1 3-1-16,-1-3 1 0,-1 5-1 0,2-4 1 15,-1 1 1-15,3-1 0 0,2 3 0 0,3-3 1 16,5 1-1-16,4-1 0 0,4 1 0 0,2 1 0 0,8 0 2 16,2-5 0-16,5 0 0 0,5-1 1 0,4 1-1 15,1-1 0-15,5-5 0 0,3-2 0 0,3-1 1 16,-1-5 0-16,2 2 0 0,1-10 0 0,1 2-1 15,0-7 1-15</inkml:trace>
  <inkml:trace contextRef="#ctx0" brushRef="#br0" timeOffset="38360.89">31956 16075 476 0,'0'0'0'0,"0"0"0"0,0 0 0 16,0 0 236-16,0 0 0 0,-9-8 0 0,7 6 0 16,-2-2-1-16,0 2 1 0,0-2 0 0,-2-2 0 15,-2 2-167-15,-2-2 0 0,2-1 0 0,-3 1 1 16,1 0-1-16,0 4 0 0,-2-2 0 0,0 2 0 16,-3 2-21-16,1-2 0 0,0 2 0 0,-2 2 0 15,-3 0 0-15,-1 2 0 0,0 4 0 0,-3 0 0 0,3 3-27 16,0 1 1-16,-1 2-1 0,-1 3 1 0,3-3-1 15,1 5 0-15,2 1 0 0,0 3 1 0,7-5-23 16,1 1 0-16,4-3 0 0,6 0 1 0,4 1-1 16,3-3 0-16,5 1 0 0,4-9 1 0,4 2 1 0,5-4 0 15,3 0 0-15,1-6 1 0,8 0-1 0,-1-4 0 16,1-2 0-16,-2 4 1 0,-3-9-1 0,-1 3 1 16,-1 2-1-16,-7-7 1 0,1 5-1 0,-5-4 1 15,-1 4-1-15,-6 1 1 0,-6-5-1 0,0 4 1 16,-3 2 0-16,-3-1 0 0,-2 5-1 0,-2 0 1 15,-3 2 0-15,3 0 0 0,0 4 1 0,-2 0 1 0,2 2 0 16,-2 4 0-16,0 3-1 0,2 5 1 0,-2-2 0 16,2 7 0-16,0 2-3 0,0 1 0 0,2 1 0 15,0 1 0-15,2-1-1 0,4 4 1 0,-2-9 0 16,2 3 0-16,2-1-1 0,1-5 1 0,-3-3-1 16,-2 5 1-16,-4-19-1 0,0 0-2655 0</inkml:trace>
  <inkml:trace contextRef="#ctx0" brushRef="#br0" timeOffset="39212.33">32035 16133 140 0,'0'0'0'16,"0"0"0"-16,-8 0 0 0,6 0 245 0,-2 0 1 0,2 0-1 15,-2 0 1-15,2-4-1 0,0 2 1 0,2 0-1 16,0 0 1-16,0 0-177 0,2 0 1 0,0 0 0 16,2-3 0-16,2-1-1 0,0 2 1 0,-2-2-1 15,2 0 1-15,-2-2-36 0,-2 1 1 0,2 1-1 16,-2 0 1-16,-4 0-1 0,-2 0 1 0,0 0-1 15,-2 0 1-15,-4 1-19 0,-2-1 1 0,-1 4 0 16,-3 0 0-16,0 0-1 0,0 2 1 0,-1 0-1 0,-1 2 1 16,-2 0-18-16,1 0 1 0,3-2-1 15,2 2 1-15,2-2-1 0,1 0 1 0,1 0-1 0,4 0 1 16,6 0 0-16,0 0-2300 0</inkml:trace>
  <inkml:trace contextRef="#ctx0" brushRef="#br0" timeOffset="39777.06">32407 16071 304 0,'0'0'0'0,"0"0"0"15,-8-4 0-15,4 2 198 0,-4 0 1 0,2 2 0 16,-2-2 0-16,-2 0-1 0,-1 2 1 0,1 0-1 16,2-2 1-16,-2 4-143 0,-2 0 1 0,0 2-1 15,1 0 1-15,1 5-1 0,4 1 1 0,0 0-1 16,2 2 1-16,6 5-12 0,2-1 0 0,4 1 0 15,6 1 1-15,5 0-1 0,3 7 0 0,5-4 0 16,5 1 1-16,1 1-26 0,-1 1 0 0,1 1 0 16,-3-2 0-16,-3-3 0 0,-5 3 0 0,-4-1 0 15,-3-1 0-15,-9-5-18 0,-4 5 0 0,-4-7 0 0,-8-2 0 16,-7-1 0-16,-1-1 0 0,-4 0 0 0,-7-8 0 16,-3 0-2-16,-1-4 1 0,-4 0 0 0,1-8 0 15,3-3-1-15,1-1 1 0,3-2 0 0,7-3 0 16,6 1 6-16,3-3 0 0,9-1 0 0,4 1 1 15,6 3-1-15,2-5 0 0,7 3 0 0,-1 1 1 0,4 1 4 16,3 1 0-16,1-1 0 0,2-3 0 0,9 1-1 16,0-1 1-16,1 5 0 0,-1-5 0 0,-3 5-3 15,-3-2 0-15,-5 3 0 0,-8 3 1 0,-6 4-1 16,-5-1 0-16,-8 3 0 0,-1 0 0 0,-4 2-6 0,-2 0 0 16,-2 2 0-16,-5-2 1 0,-3 2-1 0,0 4 0 15,-1-2 0-15,-3 4 1 0,1-2-3 0,1 0 1 16,2 0 0-16,5 2 0 0,7-2-1 0,2 2 1 15,4 2-1-15,4-3 1 0,0-3-2 0,0 0-2366 0</inkml:trace>
  <inkml:trace contextRef="#ctx0" brushRef="#br0" timeOffset="40043.11">32762 15918 724 0,'0'0'0'0,"0"0"0"0,0 0 0 16,0 0 156-16,0 0 1 0,10 0-1 0,-2 2 1 15,4-2-1-15,2 2 0 0,3-2 0 0,3 2 1 16,2-2-109-16,1 2 1 0,3-2-1 0,3 4 1 15,-1-2-1-15,-1 2 1 0,-5 0-1 0,-2 0 1 0,-5 0-21 16,-5 5 1-16</inkml:trace>
  <inkml:trace contextRef="#ctx0" brushRef="#br0" timeOffset="40395.11">32861 16004 504 0,'0'0'0'0,"0"0"0"0,0 0 0 0,-10-6 161 0,8 3 1 15,-2 3 0-15,0 0 0 0,0 3-1 0,2-1 1 16,-2 2 0-16,2 0 0 0,-2 2-96 0,2 2 0 16,-2 2 0-16,1 5 0 0,1 1-1 0,0 1 1 15,0 5 0-15,2-3 0 0,0 3-13 0,2 1 1 16,-2-3 0-16,2-1 0 0,-2-1-1 0,2-1 1 0,-2-5-1 16,3-2 1-16,-1-4-17 0,0-2 0 0,4-2 0 15,0-4 0-15,2 0 0 0,0 0 0 0,2-2 0 16,0-2 0-16,5 0-45 0,-1 2 0 0,0-4 0 15,0 1 1-15,1 3-1 0,-1 2 0 0,-2 2 0 16,-2 2 1-16,3 2 22 0,-1 3 0 0,0 3 0 16,2 2 0-16,0 5 0 0,3-3 0 0,1 6 0 15,2 3 0-15,1 0-3 0,-3-3 0 0,-2 7 0 0,-1-3 1 16,-5 1-1-16,-4 2 0 0,-6-5 0 0,-6 1 1 16,-8-5-3-16,-3 1 1 0,-3-3 0 0,-9-4 0 15,-1 1-1-15,-5-3 1 0,5-4-1 0,-3 0 1 16,3-6 2-16,1-4 0 0,7-2 0 0,3 0 0 15,19 6-13-15,0 0-2508 0</inkml:trace>
  <inkml:trace contextRef="#ctx0" brushRef="#br0" timeOffset="-190917.25">29241 16728 380 0,'-11'4'0'0,"-1"0"0"0,-6 0 0 0,-5 4 108 16,-1 0 0-16,-9 3 0 0,-3 3 1 0,-5 0-1 15,2-1 0-15,-3 3 0 0,1-2 1 0,8 1-76 16,5-3 1-16,6-2-1 0,7 1 1 0,9-5-1 16,4-4 0-16,8 2 0 0,4 0 1 0,5-2 29 15,5 0 1-15,4-2-1 0,3 2 1 0,14-4-1 16,10 0 0-16,8 0 0 0,18 0 1 0,14-4-8 0,19-2 1 15,15-3 0-15,62-3 0 0,-35 2-1 0,5-1 1 16,4 3-1-16,2 0 1 0,-7 2-80 0,-1 4 0 16,-4 0 0-16,-5 1 0 0,3 1 0 0,-3 2 0 15,-1 0 0-15,-1-2 1 0,1 2 59 0,-11 0 0 16,-8 2 0-16,-12 0 1 0,-10-2-1 0,-8-2 0 16,-13 2 0-16,-11-4 0 0,-9 0-25 0,-15 0 1 0,-11-2-1 15,-15 2 1-15,-13 0-1 0,-13 0 0 0,-15 0 0 16,-9 1 1-16,-3 1 10 0,-14-2 1 0,-3 2-1 15,-18 0 1-15,-13 0-1 0,-8 2 0 0,-5 0 0 16,-12 2 1-16,-14 2 0 0,-6 0 0 0,-4 1 0 16,0 1 0-16,-3 4-1 0,-1 0 1 0,0 0 0 15,-3 1 0-15,-1-1-6 0,0 2 1 0,3-1 0 16,7-1 0-16,10 2-1 0,12 0 1 0,15-1-1 16,7-3 1-16,13 2-3 0,8-2 1 0,8 1-1 0,13-1 1 15,11 0-1-15,15-2 1 0,8 0-1 0,16-4 1 16,12 0-9-16,11 0 0 0,14-4 0 0,12-2 0 15,18 0 0-15,19-2 0 0,22-4 0 0,30-1 0 16,29-5-3-16,17 4 1 0,3-5 0 0,9 5 0 0,-5-2-1 16,5 3 1-16,-1 5 0 0,3-2 0 15,-11 4-2-15,-5 2 1 0,-11 2 0 0,-6 2 0 0,-10 2-1 16,-17-2 1-16,-16 4 0 0,-11 0 0 0,-16 1-3 16,-17-1 1-16,-23 0 0 0,-22 0 0 0,-25 0-1 15,-16-2 1-15,-16 0 0 0,-11-2 0 0,-17 0 1 16,-15-2 0-16,-12-2 0 0,-21-2 0 0,-26-2-1 15,-10 0 1-15,-2-2 0 0,-23 0 0 0,-26 1 0 0,-12-1 0 16,-1 2 0-16,-13 0 0 0,-5 4 0 0,-8 0 0 16,-3 0 0-16,5 2 0 0,4 4-3 0,15 0 0 15,14 0 0-15,14 4 1 0,20 3-1 0,13 3 0 16,16 0 0-16,12 1 0 0,15-3-1 0,15-4 1 16,17-2 0-16,19 0 0 0,19-6-1 0,21-4 1 15,19 0 0-15,13-4 0 0,19 0-4 0,12 2 0 0,23-9 0 16,25 3 1-16,26-2-1 0,13 1 0 0,5 1 0 15,12 4 1-15,6 2-2 0,6 4 0 0,6 0 0 16,3 2 1-16,-11 0-1 0,-4 2 1 0,-13 8-1 16,-17 4 1-16,-25 3-1 0,-29 1 0 0,-25-1 0 15,-30-1 0-15,-30-2 0 0,-30-3 0 0</inkml:trace>
</inkml:ink>
</file>

<file path=ppt/ink/ink3.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0-25T16:51:17.230"/>
    </inkml:context>
    <inkml:brush xml:id="br0">
      <inkml:brushProperty name="width" value="0.05292" units="cm"/>
      <inkml:brushProperty name="height" value="0.05292" units="cm"/>
    </inkml:brush>
  </inkml:definitions>
  <inkml:trace contextRef="#ctx0" brushRef="#br0">11717 4977 212 0,'0'0'0'0,"0"0"0"16,0 0 0-16,0 0 80 0,0 0 1 0,0-8 0 0,4 6 0 15,-4-2-1-15,4 0 1 0,-4 4-1 0,4-4 1 16,0 4 23-16,-4 0 0 0,4 0 0 0,-2 0 0 16,0 6-1-16,0 2 1 0,0 4 0 0,1-1 0 15,-3 5-35-15,0 7 1 0,0-1-1 0,0 3 1 16,-3 4-1-16,-1 1 0 0,0-1 0 0,0-2 1 0,0-1-21 15,0-3 0-15,4-9 0 0,-4 3 1 0,4-5-1 16,0-2 0-16,0-6 0 0,0-4 0 0,0-4-56 16,4-4 1-16,0-2 0 0,0-3 0 0,6-5-1 15,3-5 1-15,3-7 0 0,2-5 0 0,7-4 29 0,-3-2 0 16,2-2 0-16,3-2 1 0,-1 10-1 0,1 0 0 16,-3 8 0-16,-1 5 1 0,1 1-10 0,-2 11 1 15,-5 2 0-15,1 8 0 0,-4 4-1 0,-1 4 1 16,-1 6 0-16,0-1 0 0,-4 5-4 0,2 1 1 15,-6 5-1-15,0 5 1 0,-4 4-1 0,0 8 1 16,-8 2-1-16,0 2 1 0,-2 0 1 0,-2 2 1 0,4-4 0 16,-5-2 0-16,13-41-14 0,0 0-2278 0</inkml:trace>
  <inkml:trace contextRef="#ctx0" brushRef="#br0" timeOffset="267.19">12529 4947 120 0,'0'0'0'0,"0"0"0"0,0 0 0 16,0 0 252-16,0 0 1 0,-10 0-1 0,10 0 1 15,0 0-1-15,0-5 0 0,0 3 0 0,6 0 1 0,-2-2-187 16,4 2 0-16,4-6 0 0,3 4 1 0,1 0-1 16,6-2 0-16,-1 0 0 0,1 3 1 0,2-1-35 15,3 0 1-15</inkml:trace>
  <inkml:trace contextRef="#ctx0" brushRef="#br0" timeOffset="435.47">12533 5172 564 0,'0'0'0'16,"0"0"0"-16,-12 0 0 0,4 0 188 0,-2 0 0 15,6 4 0-15,-5-4 1 0,1 0-1 0,4 0 0 0,2 0 0 16,4 0 0-16,6 0-131 0,0 0 0 0,5 0 0 16,5 0 0-16,6-4-1 0,7 2 1 0</inkml:trace>
  <inkml:trace contextRef="#ctx0" brushRef="#br0" timeOffset="921.62">13058 4936 348 0,'0'0'0'0,"0"0"0"0,0 0 0 0,0 0 202 0,-4-8 0 15,4 0 0-15,0 4 0 0,0-4-1 16,2 1 1-16,0-1 0 0,2-4 0 0,4 2-141 0,1 1 1 15,-1-5-1-15,6 2 1 0,2 4-1 0,1-5 0 16,1 7 0-16,2-2 1 0,3 4-15 0,-1 4 0 16,-2 4 0-16,3 0 1 0,-7 4-1 0,-2 0 0 15,-2 7 0-15,-3-1 1 0,-5 7-23 0,-4-3 1 16,0 5-1-16,-4 3 1 0,-5 3-1 0,-3 0 0 0,-2 0 0 16,-2-1 1-16,-3-3-28 0,3 2 1 0,-6-9 0 15,5-2 0-15,-3-1-1 0,6-7 1 0,-2-4 0 16,3-4 0-16,3 0 5 0,6-4 1 0,0-4 0 15,8-5 0-15,0 3-1 0,4-2 1 0,5-2 0 16,1 1 0-16,2 1 0 0,6 6 0 0,3-2 0 16,3 3 0-16,5 1 0 0,-3 8 0 0,9 1 0 15,0 7 0-15,-1-4 2 0,5 11 0 0,0-5 0 16,0 4 1-16,-3-1-1 0,3-5 0 0,-2-2 0 0,-5 3 1 16,1-9 0-16,-2 0 0 0</inkml:trace>
  <inkml:trace contextRef="#ctx0" brushRef="#br0" timeOffset="1701.48">14953 4801 388 0,'0'0'0'0,"0"0"0"15,0 0 0-15,0-8 208 0,4 4 1 0,0-3-1 16,0 3 1-16,0-4-1 0,-2 2 1 0,2 2-1 16,3 0 1-16,-1 4-150 0,-2 0 1 0,0 4 0 15,0 6 0-15,-4 7-1 0,0 1 1 0,0 9-1 16,-8 12 1-16,0 10-17 0,-3 12 1 0,-1 5 0 16,0 6 0-16,2 4-1 0,-2 10 1 0,3-14-1 0,5-11 1 15,4-14-21-15,0-10 0 0,0-10 0 0,4-11 1 16,1-7-1-16,3-11 0 0</inkml:trace>
  <inkml:trace contextRef="#ctx0" brushRef="#br0" timeOffset="1983.35">14965 4981 588 0,'0'0'0'0,"0"0"0"0,0 0 0 0,-4 9 191 0,0-3 0 15,4 2 0-15,-4-4 0 0,4 4-1 0,4 1 1 16,0 1 0-16,4-6 0 0,0 4-124 0,7-4 0 16,3 2 0-16,2 3 1 0,3-5-1 0,5 0 0 15,3-4 0-15,-3 0 0 0,3-4-19 0,1-5 1 16,1-3 0-16,-3-2 0 0,-7-5-1 0,1-3 1 16,-7 1 0-16,-3-10 0 0,-6 1-23 0,-6-1 1 15,-4-4 0-15,-2 2 0 0,-8 2-1 0,-1 5 1 0,-5-1 0 16,-2 3 0-16,-3 5-29 0,1 5 1 0,-9 6-1 15,1-1 1-15,1 9-1 0,-1 4 1 0,-1 5-1 16,1 1 1-16,30-10 1 0,0 0-2433 0</inkml:trace>
  <inkml:trace contextRef="#ctx0" brushRef="#br0" timeOffset="2719.36">15708 4782 600 0,'0'0'0'16,"0"0"0"-16,0 0 0 0,0 0 157 0,0 0 0 15,10 0 0-15,-2 0 1 0,1-4-1 0,1 4 0 0,6-4 0 16,0 4 0-16,1-4-108 0,5 0 1 0</inkml:trace>
  <inkml:trace contextRef="#ctx0" brushRef="#br0" timeOffset="2868.91">15726 4932 712 0,'0'0'0'0,"0"0"0"0,0 0 0 16,-10 2 146-16,6 0 0 0,2-2 0 0,2 0 0 15,0 0 0-15,2 0 0 0,2 2 0 0,6-2 0 16,3 0-97-16,1 0 0 0,6 0 0 0,3-2 0 16,40-6-49-16,-63 8-1557 0</inkml:trace>
  <inkml:trace contextRef="#ctx0" brushRef="#br0" timeOffset="8981.84">16626 4739 572 0,'0'0'0'16,"0"0"0"-16,-6-4 0 0,-2 0 168 0,-2 2 0 16,1-2 0-16,-3-4 0 0,0 4 0 0,-4-4 0 15,1 1 0-15,-3 3 0 0,2 0-86 0,0 4 0 0,-1 4 0 16,7 5 1-16,-6 5-1 0,4-2 0 0,1 7 0 15,3 3 0-15,0 9-16 0,4 0 0 0,4 8 0 16,4 0 0-16,4 6-1 0,9-2 1 0,-1 2 0 16,6-10 0-16,9 0-14 0,3-7 0 0,5-7 0 15,4-11 0-15,4-2-1 0,-3-12 1 0,1-6 0 16,4-15 0-16,-6-5-66 0,-5-3 0 0,5-20 0 16,-8 5 1-16,-9-1-1 0,-9 0 0 0,-7 2 0 15,-8 2 1-15,-8-3 38 0,-5 7 0 0,-11 7 0 16,-4 3 0-16,-3 0-1 0,-5 8 1 0,3 7 0 0,-8 6 0 15,1 6-14-15,-5 4 0 0,4 4 0 0,-3 6 0 16,-1 6-1-16,8-1 1 0</inkml:trace>
  <inkml:trace contextRef="#ctx0" brushRef="#br0" timeOffset="9200.23">17259 4990 756 0,'0'0'0'16,"0"0"0"-16,0 0 0 0,0 0 218 0,0 0 1 15,0 0-1-15,0 0 1 0,-8 0-1 0,8 0 1 16,0 2-1-16,2 2 1 0,-2-4-219 0,0 0-1878 0</inkml:trace>
  <inkml:trace contextRef="#ctx0" brushRef="#br0" timeOffset="9564.21">17695 4536 780 0,'0'0'0'0,"0"0"0"0,0 0 0 0,0 0 192 16,-9-8 0-16,9 2 0 0,0 2 0 0,4-4 0 15,1 0 0-15,-1 1 0 0,4-5 0 0,4 4-120 16,6 0 0-16,-1 1 0 0,5-1 1 0,-2 4-1 16,9-4 0-16,3 6 0 0,3-2 1 0,4 4-22 0,-1 0 0 15,3 0 0-15,0 0 0 0,-3 0 0 0,1 0 0 16,-2 0 0-16,-5 0 0 0,-1 0-26 0,-7-4 0 16,-1 4 0-16,-9-4 1 0,-4 4-1 0,-4 0 0 15</inkml:trace>
  <inkml:trace contextRef="#ctx0" brushRef="#br0" timeOffset="9999.44">17798 4510 688 0,'0'0'0'0,"0"0"0"16,0 0 0-16,0 0 199 0,0 0 0 0,0 0 0 0,0 0 0 16,4 8 0-16,0 0 0 0,1-2 0 0,-1 7 0 15,2-5-129-15,0 6 0 0,0 3 0 0,2 1 0 16,0 5 0-16,0-7 0 0,-2 7 0 0,1-1 0 16,-1-3-25-16,-2 1 1 0,0-1-1 0,0-5 1 0,-4 2-1 15,4-3 1-15,-4-5-1 0,0-2 1 0,2 2-15 16,2-4 0-16,2-4 0 0,0 0 1 15,6 0-1-15,-3-4 0 0,5 0 0 0,2 0 0 0,2-4-37 16,7 2 0-16,-5 1 0 0,5 1 0 0,-1 0 0 0,5 0 0 16,-1 4 0-16,5 0 1 0,-7 4 13 0,3 4 1 15,-1 1-1-15,1 5 1 0,1-4-1 0,-8 7 0 16,3 1 0-16,-3 3 1 0,-1 5-1 0,-9-3 1 16,2 8 0-16,-6-5 0 0,-4 1-1 0,-4 4 1 15,-8-5-1-15,-2-3 1 0,-4 2-3 0,-5 1 1 16,-5-7 0-16,-2-5 0 0,-1-2-1 0,-3 1 1 15,-3-9-1-15,0-4 1 0,3-4-2 0,1-5 1 16,-1-3 0-16,3 2 0 0,7-6-1 0,2 1 1 0</inkml:trace>
  <inkml:trace contextRef="#ctx0" brushRef="#br0" timeOffset="10449.74">18665 4805 672 0,'0'0'0'0,"0"0"0"0,0 0 0 0,0 0 221 0,-4-10 1 16,4 6 0-16,0 0 0 0,0-1-1 15,0 1 1-15,4-4-1 0,2 2 1 0,5-2-155 0,3 0 0 16,-2-1 0-16,6 1 0 0,-1 2-1 0,5 2 1 16,2-4 0-16,3 2 0 0,-1 4-23 0,-3 2 0 15,1 2 0-15,1 4 1 0,-1 2-1 0,-4 0 0 16,-5 7 0-16,-5 1 0 0,-2 2-24 0,-2 5 1 15,-6 0 0-15,-6 5 0 0,-2 5-1 0,0-2 1 16,-5 0-1-16,-1 3 1 0,0-3-20 0,0 4 0 0,-1-4 0 16,3-2 1-16,0-1-1 0,2-5 0 0,4-5 0 15,4-1 1-15,2-3-2 0,4-2 0 0,2-5 0 16,6-1 1-16,-2 0-1 0,5 2 0 0,3-4 0 16,-4 0 0-16,6 0 0 0,-1 2 0 0,1-1 0 15,1-1 1-15,1-4-1 0,0 0 0 0,1 0 0 16,1 0 0-16,-24 0 0 0,0 0-2633 0</inkml:trace>
  <inkml:trace contextRef="#ctx0" brushRef="#br0" timeOffset="11431.33">19398 4518 492 0,'0'0'0'0,"0"0"0"0,0 0 0 0,0 0 234 16,0 0 0-16,0 0 0 0,0 0 0 0,12-8-1 15,0 4 1-15,1 4 0 0,1-2 0 0,6-3-164 16,1 3 1-16,1 0 0 0,4-2 0 0,3 0-1 16,1 0 1-16,1 4-1 0,0-4 1 0,-5 4-42 0,0-4 0 15</inkml:trace>
  <inkml:trace contextRef="#ctx0" brushRef="#br0" timeOffset="11815.26">19384 4504 500 0,'0'0'0'0,"0"0"0"16,0 0 0-16,0 0 190 0,0 0 0 0,-6 0 0 15,6 0 1-15,0 0-1 0,0 0 0 0,0 2 0 16,0 6 1-16,0 0-139 0,2 2 1 0,2 7 0 15,0 5 0-15,0 5-1 0,0 4 1 0,-2 4-1 16,2 6 1-16,0-2-7 0,0 4 0 0,-2-9 0 16,0 3 1-16,-2-2-1 0,0-4 0 0,0-8 0 15,0-3 0-15,-2-1-16 0,2-13 1 0,0-2-1 0,0-4 1 16,2-4-1-16,2-2 0 0,0-7 0 0,5 1 1 16,-1-2-38-16,4-1 0 0,2-1 0 0,5 1 1 15,1-1-1-15,-4 2 0 0,11 1 0 0,-5 1 1 16,2 6 16-16,3 2 0 0,-1 4 0 0,3 4 1 15,1 0-1-15,1 6 0 0,-1 3 0 0,-1 1 1 0,1 6-2 16,1-1 0-16,-5 8 0 0,-1-1 0 0,-7-1-1 16,-2 8 1-16,-5-3 0 0,-3 1 0 0,-8 4-1 15,-6 0 0-15,-5-4 0 0,-3 4 1 0,-8-5-1 16,-3 1 0-16,-9-4 0 0,-1-5 1 0,-3-3 0 16,-5-7 0-16,0-6 0 0,-2-4 0 0,3-2-1 0,-1-6 1 15</inkml:trace>
  <inkml:trace contextRef="#ctx0" brushRef="#br0" timeOffset="12065.41">20365 4561 632 0,'0'0'0'0,"0"0"0"16,0 0 0-16,10 10 194 0,-4-6 1 0,2 5-1 15,2 5 1-15,1-2-1 0,-1 7 0 0,2 3 0 0,-2 13 1 16,2 4-124-16,1 2 1 0,-3 8 0 0,-4 7 0 16,-2 1-1-16,-2 1 1 0,-2-1 0 0,0-4 0 15,0 9-72-15,0-62-2071 0</inkml:trace>
  <inkml:trace contextRef="#ctx0" brushRef="#br0" timeOffset="12731.24">21429 4594 540 0,'0'0'0'0,"0"0"0"0,0 0 0 15,0 0 197-15,0 0 0 0,0 0 0 0,0 0 0 16,0 0-1-16,0 0 1 0,0 0 0 0,-12-8 0 15,4 8-126-15,-2 0 1 0,-3 0-1 0,-3 0 1 0,2 0-1 16,-6 0 0-16,1 0 0 0,-5 0 1 0,1 0-18 16,-3 0 0-16,2 2 0 0,-7 0 1 0,1 2-1 15,-5 0 0-15,0 4 0 0,-3-2 1 0,1 7-21 16,0-1 0-16,7-2 0 0,-1 7 1 0,3-3-1 16,3 2 0-16,7 3 0 0,6-7 0 0,6 2-40 0,2 3 1 15,4-3 0-15,2-2 0 0,4-1 0 0,4 1 0 16,6-8 0-16,1 0 0 0,5-2 15 0,4-2 1 15,7-2-1-15,2 2 1 0,7-8-1 0,3-4 1 16,-2 1-1-16,4-1 1 0,-5-6 6 0,-1 1 1 16,0 3 0-16,-5-2 0 0,-3 1-1 0,-7-1 1 15,-3 6-1-15,-7-3 1 0,-6 7-1 0,-6 2 1 16,-4 4-1-16,0 4 1 0,-4 2-1 0,2 7 1 0,-6 5-1 16,2 0 1-16,-2 7-4 0,-4 8 1 0,-1 4 0 15,1 4 0-15,0 0-1 0,6 2 1 0,-2-2-1 16,-2-4 1-16,4 0-7 0,1-6 0 0,3-9 0 15,0 1 0-15,2-7-1 0,0-4 1 0,0-1 0 16,2-7 0-16,-2-4-8 0,0 0-2923 0</inkml:trace>
  <inkml:trace contextRef="#ctx0" brushRef="#br0" timeOffset="16392.02">8184 8483 16 0,'0'0'0'0,"0"0"0"0,0 0 0 0,0 0 16 15,0 0 0-15,0 0 0 0,0 0 0 0,0 0-20 16,0 0 0-16,0 0 0 0,0 0 0 0,0 0-8 16,0 0 0-16,0 0 0 0,0 0 0 0,0 0 8 0,0 0 0 15,0 0 0-15,0 0 1 0,0 0 3 0</inkml:trace>
  <inkml:trace contextRef="#ctx0" brushRef="#br0" timeOffset="26341.71">8373 8335 308 0,'0'0'0'0,"0"0"0"0,0 0 0 16,-4-8 121-16,4 4 1 0,0-5 0 0,-4 3 0 16,0 2-1-16,2 0 1 0,-2 0-1 0,0 0 1 15,4 4-26-15,-4 4 0 0,0 0 0 0,4 8 0 16,-5 7 0-16,5 3 0 0,-4 17 0 0,4 11 0 0,0 19-16 16,0 15 0-16,0 11 0 0,0 24 1 0,9-4-1 15,-5-11 0-15,6-7 0 0,2-13 1 0,4-19-34 16,3-9 1-16,1-9-1 0,2-12 1 0,-22-35-48 15,0 0-2161-15</inkml:trace>
  <inkml:trace contextRef="#ctx0" brushRef="#br0" timeOffset="27141.19">8743 8357 264 0,'0'0'0'0,"0"0"0"16,0 0 0-16,-10-4 227 0,6 4 0 0,0-4 0 16,0 2 1-16,0 0-1 0,0 0 0 0,0-2 0 15,0 2 0-15,0 0-155 0,2-2 0 0,2 0 0 16,0-5 0-16,0 5-1 0,2-2 1 0,2 2 0 0,4 0 0 15,0-4-23-15,0 2 1 0,2 0-1 0,3-1 1 16,-1 3-1-16,2 0 1 0,2 4-1 0,-3 0 1 16,-1 0-23-16,2 0 0 0,-2 8 0 0,-4-4 1 15,3 3-1-15,-7 5 0 0,4-4 0 0,-4 2 0 16,-4 3-28-16,0-1 0 0,0 6 0 0,-4-3 0 16,-4 5 0-16,4-1 0 0,-9-3 0 0,3 3 0 15,2 1 5-15,-4 1 1 0,2 3 0 0,1-5 0 16,1 3-1-16,4-1 1 0,0 1 0 0,4-7 0 0,4 3 1 15,0-1 1-15,4-5-1 0,7-4 1 0,1-2-1 16,2-2 0-16,3 0 0 0,1-4 1 0,2-4 0 0,-1 4 1 16,1-8-1-16,3 2 1 0,16-6-8 15,-43 12-2535-15</inkml:trace>
  <inkml:trace contextRef="#ctx0" brushRef="#br0" timeOffset="27808.94">8815 9010 84 0,'0'0'0'15,"0"0"0"-15,0 0 0 0,-8-2 310 0,3 0 0 16,1 2 0-16,0 0 0 0,4-5-1 0,-8 5 1 16,2-4 0-16,2 4 0 0,0-4-237 0,4 0 0 0,-4 2 0 15,4 0 0-15,4-2 0 0,-2 0 0 0,4 2 0 16,4-2 0-16,2-4-37 0,1 3 1 0,5 3-1 16,0-2 1-16,3 0-1 0,-3 4 0 0,2-4 0 15,-3 4 1-15,1 0-25 0,-2 0 1 0,-4 4 0 16,3-4 0-16,-7 4-1 0,-4 0 1 0,0 0-1 15,-2 3 1-15,-2 1-8 0,0-2 1 0,-2 6 0 0,-6-4 0 16,4 5-1-16,-4 1 1 0,-3-2 0 16,3 3 0-16,-4-1-11 0,4 7 1 0,0-5-1 0,2 3 1 15,2-5-1-15,4 2 1 0,0 3-1 0,0-7 1 16,4 2 3-16,2-5 1 0,2 1-1 0,4-2 1 16,-2 0-1-16,7-4 1 0,-5 3 0 0,4-1 0 15,2-4 0-15,-1 2 0 0</inkml:trace>
  <inkml:trace contextRef="#ctx0" brushRef="#br0" timeOffset="28393.42">9203 8222 572 0,'0'0'0'0,"0"0"0"0,0 0 0 0,0 0 224 0,0 0 0 15,9 2 0-15,-5 2 0 0,4 2-1 0,-4 7 1 16,6-1 0-16,2 6 0 0,0 5-146 0,5 8 0 15,1 0 0-15,2 10 0 0,-1 6 0 0,-1 6 0 16,2 9 0-16,-7 3 0 0,-3 11-29 0,-6 4 1 16,-4 17 0-16,-6-13 0 0,-2-4-1 0,-1-5 1 15,-3-9 0-15,-2-6 0 0,2-9-36 0,4-12 0 0</inkml:trace>
  <inkml:trace contextRef="#ctx0" brushRef="#br0" timeOffset="33175.24">9804 8454 324 0,'0'0'0'0,"0"0"0"15,0 0 0-15,0 0 159 0,-8 2 1 0,4 0-1 16,0 0 1-16,-3 2-1 0,1 0 0 0,0 0 0 15,2 0 1-15,0 3-66 0,0-1 0 0,0 4 0 16,0 2 1-16,0-4-1 0,2 11 0 0,2-1 0 0,0 3 1 16,0 6-23-16,2 7 0 0,2 7 0 0,0 3 0 15,0 5-1-15,8 0 1 0,-2-2 0 0,7-2 0 16,-1-2-36-16,2-6 0 0,5-6 0 0,1-6 0 16,19-9-36-16,-43-16-2304 0</inkml:trace>
  <inkml:trace contextRef="#ctx0" brushRef="#br0" timeOffset="33792.51">10105 8733 604 0,'0'0'0'0,"0"0"0"0,0 0 0 0,-8 8 202 16,4-2 0-16,-2 2 0 0,2 5 1 0,-4-3-1 15,3 2 0-15,1 7 0 0,0 1 0 0,0-1-125 0,4-1 0 16,0 3 0-16,4-3 1 0,0 3-1 0,9-3 0 16,-3-4 0-16,6 3 1 0,0-7-25 0,7-2 1 15,-1 0 0-15,3-8 0 0,1 0-1 0,-2-4 1 16,-1 0 0-16,3-8 0 0,-5 2-27 0,-3-5 1 15,-2-1-1-15,-4-7 1 0,-5 1-1 0,-3-1 1 16,-4 3-1-16,-7-7 1 0,-1 5-28 0,-4-3 1 16,0 0-1-16,-4 1 1 0,1 5-1 0,-5 1 1 0,2 5-1 15,-1-1 1-15,-1 8 2 0,-2 4 1 0,1 4-1 16,3 4 1-16,-2 4-1 0,1 1 0 0</inkml:trace>
  <inkml:trace contextRef="#ctx0" brushRef="#br0" timeOffset="33993.04">10488 9012 716 0,'0'0'0'0,"0"0"0"0,0 0 0 0,0 0 192 15,0 0 1-15,0 0 0 0,0 0 0 0,0 0-1 16,0 0 1-16,0 0-1 0,0 0 1 0,0 0-193 16,0 0-1693-16</inkml:trace>
  <inkml:trace contextRef="#ctx0" brushRef="#br0" timeOffset="35807.28">10860 8636 140 0,'0'0'0'0,"0"0"0"0,0 0 0 0,0 0 225 16,0 0 0-16,0 0 0 0,0 0 0 0,0 0-1 16,0 0 1-16,0 0 0 0,0 0 0 0,0 0-173 0,0 0 0 15,0-10 0-15,2 6 0 0,2 0 0 16,-4-4 0-16,4 2 0 0,-4 1 0 0,0 1-18 15,0 0 1-15,0 0 0 0,0-2 0 0,-4 4-1 0,0 0 1 16,0 2-1-16,0 0 1 0,-2 0-18 0,2 0 1 16,-4 2-1-16,0 0 1 0,-3 4-1 0,3 2 1 15,0-4-1-15,0 3 1 0,4 5-18 0,-4-4 0 16,6 0 0-16,0 3 0 0,2 1 0 0,0-4 0 16,2 2 0-16,4-1 0 0,2-3 0 0,0 2 0 0,4 0 0 15,-2 0 0-15,3 3 0 0,3 1 0 0,-2-4 0 16,3 4 0-16,-1 3 0 0,-2-5 0 0,-2 6 0 15,3 1 0-15,-3-1 0 0,0 5 0 0,-6-5 0 16,2-1 0-16,0 1 5 0,-8 2 1 0,0-5 0 16,-4 1 0-16,-2-2-1 0,-2-1 1 0,0-7 0 15,-4 2 0-15,-5-2 1 0,3-4 0 0,-4 0 0 16,-3-2 1-16,-1 0-1 0,2 0 0 0,-3-6 0 0,3 1 0 16,2 3 4-16,-3 0 0 0,3 0 0 0,2 0 0 15,16 4-11-15,0 0-2190 0</inkml:trace>
  <inkml:trace contextRef="#ctx0" brushRef="#br0" timeOffset="37191.24">11076 8663 552 0,'0'0'0'0,"0"0"0"0,0 0 0 15,0 0 173-15,0 0 1 0,0 0-1 0,0 0 1 16,0 0-1-16,0 0 0 0,0 0 0 0,0 0 1 16,8-6-94-16,-4 6 0 0,2-4 0 0,2 0 0 15,-4 0-1-15,5-1 1 0,-3 3 0 0,2 0 0 0,4 2-25 16,-4-2 1-16,2 2-1 0,0 0 1 0,1 0-1 16,-3 0 0-16,2 2 0 0,-2 2 1 0,0 1-21 15,0-1 0-15,-4 0 0 0,1 2 0 0,-1 0-1 16,-4 0 1-16,0 2 0 0,0 1 0 0,-4-1-40 15,-5 6 1-15,5-4 0 0,-6 3 0 0,2 1 0 16,0 3 0-16,0-3 0 0,0 2 0 0,-1-1 14 0,3 1 1 16,2-2 0-16,0 3 0 0,0-5-1 0,4 3 1 15,0-3-1-15,4 2 1 0,0-4-2 0,0 3 0 16,2-1 0-16,3-6 0 0,-1 0-1 0,4-2 1 16,0 3 0-16,2-3 0 0,1 0-1 0,1-4 0 15</inkml:trace>
  <inkml:trace contextRef="#ctx0" brushRef="#br0" timeOffset="39207.99">11463 9055 192 0,'0'0'0'0,"0"0"0"0,0 0 0 0,0 0 211 0,0 0 0 15,0 0 0-15,-9 0 0 0,9 0 0 0,-4 0 0 16,4 0 0-16,-4 0 0 0,4 0-140 0,-4 0 0 15,2 0 0-15,2 0 0 0,0 4 0 0,2-4 0 16,2 0 0-16,0 4 0 0,0-4-24 0,0 0 0 16,5 2 0-16,-1-2 0 0,2 0-1 0,2 0 1 0,0 0 0 15,3-2 0-15,1-2-23 0,-4 0 1 0,2-4-1 16,-1 3 1-16,-1-3-1 0,2 2 1 0,-6-4-1 16,0 2 1-16,-2-1-26 0,-2 1 0 0,-1 0 0 15,-3 2 0-15,0 2 0 0,-3 0 0 0,1 0 0 16,-2-3 0-16,0 5 1 0,0 0 0 0</inkml:trace>
  <inkml:trace contextRef="#ctx0" brushRef="#br0" timeOffset="40158.37">11617 8595 248 0,'0'0'0'0,"0"0"0"15,0 0 0-15,0 0 192 0,0 0 1 0,0 0-1 16,0 0 1-16,0 0-1 0,-4-8 0 0,4 8 0 15,0-4 1-15,-4 2-144 0,0 0 0 0,0 2 0 16,-4 0 1-16,2 0-1 0,2 0 0 0,-4 2 0 16,-1 0 1-16,-3 2-18 0,2 0 0 0,2 4 0 15,0-3 1-15,-2-1-1 0,3 2 0 0,3 2 0 0,2-2 1 16,2 2-13-16,0 1 1 0,2 3 0 0,4-4 0 16,1 6-1-16,1-3 1 0,4 1-1 0,0 0 1 15,2 3-25-15,-1 1 1 0,-1 3-1 16,2-3 1-16,2 2-1 0,-3-1 1 0,1-1 0 0,-6 5 0 15,0-7 7-15,-2-2 0 0,-2 5 0 0,0-3 1 0,-4-2-1 16,-6 3 0-16,2-7 0 0,-2 0 0 0,0-2 2 16,-6 3 1-16,2-5-1 0,-3-4 1 0,1 0-1 15,0 0 0-15,0 0 0 0,2-4 1 0,-3 4-1 16,1-4 0-16</inkml:trace>
  <inkml:trace contextRef="#ctx0" brushRef="#br0" timeOffset="40558.24">11927 8587 460 0,'0'0'0'0,"0"0"0"0,0 0 0 0,0 0 168 16,0 0 1-16,2 8 0 0,0-1 0 0,2 1-1 15,0 8 1-15,2-2 0 0,-2 7 0 0,0 4-111 16,4-1 1-16,-4 7 0 0,0 4 0 0,2-2-1 16,-1 2 1-16,-1-5 0 0,0 1 0 0,4 12-59 0,-8-43-1710 15</inkml:trace>
  <inkml:trace contextRef="#ctx0" brushRef="#br0" timeOffset="40943.21">12511 8610 252 0,'0'0'0'0,"0"0"0"15,0 0 0-15,0 0 193 0,-8-6 0 0,4 6 0 16,-1-5 1-16,1 1-1 0,-6 0 0 0,2 4 0 15,0-4 1-15,-4 0-137 0,-3 2 0 0,3 0 0 16,-4 2 0-16,-2 0 0 0,1 2 0 0,-1 4 0 16,2-2 0-16,-5 4-19 0,3-1 1 0,0 5-1 15,1 0 1-15,-1 7-1 0,6-5 1 0,-4 2-1 16,3-1 1-16,3 1-15 0,6 1 0 0,-4-3 0 0,8 0 1 16,0-1-1-16,0-3 0 0,8-4 0 0,-2 0 0 15,7-2-28-15,-1-4 1 0,2-4-1 0,6 0 1 16,-3-2-1-16,5 0 1 0,-4-4 0 0,7-3 0 15,-7 3 9-15,2-4 0 0,-3 1 0 0,1 5 0 16,-2-4-1-16,-6 8 1 0,3-2 0 0,-1 1 0 16,-8 5 5-16,2 0 0 0,0 0 0 0,0 5 0 0,-6 1 0 15,4 0 0-15,-4 8 0 0,0-4 0 0,0 7 0 16,0 1 1-16,0 3-1 0,0-3 1 0,0 3-1 16,0-1 1-16,0 1-1 0,0-5 1 0,4 1-1 0,-4-5 0 15</inkml:trace>
  <inkml:trace contextRef="#ctx0" brushRef="#br0" timeOffset="41178.85">12580 8472 496 0,'0'0'0'0,"0"0"0"16,0 0 0-16,0 0 204 0,0 0 0 0,4 9 0 15,0-5 0-15,2 2 0 0,6 2 0 0,1 4 0 16,-3-4 0-16,6 11-152 0,0 4 1 0,7 3-1 16,-5 5 1-16,2 8-1 0,-1 2 1 0,-3 2-1 15,-4 0 1-15,-6 2-19 0,-4-4 0 0,-4 2 0 16,-4-4 1-16,-2-6-1 0,-8-2 0 0,-3-5 0 0,-3-5 0 16,22-21-34-16,0 0-2116 0</inkml:trace>
  <inkml:trace contextRef="#ctx0" brushRef="#br0" timeOffset="42007.25">12828 8208 360 0,'0'0'0'0,"0"0"0"0,0 0 0 0,0 0 194 0,0 0 1 16,0 0-1-16,0 0 1 0,0-8-1 0,2 3 1 16,2 1-1-16,-4 2 1 0,4-2-132 0,0-4 0 15,1 2 0-15,-1 2 1 0,2 0-1 0,0 4 0 16,4-5 0-16,-2 1 0 0,0 0-22 0,0 0 0 16,7 2 0-16,-7 2 0 0,4 0 0 0,-2 0 0 15,2 0 0-15,-3 2 0 0,-3 2-19 0,0 4 1 0,0-3 0 16,-2 1 0-16,-4 6-1 0,0-2 1 0,-6 3 0 15,0 3 0-15,0-2-24 0,-7 3 0 0,-3 1 0 16,2 3 1-16,-4-3-1 0,3 1 0 0,-3-5 0 16,2 2 1-16,1-5 3 0,1-3 0 0,2 0 0 15,4-4 0-15,0-4 0 0,0 0 0 0,4 0 0 16,1 0 0-16,1 0 0 0,2 0 1 0,0-4-1 16,2 4 1-16,3 0-1 0,1 0 0 0,2 0 0 15,0 0 1-15,0 0-2 0,6 0 0 0,-1 0 0 0,1 0 1 16,2 4-1-16,0-4 0 0,-1 4 0 0,1 2 1 15,-2-1-1-15,2 3 1 0,-3-4-1 0,-1 0 1 16,2 2-1-16,-2-4 1 0,1 2-1 0,-3-2 1 16,2 0-3-16,0 0 1 0</inkml:trace>
  <inkml:trace contextRef="#ctx0" brushRef="#br0" timeOffset="48075.28">13256 8519 276 0,'0'0'0'15,"0"0"0"-15,0 0 0 0,0 0 100 0,0 0 1 0,0 0 0 16,-11-4 0-16,9 4-1 0,-2 0 1 0,2 0-1 16,-6 2 1-16,4 0-5 0,-4 3 1 0,2 1 0 15,0-2 0-15,0 4-1 0,2 2 1 0,-5 3-1 16,5 3 1-16,0 2-33 0,-2 5 1 0,4 8 0 16,2 0 0-16,2 3-1 0,4 3 1 0,-2 2-1 15,9-2 1-15,-3 0-22 0,6-4 1 0,2-2 0 0,7-7 0 16,-3-1-1-16,3-5 1 0</inkml:trace>
  <inkml:trace contextRef="#ctx0" brushRef="#br0" timeOffset="49124.36">13418 8640 108 0,'0'0'0'0,"0"0"0"0,0 0 0 0,0 0 224 0,0 0 1 16,0 0-1-16,0 0 1 0,9-10-1 0,-9 6 1 16,4 0-1-16,0 0 1 0,0 0-163 0,2 0 1 15,2 2 0-15,-4 0 0 0,4 2-1 0,-4 0 1 16,2 4 0-16,-1 4 0 0,3 2-19 0,-4 2 0 15,0 5 0-15,0 1 0 0,0 3 0 0,0 3 0 0,-2 5 0 16,2 0 0-16,-2 0-31 0,0 1 0 0</inkml:trace>
  <inkml:trace contextRef="#ctx0" brushRef="#br0" timeOffset="49406.75">13681 8747 396 0,'0'0'0'0,"0"0"0"0,0 0 0 0,0 0 185 16,0 0 1-16,0 0-1 0,0 0 1 0,0 0-1 16,0 8 1-16,0-6-1 0,4-2 1 0,-4 2-131 0,4 3 0 15,0-5 0-15,2 4 0 0,4-4-1 0,5 0 1 16,-3 0 0-16,4 0 0 0,-16 0-55 0,0 0-1740 0</inkml:trace>
  <inkml:trace contextRef="#ctx0" brushRef="#br0" timeOffset="50224.25">14094 8653 380 0,'0'0'0'0,"0"0"0"0,0 0 0 16,0 0 174-16,-8-4 1 0,6 0-1 0,-6-3 1 16,4 5-1-16,-4 0 0 0,2 0 0 0,-1 0 1 15,1 2-112-15,2 0 1 0,-4 2 0 0,4 0 0 16,-2 2-1-16,2 3 1 0,2 1-1 0,0-2 1 0,2 2-19 15,0 4 1-15,0 1 0 0,0 1 0 0,2 0-1 16,2 3 1-16,4-1-1 0,0 3 1 0,0-7-16 16,5 2 1-16,1-1-1 0,0-3 1 0,2-2-1 15,5-2 1-15,-3-4-1 0,2-4 1 0,-1-4-37 0,1-2 1 16,-2-6-1-16,-5-3 1 0,1 1-1 0,-2-3 1 16,-4 1 0-16,0-5 0 0,-8 3 15 0,0 1 0 15,-8 1 0-15,0 1 1 0,-6 5-1 0,2 2 0 16,-5 2 0-16,-1 2 1 0,2 6 3 0,-3 0 1 15,-1 2 0-15,2 4 0 0,18-6-15 0,0 0-2244 0</inkml:trace>
  <inkml:trace contextRef="#ctx0" brushRef="#br0" timeOffset="50475.52">14385 8772 200 0,'0'0'0'0,"0"0"0"0,0 0 0 0,0 0 0 15,0 0-150-15</inkml:trace>
  <inkml:trace contextRef="#ctx0" brushRef="#br0" timeOffset="51274.5">14627 8577 72 0,'0'0'0'0,"0"0"0"15,0 0 0-15,0 0 201 0,0 0 0 0,0 0 0 16,-6-8 1-16,2 8-1 0,4-4 0 0,0 0 0 15,-4-1 0-15,0 5-149 0,0-4 1 0,-2 2-1 16,2 0 1-16,-2 0-1 0,0 0 0 0,2 2 0 16,-5 0 1-16,1 2-19 0,0 0 1 0,0 0-1 15,2 4 1-15,-2-1-1 0,4-1 1 0,-4 0-1 0,1 2 1 16,3 2-17-16,2 0 0 0,2 3 0 0,0-3 1 16,2 4-1-16,2-2 0 0,3 3 0 0,1-1 1 15,0 0-20-15,0 3 1 0,4-7 0 0,2 6 0 16,-1-2-1-16,-1 3 1 0,2-5 0 0,-6 2 0 0,4 1 1 15,-1-5 1-15,-3 0-1 0,-4 2 1 0,0-6-1 16,0 3 1-16,-4-1-1 0,-4 0 1 0,0-2 5 16,0 0 1-16,-6 0 0 0,1-4 0 0,-3 0-1 15,4 0 1-15,-6-4-1 0,2 0 1 0,12 4-8 0,0 0-1945 16</inkml:trace>
  <inkml:trace contextRef="#ctx0" brushRef="#br0" timeOffset="51772.75">14768 8638 388 0,'0'0'0'0,"0"0"0"0,0 0 0 16,0 0 198-16,0 0 1 0,0 0-1 0,-8-8 1 15,8 6-1-15,0 0 0 0,0 2 0 0,0-4 1 16,0 4-157-16,4-4 1 0,0 0 0 0,0 2 0 15,4-2-1-15,2 2 1 0,2 0-1 0,1 0 1 0,1-1-13 16,2 3 0-16,-4 0 0 0,3 0 0 0,-3 0 0 16,-2 5 0-16,0-1 0 0,-4 6 0 0,2-2-15 15,-8 0 1-15,0 7 0 0,0-3 0 0,-4 2-1 16,-2 3 1-16,0-3-1 0,0 5 1 0,-2-1-14 16,0-2 0-16,4 1 0 0,-6-3 0 0,1-1-1 0,5-5 1 15,0 2 0-15,4-2 0 0,4-4-2 0,-4-2 1 16,6 0-1-16,1-2 1 0,3 0-1 0,-2 0 0 15,2 0 0-15,2-2 1 0,5 2-1 0,-5 0 1 16,2-2-1-16,2 2 1 0,1 0-1 0,1 0 0 16,-6 0 0-16,6 0 1 0,-1-2 8 0,-5 0 0 15,2 2 0-15,0-4 1 0,-14 4-10 0,0 0-2055 0</inkml:trace>
  <inkml:trace contextRef="#ctx0" brushRef="#br0" timeOffset="52240.6">15332 8583 480 0,'0'0'0'0,"0"0"0"0,0 0 0 0,0 0 187 0,0 0 0 15,0 0 0-15,-11-8 0 0,9 6-1 0,-2 0 1 16,2 0 0-16,-2 2 0 0,-4 0-121 0,4 0 0 15,-4 0 0-15,0 0 1 0,2 4-1 0,-3 0 0 16,-3 2 0-16,4 2 0 0,2-4-24 0,-2 5 1 16,4-3-1-16,4 6 1 0,4-4-1 0,0 2 1 15,0 3-1-15,4-5 1 0,6 2-18 0,-1 3 0 16,-5-5 0-16,6 2 0 0,2-2-1 0,-4 2 1 16,3 3 0-16,-3-5 0 0,-2 0-27 0,-2 2 0 0,0-1 0 15,-8-1 0-15,4 0 0 0,-4 2 0 0,-4-6 0 16,0 3 1-16,-2-3 2 0,0 0 1 0,-2-2-1 15,-2-2 1-15,2-2-1 0,-5-2 1 0,3-2-1 16,-2 1 1-16,12 5-2 0,0 0-2280 0</inkml:trace>
  <inkml:trace contextRef="#ctx0" brushRef="#br0" timeOffset="52406.86">15464 8569 364 0,'0'0'0'0,"0"0"0"0,0 0 0 15,0 0 216-15,0 0 0 0,4 6 0 0,-2-2 0 16,2 4 0-16,0-4 0 0,0 4 0 0,0 1 0 0,4 5-166 16,-4-2 0-16,5 7 0 0,-5-5 1 0,2 3-1 15,0-3 0-15,0 2 0 0,2-1 0 0,-8-15-50 16,0 0-1870-16</inkml:trace>
  <inkml:trace contextRef="#ctx0" brushRef="#br0" timeOffset="52739.71">15816 8604 44 0,'0'0'0'15,"0"0"0"-15,0 0 0 0,0 0 232 0,-8-5 1 16,4 5-1-16,0 0 1 0,-4 0-1 0,-3 0 1 0,3 0-1 16,-4 0 1-16,-4 5-172 0,1-3 1 0,-3 4-1 15,2 0 1-15,-4 2-1 0,5-2 0 0,-1 7 0 16,0-5 1-16,1 0-17 0,3 0 0 0,2 2 0 15,2 1 0-15,4-5 0 0,0 4 0 0,4-6 0 16,0 2 0-16,4 1-15 0,2-3 1 0,4-2 0 16,4-2 0-16,-1 0-1 0,3 0 1 0,2-2-1 15,-1-2 1-15,5-3-38 0,-4 1 1 0,3 2 0 16,-5-4 0-16,2 2 0 0,-8 0 0 0,3-1 0 0,-1 3 0 16,-8 4 16-16,0-4 0 0,0 4 0 0,-4 0 1 15,2 4-1-15,-2 0 0 0,0 1 0 0,0 1 1 16,-2-2 5-16,2 4 0 0,0 4 0 0,0-1 1 15,0 1-1-15,0-4 0 0,2 0 0 0,0 3 0 16,2-7-2-16,2 0 0 0</inkml:trace>
  <inkml:trace contextRef="#ctx0" brushRef="#br0" timeOffset="52990.21">15916 8530 628 0,'0'0'0'16,"0"0"0"-16,0 0 0 0,0 0 197 0,8 8 1 16,0-2 0-16,-4 0 0 0,4 5-1 0,6-3 1 15,-1 4 0-15,3 2 0 0,2-3-136 0,1 5 0 0,1 2 0 16,0 1 1-16,-1 1-1 0,-3-1 0 0,-2 1 0 15,-6 3 0-15,-2-7-27 0,-6 3 1 0,-2-1 0 16,-6-1 0-16,8-17-36 0,0 0-2138 0</inkml:trace>
  <inkml:trace contextRef="#ctx0" brushRef="#br0" timeOffset="53789.04">16099 8243 240 0,'0'0'0'0,"0"0"0"0,0 0 0 0,0 0 214 0,0 0 0 16,0 0 0-16,0 0 0 0,0 0-1 0,0 0 1 16,0 0 0-16,0 0 0 0,-8 0-143 0,6 4 1 15,0 0-1-15,2 2 1 0,0 2-1 0,0 4 1 16,0-3-1-16,2 1 1 0,2 2-26 0,2-4 0 16,0 3 0-16,6-7 1 0,-2 2-1 0,3-4 0 15,-1 0 0-15,2 0 0 0,2-2-22 0,1-4 1 16,-7 0 0-16,6 0 0 0,-4-4-1 0,-4-5 1 0,1 3 0 15,-3-2 0-15,-2 1-25 0,-4-1 0 0,0-2 0 16,-6 6 1-16,0-3-1 0,-5 3 0 0,-1 4 0 16,-2-4 0-16,0 4 3 0,-1 4 0 0,-5 0 0 15,2 4 1-15,-1 0-1 0,3 0 0 0,0 2 0 16,2 0 1-16,14-6-4 0,0 0-2338 0</inkml:trace>
  <inkml:trace contextRef="#ctx0" brushRef="#br0" timeOffset="58054.35">16701 8581 548 0,'0'0'0'0,"0"0"0"15,0 0 0-15,0 0 175 0,0 0 1 0,0 0-1 16,0 0 1-16,0 0-1 0,0 0 0 0,0 0 0 16,0 0 1-16,0 0-114 0,8 0 1 0,-1-2-1 15,5 0 1-15,-4 0-1 0,6 0 1 0,2 0-1 16,3 0 1-16,1-2-23 0,3 0 0 0,1-1 0 0,-4-1 1 16,5 4-1-16,-1-2 0 0</inkml:trace>
  <inkml:trace contextRef="#ctx0" brushRef="#br0" timeOffset="58222.61">16758 8716 668 0,'0'0'0'0,"0"0"0"0,0 0 0 0,-8 7 169 16,6-5 0-16,-2 0 0 0,2 0 1 0,0 2-1 16,2-4 0-16,0 4 0 0,0-4 1 0,2 4-103 15,4-4 0-15,2 2 0 0,2-2 1 0,5 0-1 16,1 0 0-16,4 0 0 0,3-2 1 0,1-2-22 0,3 0 1 15</inkml:trace>
  <inkml:trace contextRef="#ctx0" brushRef="#br0" timeOffset="58953.71">17536 8657 40 0,'0'0'0'0</inkml:trace>
  <inkml:trace contextRef="#ctx0" brushRef="#br0" timeOffset="59338.5">17463 8534 168 0,'0'0'0'0,"0"0"0"15,0 0 0-15,0 0 211 0,-11 0 0 0,7 0 0 16,-2 0 1-16,0 0-1 0,2 0 0 0,-4 0 0 16,0 0 0-16,0 0-160 0,-1-4 0 0,3 4 0 15,-2 0 1-15,-2 0-1 0,2 0 0 0,0 0 0 16,0 0 0-16,-1 0-18 0,1 4 1 0,0 0 0 16,0-2 0-16,2 4-1 0,-2 4 1 0,-2-1-1 15,1 3 1-15,3 6-17 0,0-3 0 0,2 5 0 0,0 3 0 16,4 3-1-16,0-3 1 0,4 0 0 0,4-1 0 15,5-1-17-15,5-5 0 0,2-2 0 0,7-1 1 16,-1-3-1-16,-1-6 0 0,3-4 0 0,1-4 0 16,-1-2 0-16,-2-2 0 0,1-5 0 0,-7-1 0 0,3-2 0 15,-9-5 0-15,-2-2 0 0,0 1 0 16,-10 3 8-16,-2-3 1 0,-6-3 0 0,-2 5 0 0,-4 3-1 16,-2 1 1-16,-7 2 0 0,3 1 0 0,-2 1 13 15,1 6 1-15,-7-2-1 0,6 1 1 0,-5 3-1 16,3 4 1-16,1 0-1 0,7 0 1 0,-4 0-3 0,6 4 0 15</inkml:trace>
  <inkml:trace contextRef="#ctx0" brushRef="#br0" timeOffset="59588.64">17792 8725 580 0,'0'0'0'0,"0"0"0"15,0 0 0-15,0 0 195 0,-6 0 0 0,2 2 0 16,2-2 0-16,-2 2-1 0,0-2 1 0</inkml:trace>
  <inkml:trace contextRef="#ctx0" brushRef="#br0" timeOffset="60107.87">17900 8522 368 0,'0'0'0'0,"0"0"0"15,0 0 0-15,0 0 177 0,0 0 1 0,0 0-1 16,-4-7 1-16,4 3-1 0,2 0 0 0,0 0 0 16,4 0 1-16,0 0-125 0,4 0 1 0,1-2 0 15,3 2 0-15,4-5-1 0,-2 3 1 0,3 0-1 16,1 0 1-16,3 2-21 0,-5 4 0 0,2 0 0 16,1 0 1-16,-3 6-1 0,-2 0 0 0,-2 4 0 15,-1 3 1-15,-5 1-10 0,-2-2 0 0,-2 3 0 16,-2 3 1-16,-4 3-1 0,-2-3 0 0,-2 3 0 0,-2 1 0 15,-5 1-30-15,-1-3 1 0,-2 1-1 0,-2-5 1 16,1 3-1-16,-3-3 1 0,4-4 0 0,1-1 0 16,1-7 12-16,4 0 0 0,4-4 0 0,-2 0 0 15,8-4 0-15,0 0 0 0,0-5 0 0,8 3 0 0,-4 0 4 16,4 0 0-16,2 2 0 0,2 0 1 16,1 0-1-16,1-1 0 0,2 3 0 0,3 0 1 0,1 2-1 15,-2 0 1-15,3 0-1 0,-1 0 1 0,-2 2-1 16,3 3 1-16,1-1-1 0,-6 2 1 0,3 2-3 15,-5-6 1-15,2 4 0 0,-4-2 0 0,-6 0-1 16,5 3 1-16</inkml:trace>
  <inkml:trace contextRef="#ctx0" brushRef="#br0" timeOffset="60471.12">18382 8476 464 0,'0'0'0'0,"0"0"0"15,0 0 0-15,0 0 206 0,0 0 1 0,0 0-1 16,13-8 1-16,-9 6-1 0,6-2 0 0,2 0 0 15,0 0 1-15,5 0-145 0,-3 0 1 0,4 0 0 0,3-5 0 16,-1 3-1-16,2 2 1 0,1 0-1 0,-3-4 1 16,-2 2-21-16,3-1 0 0,-3 1 0 0,0 2 0 15,-3 0 0-15,-1 4 0 0,-4-4 0 0,-2 4 0 16,-2 4-23-16,0 0 0 0,-2 0 0 0,0 2 0 16,1 7-1-16,-5 1 1 0,4 3 0 0,-4 1 0 0,2 5-19 15,0 1 1-15,-2-1 0 0,0 3 0 0,0 1-1 16,0 0 1-16,0-1-1 0,0 3 1 0,-2-2-1 15,2-5 0-15,-2 1 0 0,2-3 0 0,0-20 0 16,0 0-2331-16</inkml:trace>
  <inkml:trace contextRef="#ctx0" brushRef="#br0" timeOffset="60624.31">18521 8657 628 0,'0'0'0'16,"0"0"0"-16,0 0 0 0,0 0 187 0,0 0 1 15,0 0-1-15,8-8 1 0,0 8-1 0,0-4 1 16,2 4-1-16,3-5 1 0,3 5-131 0,2 0 0 0,3 0 0 16,1 0 0-16,-22 0-57 0,0 0-1767 0</inkml:trace>
  <inkml:trace contextRef="#ctx0" brushRef="#br0" timeOffset="62057.25">18973 8388 436 0,'0'0'0'0,"0"0"0"0,0 0 0 0,8-4 191 0,-2 4 0 16,4-6 0-16,2 2 0 0,3-2-1 0,1 4 1 16,0-2 0-16,2-5 0 0,-1 5-140 0,1 0 0 15</inkml:trace>
  <inkml:trace contextRef="#ctx0" brushRef="#br0" timeOffset="62439.18">18944 8384 556 0,'0'0'0'0,"0"0"0"15,0 0 0-15,0 0 171 0,0 0 1 0,0 0-1 16,0 0 1-16,0 0-1 0,0 0 0 0,0 0 0 15,0 0 1-15,0 0-118 0,0 0 1 0,2 8 0 16,2-2 0-16,0 3-1 0,0 3 1 0,0-4-1 16,1 7 1-16,-1-3-20 0,0 2 0 0,0 1 0 0,-2 1 0 15,-2-4 0-15,4 1 0 0,-2 1 0 0,2-6 0 16,2 2-6-16,-2-5 1 0,0 3-1 0,0-6 1 16,0 0-1-16,2-2 1 0,1-2-1 0,3 0 1 15,-2-2-39-15,4 0 0 0,0-1 0 0,3 5 0 16,-3-4 0-16,2 2 0 0,2 2 0 0,-3 2 0 15,1 2 20-15,0 5 0 0,0-5 0 0,1 4 0 0,-3 2-1 16,0 2 1-16,-2 1 0 0,-2 1 0 0,0 5-1 16,-4-3 1-16,1 2-1 0,-3-5 1 0,-2 5-1 15,-5-3 1-15,-1 1-1 0,2 0 1 0,-8-1-3 16,-4-5 1-16,2-2 0 0,-7 0 0 0,-1-3-1 16,-1-5 1-16,3-5-1 0,-6 1 1 0,1-6 1 0,3 2 1 15,-3-4 0-15,7-3 0 0,18 15-11 0,0 0-2319 16</inkml:trace>
  <inkml:trace contextRef="#ctx0" brushRef="#br0" timeOffset="62905.77">19296 8446 312 0,'0'0'0'0,"0"0"0"16,0 0 0-16,0 0 225 0,0 0 1 0,0 0-1 16,0 0 1-16,-6 10-1 0,8-6 0 0,0 2 0 15,4 0 1-15,0 3-168 0,3-1 0 0,-1 6 0 16,2-4 1-16,2 1-1 0,0 5 0 0,1 0 0 0,1 3 1 16,-2 1-26-16,-2-5 1 0,2 3 0 0,1 3 0 15,-9-5-1-15,2 3 1 0,-2-1-1 0,-4-4 1 16,0 3-19-16,-2-1 1 0,-4-1-1 0,0-1 1 15,-3-2-1-15,-1 1 0 0,-2-3 0 0,0-2 1 0,0 0-15 16,-3-2 1-16,-1-2 0 0,0-2 0 0,2-2-1 16,-1-2 1-16,1-2 0 0,4-2 0 0,-4 2-3 15,6-8 1-15,1 2 0 0,5-7 0 0,2 3 0 16,0-5 0-16,2 3 0 0,5-7 0 0,1 5 0 0,2 1 0 16,2-5 0-16,2 3 1 0,3 3-1 0,-3-2 0 15,2 1 0-15,-4 3 1 0,-1 2-1 0,-1-3 0 16,0 3 0-16,-2 4 1 0,-4-1-1 0,0 3 0 15,-2 2 0-15,-2-4 1 0,0 4-1 0,-2 0 0 16,0-2 0-16,-2 2 0 0,-2-1 0 0,2 1 0 16,0-2 0-16,-2 4 0 0,0 0-2 0,-1 2 0 15,1 0 0-15,0 2 1 0,2 0-1 0,-4-2 1 16</inkml:trace>
  <inkml:trace contextRef="#ctx0" brushRef="#br0" timeOffset="63354.18">19595 8507 296 0,'0'0'0'0,"0"0"0"0,0 0 0 0,0 0 196 15,0 0 1-15,0 0 0 0,0-8 0 0,0 2-1 16,2 2 1-16,1 0-1 0,1 0 1 0,0-5-137 16,4 3 1-16,0 0-1 0,2 0 1 0,0-2-1 15,9 4 0-15,-5-5 0 0,6 3 1 0,-1 2-18 0,1 0 0 16,0 0 0-16,-1 0 0 0,-5 4-1 0,2 4 1 15,-4 0 0-15,-6 4 0 0,-2 0-18 0,-4 7 1 16,0-5 0-16,-4 6 0 0,-2-1-1 0,-2 5 1 16,-6-1 0-16,0 3 0 0,-1 5-29 0,-7 0 0 15,2 1 0-15,-3 3 0 0,3-4 0 0,2-1 0 16,-1-1 0-16,9 0 1 0,0-9 8 0,2 3 0 0,8-5 0 16,0-2 0-16,8-4 0 0,-2-1 0 0,6 1 0 15,0-4 0-15,7-4 3 0,1 0 1 0,3 0 0 16,1 0 0-16,2 0-1 0,1-4 1 0,3-4-1 15,3 1 1-15,-3-1-2 0,-5 0 0 0</inkml:trace>
  <inkml:trace contextRef="#ctx0" brushRef="#br0" timeOffset="69033.57">8013 9844 176 0,'0'0'0'0,"0"0"0"0,0 0 0 0,0 0 72 15,0 0 0-15,0 0 0 0,-2-8 0 0,0 8-1 16,0-2 1-16,2 0 0 0,-2 0 0 0,0 0-2 0,2 0 0 16,0 0 0-16,0 2 1 0,-4 0-1 15,4 0 0-15,-5 0 0 0,5 2 1 0,-4 2 0 16,0 2 0-16,0-2 0 0,4 9 1 0,-4 5-1 0,-2 3 0 15,2 5 0-15,2 7 0 0,0 10-19 0,2 2 0 16,0 9 0-16,4 5 0 0,2 5-1 0,2 1 1 16,4 3 0-16,5-4 0 0,5-7-64 0,1-2 0 15,9 1 0-15,-1-7 1 0,-1-14-1 0,1 0 0 16,-1-7 0-16,1-1 1 0,-31-27 11 0,0 0-1653 0</inkml:trace>
  <inkml:trace contextRef="#ctx0" brushRef="#br0" timeOffset="75030.17">8196 9881 584 0,'0'0'0'16,"0"0"0"-16,0 0 0 0,0 0 166 0,0-6 1 0,0 2-1 15,0 0 1-15,0-4-1 0,0 2 1 0,0-3-1 16,4 1 1-16,2-2-93 0,2 2 1 0,0-7 0 15,5 5 0-15,1 0-1 0,-2 0 1 0,0-1 0 16,7 1 0-16,-3 4-23 0,-4 0 1 0,2 2-1 16,3 2 1-16,-7 2-1 0,2 2 1 0,0 2-1 15,-8 2 1-15,0 0-25 0,-2 2 0 0,-2 5 0 16,-4 1 0-16,-2 4-1 0,-2 3 1 0,0 2 0 0,-6-1 0 16,2 5-28-16,-5-1 0 0,3-1 0 0,-2 0 0 15,1-3 0-15,3-1 0 0,4-11 0 0,4 2 0 16,0-4 5-16,0-1 0 0,4-1 0 0,0-2 1 15,4 0-1-15,0-2 0 0,4 2 0 0,-4 0 0 0,6 0-2 16,3 0 1-16,3 1-1 0,-2-1 1 16,2 2-1-16,3-2 1 0,1 2-1 0,-4-2 1 0,3 0 0 15,-1 0 0-15,2-2 0 0,1 0 0 0,1-2 0 16,-4 0 0-16</inkml:trace>
  <inkml:trace contextRef="#ctx0" brushRef="#br0" timeOffset="76645.47">8369 10458 316 0,'0'0'0'0,"0"0"0"0,0 0 0 16,0 0 232-16,0 0 0 0,0 0 0 0,0 0 1 15,0 0-1-15,0 0 0 0,-8 0 0 0,8 0 1 16,0 0-160-16,0-4 0 0,0 4 0 0,0-4 0 16,0 4 0-16,4-7 0 0,-4 1 0 0,4 0 0 15,0 2-36-15,0-6 1 0,4-1 0 0,-4 1 0 0,2 0-1 16,-1 0 1-16,3 4-1 0,-4-3 1 0,4 1-21 16,-4 2 1-16,0 2 0 0,-2 0 0 0,2 0-1 15,-2 4 1-15,0-4-1 0,2 4 1 0,-4 0-19 16,0 4 1-16,4 0 0 0,-4 0 0 0,4 4 0 15,0 6 0-15,1-3 0 0,-1 9 0 0,0-1-1 0,-2 3 0 16,2 1 0-16,0 1 1 0,4 3-1 0,-4 0 0 16,0-7 0-16,4 5 1 0,-6-1-2 0,4-1 0 15</inkml:trace>
  <inkml:trace contextRef="#ctx0" brushRef="#br0" timeOffset="76965.5">8373 10683 668 0,'0'0'0'0,"0"0"0"0,0 0 0 15,0 0 175-15,0 0 0 0,0 0 0 0,0 0 1 16,0 0-1-16,0 0 0 0,0 0 0 0,0 0 0 0,0 0-108 16,12 0 0-16,-4 0 0 0,3-4 1 0,9 2-1 15,-2 2 0-15,7-2 0 0,-3 0 1 0,9-2-16 16,-5 0 1-16,7 0 0 0,-3 0 0 0,1-2-1 15,-1-1 1-15</inkml:trace>
  <inkml:trace contextRef="#ctx0" brushRef="#br0" timeOffset="77729.23">8756 9736 380 0,'0'0'0'0,"0"0"0"0,0 0 0 15,0 0 214-15,0 0 0 0,0 0 0 0,8 0 0 16,0 2 0-16,0 4 0 0,6 2 0 0,-1 2 0 0,5 11-136 16,6 1 0-16,3 13 0 0,3 4 1 15,-3 11-1-15,1 3 0 0,-1 4 0 0,-7 9 0 0,-2 6-27 16,-9 16 0-16,-5-6 0 0,-8-2 0 0,-9-12-1 15,1-5 1-15,-2-3 0 0,-9-7 0 0,-1-10-51 16,24-43-2343-16</inkml:trace>
  <inkml:trace contextRef="#ctx0" brushRef="#br0" timeOffset="112148.13">9328 9875 328 0,'0'0'0'0,"0"0"0"16,0 0 0-16,0 0 120 0,0 0 1 0,0 0-1 16,0-8 1-16,-4 4-1 0,4 0 1 0,-3 0-1 15,1 0 1-15,0 2-40 0,0-3 1 0,0 5 0 16,2 0 0-16,-4 5-1 0,0 1 1 0,4 6 0 15,-4 2 0-15,4 7-17 0,-4-1 1 0,4 5-1 16,0 6 1-16,4 8-1 0,0 4 1 0,0 6-1 0,2 0 1 16,3 3-22-16,3-1 1 0,0-4-1 0,-2-4 1 15,2-2-1-15,5-6 0 0,1-4 0 0,2-9 1 16,-20-22-45-16,0 0-2119 0</inkml:trace>
  <inkml:trace contextRef="#ctx0" brushRef="#br0" timeOffset="112635.46">9590 9965 352 0,'0'0'0'0,"0"0"0"15,0 0 0-15,0 0 226 0,-8 5 1 0,6-3-1 16,-6 0 1-16,4 0-1 0,-4 0 0 0,1 0 0 15,-1 4 1-15,0-2-161 0,0 0 1 0,0 2 0 16,0 3 0-16,2-1-1 0,2 4 1 0,-5 2 0 16,5 1 0-16,0 5-21 0,0 3 1 0,4-3-1 0,0 5 1 15,4 2-1-15,0-3 1 0,5 3-1 0,1-5 1 16,2 1-30-16,4-7 0 0,3-1 0 0,1-3 1 16,2-6-1-16,-1-4 0 0,1-4 0 0,0-4 1 15,-1-2-18-15,-1-9 1 0,-2-1 0 0,-3-5 0 16,1-7-1-16,-8-1 1 0,0-2 0 0,-4-2 0 0,-4 4 3 15,-4-1 0-15,0 3 0 0,-8-2 1 0,0 2-1 16,-3 5 0-16,3 7 0 0,-6 3 0 0,-2 6-4 16,-3 8 1-16,3 0-1 0,2 8 1 0,-3 4-1 15,7-1 1-15</inkml:trace>
  <inkml:trace contextRef="#ctx0" brushRef="#br0" timeOffset="112850.09">9904 10316 436 0,'0'0'0'0,"0"0"0"16,0 0 0-16,0 0 201 0,0 0 0 0,0 0 0 15,0 0 1-15,0 0-202 0,0 0-931 0</inkml:trace>
  <inkml:trace contextRef="#ctx0" brushRef="#br0" timeOffset="113431.46">10213 10052 232 0,'0'0'0'0,"0"0"0"0,0 0 0 16,0 0 190-16,-8-9 0 0,4 5 0 15,-2 0 0-15,2 0-1 0,-5 0 1 0,-3 2 0 0,2-2 0 16,-2 4-139-16,-4 0 0 0,1 0 0 0,3 4 1 16,-4 0-1-16,2 2 0 0,1 2 0 0,1-4 1 15,6 3-19-15,-2-1 1 0,4 2 0 0,4 2 0 16,0-4-1-16,4 5 1 0,4-1 0 0,2 0 0 15,2 2-10-15,5 1 0 0,-3-1 0 0,6 2 0 0,-1 1 0 16,1 1 0-16,2-1 0 0,-3 1 0 0,1-2-30 16,-4 1 1-16,-4-1 0 0,-1 0 0 0,-3-1-1 15,-4 1 1-15,-4 0 0 0,0-1 0 0,-8-1 12 0,0-2 0 16,-5-1 0-16,-1-3 0 0,-2 0 0 0,-2-4 0 16,1-2 0-16,-1-2 0 0,-2-4 5 0,1 0 1 15</inkml:trace>
  <inkml:trace contextRef="#ctx0" brushRef="#br0" timeOffset="113898.86">10414 10047 328 0,'0'0'0'0,"0"0"0"0,0 0 0 16,0 0 186-16,0 0 1 0,0 0 0 0,4-12 0 16,5 8-1-16,-5 0 1 0,4-2-1 0,2 2 1 15,2 4-138-15,0-4 0 0,3-3 0 0,1 3 0 16,-6 4-1-16,6 0 1 0,-3 4 0 0,-1 3 0 15,2-3-17-15,-6 4 1 0,-2 0-1 0,0 6 1 16,-4-3-1-16,-2 5 1 0,-4-1-1 0,-2 1 1 0,2 4-14 16,-8 3 1-16,0 0-1 0,2-1 1 0,-7 1-1 15,3-1 0-15,-2 1 0 0,-2-3 1 0,1-3-23 16,1-3 1-16,0-2-1 0,5-1 1 0,-1-3-1 16,6-8 1-16,0 0 0 0,4 0 0 0,2 0 4 0,0-4 1 15,2 0 0-15,4-5 0 0,0 5-1 0,6-2 1 16,-3 2 0-16,3 4 0 0,2-4 3 0,2 4 0 15,3 0 0-15,1 0 1 0,-2 0-1 0,3 4 0 16,1 0 0-16,0 0 1 0,3 2 5 0,-3 3 0 16,1-1 0-16,1-4 0 0,-2 2-1 0,3 2 1 15,-3 1 0-15,-1-5 0 0,-21-4-12 0,0 0-2082 0</inkml:trace>
  <inkml:trace contextRef="#ctx0" brushRef="#br0" timeOffset="125060.55">11123 9941 600 0,'0'0'0'0,"0"0"0"0,0 0 0 16,-2-8 170-16,0 4 1 0,2 4-1 0,-4-9 1 0,-1 3-1 16,1 0 0-16,-4 0 0 0,2 2 1 0,-2 0-100 15,0 2 1-15,-4 0 0 0,-1 2 0 0,3 2-1 16,-2 4 1-16,-4 2-1 0,2 4 1 0,-3 3-21 16,-1-1 0-16,2 4 0 0,-3 3 0 0,3-3 0 0,2-1 0 15,2 1 0-15,8 1 0 0,-1-3-29 0,10-1 1 16,-1-3 0-16,6-2 0 0,6-2-1 0,0 0 1 15,7 1 0-15,-1-5 0 0,3 4-20 0,1-2 0 16,-2 2 0-16,3 3 1 0,-1 1-1 0,-5 0 0 16,-3 1 0-16,-2 1 0 0,-8 0-2 0,-1 3 0 15,-7-5 0-15,-3 2 0 0,-3-5-1 0,-4 1 1 16,-2-2 0-16,-2 0 0 0,-3-4 0 0,-3-2 1 0,2-2-1 16,-5-2 1-16,3 0-1 0,0 0 0 15,1-2 0-15,-1-4 1 0,20 8-2 0,0 0-2377 0</inkml:trace>
  <inkml:trace contextRef="#ctx0" brushRef="#br0" timeOffset="125293.89">11330 9939 284 0,'0'0'0'0,"0"0"0"0,0 0 0 0,0 0 207 16,0 0 0-16,0 0 0 0,0 0 0 0,4 12-1 16,0-4 1-16,-4 5 0 0,4 1 0 0,1 2-149 15,-5 3 0-15,4 3 0 0,-4 1 0 0,2 4-1 16,-2 1 1-16,0 3 0 0,0 6 0 0,0-6-25 0,0 4 0 16</inkml:trace>
  <inkml:trace contextRef="#ctx0" brushRef="#br0" timeOffset="125759.93">11833 10066 929 0,'0'0'0'0,"0"0"0"16,0 0 0-16,0 0 232 0,0 0 0 0,0 0 0 16,-10-6 0-16,6 4-184 0,0-2 0 15,0 2 0-15,-5-7 1 0,1 3-1 0,-6 0 0 0,2 0 0 16,0 2 1-16,-7 0-9 0,3 0 0 0,-2 4 0 0,1 0 1 16,-5 4-1-16,6 0 0 0,-7 0 0 0,7 4 1 15,-4 2 0-15,6-1 1 0,-3-3-1 0,3 4 1 16,2 0-1-16,4-2 0 0,-1 3 0 0,3-3 1 15,4 2-20-15,2-2 0 0,0 1 0 0,4-1 1 16,3-2-1-16,3 0 0 0,-2 0 0 0,4-2 1 0,2 0-32 16,3-4 0-16,-3 0 0 0,6-4 1 0,-4 0-1 15,3-2 0-15,1 0 0 0,-2 0 1 0,1-2 24 16,-3-1 1-16,0-1 0 0,-1 2 0 0,-3 0-1 16,0 0 1-16,-2 1-1 0,-2-1 1 0,0 4-3 0,-3 0 0 15,-1 4 0-15,0 0 0 0,-2 2 0 16,0 4 0-16,0 2 0 0,-2 3 0 0,0 1-2 0,2 2 1 15,-2 7 0-15,0 1 0 0,0 1-1 0,0-1 1 16,-2 3-1-16,2 0 1 0,-2-1-9 0,0-5 1 16,0 1 0-16,2-1 0 0,0-19-5 0,0 0-2527 0</inkml:trace>
  <inkml:trace contextRef="#ctx0" brushRef="#br0" timeOffset="126043.08">11941 9840 512 0,'0'0'0'0,"0"0"0"0,0 0 0 15,0-10 216-15,0 6 1 0,4 0 0 0,-4 2 0 16,4 0-1-16,4-2 1 0,-4 4-1 0,4 0 1 15,7 4-150-15,-3 0 1 0,2 6-1 0,2 2 1 16,1 11-1-16,1 2 1 0,-2 5-1 0,-2 7 1 0,-1 0-21 16,-5 4 1-16,0 4-1 0,-6 5 1 0,-2-1-1 15,-2 2 1-15,-6 2-1 0,0 1 1 0,0-9-27 16,-5 2 0-16,3-6 0 0,-6-2 0 0,2-12 0 16,1-7 0-16</inkml:trace>
  <inkml:trace contextRef="#ctx0" brushRef="#br0" timeOffset="126662.51">12580 9871 348 0,'0'0'0'16,"0"0"0"-16,0 0 0 0,-8 0 215 0,4-4 0 15,0 4 0-15,-5 0 1 0,3 0-1 0,2 0 0 16,-4 0 0-16,0 0 0 0,-2 0-147 0,2 4 1 0,0 4 0 15,4-2 0-15,-9 7-1 0,5 1 1 0,0 3-1 16,2 5 1-16,-2 3-24 0,4 3 1 0,-4 1 0 16,6 8 0-16,2 4-1 0,2 6 1 0,6-4 0 15,0 7 0-15,2-5-22 0,6-2 1 0,5-4-1 16,9-2 1-16,23-2-25 0,-53-35-2312 0</inkml:trace>
  <inkml:trace contextRef="#ctx0" brushRef="#br0" timeOffset="127127.43">12847 9980 428 0,'0'0'0'0,"0"0"0"16,0 0 0-16,0 0 214 0,0 0 0 0,0 0 0 15,0 0 0-15,0 0-1 0,0 0 1 0,0 0 0 0,0 14 0 16,4-8-144-16,0 7 1 0,0-5-1 0,2 6 1 15,2 3-1-15,-4 5 1 0,0 1-1 0,-4 5 1 16,0 9-24-16,0 0 0 0,0 6 0 0,0 0 0 16,0 29-47-16,0-72-2169 0</inkml:trace>
  <inkml:trace contextRef="#ctx0" brushRef="#br0" timeOffset="127411.65">13156 10175 108 0,'0'0'0'0,"0"0"0"15,0 0 0-15,0 0 242 0,0 0 0 0,0 0 0 16,0 0 1-16,0 0-1 0,0 0 0 0,0 0 0 16,8-2 0-16,2 2-186 0,2 2 0 0,3 0 0 15,1 0 1-15,4 2-1 0,-1-2 0 0,5 2 0 16,-2-4 1-16,33 0-57 0,-55 0-1872 0</inkml:trace>
  <inkml:trace contextRef="#ctx0" brushRef="#br0" timeOffset="127893.66">13701 10095 332 0,'0'0'0'15,"0"0"0"-15,0 0 0 0,-12 0 205 0,8 0 1 16,-8 0-1-16,0 0 1 0,1 0-1 0,-5 2 0 0,2 2 0 15,2-4 1-15,-5 4-146 0,7 0 0 0,-2 2 0 16,0 2 1-16,2 5-1 0,2 1 0 0,-1 2 0 16,5 3 1-16,-2-1-19 0,4 7 1 0,2-2 0 15,4-3 0-15,4 1-1 0,1 3 1 0,1-5 0 16,2-1 0-16,8-1-15 0,-1-9 1 0,3-2 0 16,2-2 0-16,-1-4-1 0,1-6 1 0,-1-2 0 15,1-7 0-15,2-1-35 0,-5-11 1 0,1 1-1 16,-6-3 1-16,-1-2-1 0,-3 0 1 0,-8 5-1 0,-2-1 1 15,-4 2 13-15,-2 9 1 0,-8-5-1 0,0 7 1 16,-1 4-1-16,-5 4 1 0,0 4-1 0,1 2 1 16,-3 0 2-16,2 2 1 0,-3 2-1 0,7 2 1 15,14-6-12-15,0 0-2325 0</inkml:trace>
  <inkml:trace contextRef="#ctx0" brushRef="#br0" timeOffset="128061.17">14106 10246 776 0,'0'0'0'16,"0"0"0"-16,0 0 0 0,0 0 196 0,0 0 1 16,0 0 0-16,0 0 0 0,0 0-1 0,0 0 1 15,0 0 0-15,0 0 0 0,0 0-197 0,0 0-1763 0</inkml:trace>
  <inkml:trace contextRef="#ctx0" brushRef="#br0" timeOffset="128760.62">14471 9890 468 0,'0'0'0'0,"0"0"0"16,0 0 0-16,-8-2 197 0,3 2 0 0,1-3 0 15,-4 3 1-15,-2 0-1 0,2 0 0 0,-4 3 0 16,-3 1 0-16,3 2-131 0,0 2 1 0,0 2-1 0,2 3 1 16,-3-3-1-16,5 6 1 0,2-1-1 0,2 5 1 15,4-6-30-15,2 3 1 0,6-5 0 0,0 7 0 16,5-7-1-16,-1 2 1 0,6 1 0 0,1-3 0 16,1 2-20-16,0 3 0 0,3-5 0 0,-7 6 1 15,2-3-1-15,-2 1 0 0,-1 1 0 0,-3-1 0 0,-8 0-18 16,-2 1 1-16,-2-3-1 0,-4-1 1 0,-2 1-1 15,-6-6 0-15,-1-4 0 0,-1 0 1 0,-4-2 0 0,-2-2 0 16,-1-2 0-16,-1-2 1 0,-3 0-1 16,3-4 0-16,0 0 0 0,5-1 0 0,17 9-1 0,0 0-2277 15</inkml:trace>
  <inkml:trace contextRef="#ctx0" brushRef="#br0" timeOffset="129194.27">14725 10004 276 0,'0'0'0'0,"0"0"0"16,0 0 0-16,0 0 211 0,-10-4 0 0,8 2 0 0,0 0 0 16,0 0-1-16,0 2 1 0,2-4 0 0,2 0 0 15,2-2-153-15,4 2 1 0,4-2-1 16,-2 1 1-16,7 3-1 0,-1-2 0 0,6 0 0 0,3 4 1 16,1 0-16-16,-3 4 1 0,-3 5 0 0,2 1 0 15,-5 2-1-15,-5 2 1 0,-2 3 0 0,-6-1 0 16,-4 3-18-16,-4 3 0 0,-2-3 0 0,-4-1 0 0,0 3-1 15,-3 1 1-15,-3-5 0 0,-2 1 0 0,1-4-30 16,-1 3 1-16,-4-7 0 0,5 2 0 0,-1-3 0 0,6-5 0 16,0-2 0-16,8-2 0 0,-2 0 9 0,6 0 0 15,6-2 0-15,2 2 0 0,2-2 0 0,4 2 0 16,5 2 0-16,-1 0 0 0,2 2 0 0,7 2 1 16,-7 0 0-16,7-2 0 0,-1 2-1 0,0 1 1 15,3-1-1-15,-7 2 1 0,3-8 3 0,1 4 1 16</inkml:trace>
  <inkml:trace contextRef="#ctx0" brushRef="#br0" timeOffset="129742.9">15476 9840 316 0,'0'0'0'0,"0"0"0"0,0 0 0 0,0 0 245 0,0 0 1 16,-8 0-1-16,4 0 1 0,-4 0-1 0,4 0 1 15,-7 0-1-15,1 0 1 0,0 4-184 0,-2-4 1 16,-2 5 0-16,1-3 0 0,-5 4-1 0,2 4 1 15,0-2-1-15,-1 2 1 0,3 3-19 0,0 3 0 16,4 3 0-16,-1-3 0 0,3 5 0 0,2-1 0 16,6-1 0-16,2-3 0 0,6 2-28 0,1-5 1 15,3-1 0-15,6 2 0 0,-2-3-1 0,7 1 1 0,-5-2 0 16,6 0 0-16,-5 1-18 0,-3-1 1 0,0 2-1 16,-1-4 1-16,-3 5-1 0,-8 1 1 0,0-8 0 15,-8 5 0-15,0-1-1 0,-4-2 1 0,-7-2-1 16,3 0 1-16,-4 0-1 0,-2-6 1 0,-3 0 0 15,3 0 0-15,-6-6-1 0,5 0 1 0,-3 0 0 16,6 2 0-16,-5-6-1 0,7-1 1 0</inkml:trace>
  <inkml:trace contextRef="#ctx0" brushRef="#br0" timeOffset="129910.4">15692 9998 1023 0,'0'0'0'0,"0"0"0"0,0 15 0 0,4-11 255 16,0 8 1-16,-2 2-1 0,2 1 1 0,0 5-187 16,0-1 1-16,-2 3-1 0,0 5 1 0,2 4-1 15,0-1 1-15,-4 3-1 0,4 0 1 0,1-2-25 0,-5-4 1 16</inkml:trace>
  <inkml:trace contextRef="#ctx0" brushRef="#br0" timeOffset="130327.17">16209 9994 700 0,'0'0'0'0,"0"0"0"15,0 0 0-15,0 0 177 0,0 0 0 0,0 0 0 16,-8 0 0-16,6 0-1 0,-7 0 1 0,5-4 0 15,-4 4 0-15,-2 0-115 0,-2 0 1 0,0 0 0 16,-5 0 0-16,-1 0-1 0,0 0 1 0,-3 0-1 16,-1 4 1-16,-2-2-15 0,1 4 0 0,-3 1 0 0,1 1 0 15,3 0-1-15,0 0 1 0,5 2 0 0,-1 3 0 16,6-1-25-16,4 2 0 0,4-3 0 0,4 1 1 16,4 0-1-16,2 3 0 0,6-5 0 0,4 2 0 15,2 0-23-15,3-7 1 0,1 1-1 0,3-2 1 16,1-2-1-16,1-2 1 0,-1-2-1 0,-2-2 1 15,-1-2 1-15,1 1 0 0,-7-3 0 0,1 2 0 0,-4-2 0 16,-2 0 0-16,1-1 0 0,-5 1 0 0,0 2 5 16,-2 2 1-16,2 0 0 0,-4 0 0 0,0 0-1 15,0 4 1-15,-4 0-1 0,2 4 1 0,-2 0 1 16,0 6 0-16,0 2 0 0,-2 7 0 0,2 1 0 16,-4 3 0-16,0 0 0 0,0 3 0 0,4 1-7 0,-4-2 1 15,2 1 0-15,2-3 0 0,0-23-3 0,0 0-2511 16</inkml:trace>
  <inkml:trace contextRef="#ctx0" brushRef="#br0" timeOffset="130609.79">16345 9849 676 0,'0'0'0'0,"0"0"0"15,0 0 0-15,0 0 181 0,0 0 1 0,8 8-1 0,-4-2 1 16,2 2-1-16,7 4 1 0,-1 3-1 0,0 3 1 16,6 3-119-16,-1 1 0 0,5 9 0 0,0-4 0 15,3 8-1-15,1 2 1 0,-5 1 0 0,-3 6 0 16,-2-3-8-16,-8 4 1 0,-3-4-1 0,-8 4 1 15,-5-6-1-15,-2 2 0 0,-10-6 0 0,-3-5 1 0,23-30-56 16,0 0-2306-16</inkml:trace>
  <inkml:trace contextRef="#ctx0" brushRef="#br0" timeOffset="131076.09">16781 10068 668 0,'0'0'0'0,"0"0"0"0,0 0 0 0,0 0 207 15,0 0 1-15,10-2-1 0,-4 2 1 0,2-2-1 16,0 0 0-16,4 0 0 0,3 2 1 16,1 0-136-16,-4-2 1 0,7 2 0 0,1 0 0 0,2 0-1 15,-1 0 1-15,1 0 0 0,0 0 0 0,-1 0-27 0,1 0 1 16</inkml:trace>
  <inkml:trace contextRef="#ctx0" brushRef="#br0" timeOffset="131243.84">16834 10203 692 0,'0'0'0'0,"0"0"0"15,0 0 0-15,0 0 194 0,0 0 0 0,10 0 0 16,-2 0 1-16,0 0-1 0,2 0 0 0,7 0 0 15,1-2 0-15,6 0-140 0,3 0 0 0,-1 2 0 16,3 0 1-16,32-4-55 0,-61 4-1847 0</inkml:trace>
  <inkml:trace contextRef="#ctx0" brushRef="#br0" timeOffset="133042.97">17414 9986 416 0,'0'0'0'0,"0"0"0"16,0 0 0-16,0 0 180 0,-11 0 0 0,7-4 0 0,-2 4 1 15,2 0-1-15,-4 0 0 0,0 4 0 0,-2-4 0 16,2 4-128-16,-5 2 1 0,1 0 0 0,0 1 0 16,2 1-1-16,-2 0 1 0,1 0 0 0,3 2 0 15,0 3 4-15,4-1 0 0,-2 2 0 0,2 5 1 16,4-3-1-16,0 7 0 0,2 3 0 0,2 1 1 0,4 0-24 16,4 4 0-16,5-1 0 0,3-7 0 0,4 1-1 15,3-5 1-15,1-5 0 0,3-5 0 0,4-5-40 0,-5-4 0 16,3-4 0-16,-5-11 1 0,1-1-1 15,-3-7 1-15,-4-3-1 0,-5-1 1 0,-5-4 17 0,-8 0 1 16,-4 3-1-16,-4-1 1 0,-8 0-1 0,-3 7 1 16,-1-3-1-16,-6 4 1 0,-3 3 5 0,3 6 0 15,-4-1 0-15,-3 5 0 0,-1 6-1 0,-1 2 1 16,0 4 0-16,3 7 0 0,-3 1-1 0,5 2 1 16</inkml:trace>
  <inkml:trace contextRef="#ctx0" brushRef="#br0" timeOffset="133245.37">17786 10370 704 0,'0'0'0'0,"0"0"0"0,0 0 0 15,0 0 191-15,0 0 0 0,0 0 0 0,0 0 1 16,0 0-1-16,0 0 0 0</inkml:trace>
  <inkml:trace contextRef="#ctx0" brushRef="#br0" timeOffset="133811.94">18049 10021 624 0,'0'0'0'0,"0"0"0"16,0 0 0-16,0 0 167 0,0 0 1 0,-6 4-1 15,1-2 1-15,1 0-1 0,4 0 0 0,-6 0 0 16,2 2 1-16,0 2-107 0,0-2 1 0,0 3-1 16,0 1 1-16,-4 4-1 0,4-2 0 0,-4 3 0 15,-1-1 1-15,3 2-21 0,2 3 1 0,-4 1-1 16,4-1 1-16,-2 1-1 0,4-8 0 0,0 7 0 15,2-7 1-15,0 0-6 0,0 1 0 0,2-7 0 0,2 2 0 16,0-2 0-16,0 0 0 0,4-2 0 0,-4 0 0 16,2 2-48-16,3-4 0 0,3 0 0 0,-4 0 1 15,4 0-1-15,2-4 1 0,1 0-1 0,-1 0 1 16,4-2 26-16,1 2 1 0,1-5-1 0,-4-3 1 0,2 2-1 16,-3 0 0-16,-1-3 0 0,0 5 1 0,-4-4-2 15,3 2 0-15,-1-3 0 0,-4-1 1 0,0 2-1 16,-2 1 0-16,0 1 0 0,0 4 0 0,-6-2-2 15,0 2 1-15,0-1-1 0,0 5 1 0,0 2-1 16,-4 0 1-16,0 2-1 0,2 3 1 0,-2 1 0 0,0 4 1 16,0-4 0-16,0 6 0 0,4 5-1 0,-4 1 1 15,4 3-1-15,-4-1 1 0,4 5-7 0,0 2 0 16,0-5 0-16,4 1 0 0,-4-1-1 0,4 3 1 16,0-9 0-16,0 1 0 0,-4-17-7 0,0 0-2610 0</inkml:trace>
  <inkml:trace contextRef="#ctx0" brushRef="#br0" timeOffset="134310.37">18649 10078 300 0,'0'0'0'0,"0"0"0"0,0 0 0 16,0 0 249-16,0 0 0 0,0 0 0 0,0 0 0 0,0 0 0 16,0 0 0-16,0 0 0 0,0-10 0 15,0 6-181-15,-4 0 1 0,0 0 0 0,-2 0 0 16,0-5-1-16,0 3 1 0,-7 0 0 0,3 2 0 0,-2 2-27 15,4-2 1-15,-8 4-1 0,1 4 1 0,-3 0-1 16,2 2 1-16,-1 2-1 0,-1 3 1 0,2 1-17 0,2 4 0 16,-1-1 0-16,1 1 0 0,2 3 0 0,2 1 0 15,2 1 0-15,4-1 0 0,-1-1-29 0,5-1 0 16,5-2 0-16,-1-3 0 0,2-1 0 0,6-2 0 16,4-6 0-16,-2-4 1 0,3 0 6 0,1 0 0 15,2-4 0-15,3-6 0 0,1 0 0 0,-3 0 0 16,1-5 0-16,-2 3 0 0,-1-2 1 0,-1 1 0 15,-2 5 0-15,-6-6 0 0,1 5 0 0,-1 1 0 16,-6 0 0-16,4 4 0 0,-6 0 2 0,0 4 0 0,-2 0 0 16,0 4 1-16,0 4-1 0,0 4 0 0,-2 5 0 15,0-1 1-15,-2 9-2 0,0 6 1 0,0-5 0 16,4 9 0-16,-4-4-1 0,2-2 1 0,2 1-1 16,0-3 1-16,0-2-5 0,2-11 0 0</inkml:trace>
  <inkml:trace contextRef="#ctx0" brushRef="#br0" timeOffset="136726">18979 9994 524 0,'0'0'0'0,"0"0"0"0,0 0 0 0,0 0 222 15,0 0 1-15,-8 0-1 0,4 0 1 0,-1 0-1 16,1 0 1-16,-2 0-1 0,0 2 1 0,0 0-162 16,0 2 1-16,0 3 0 0,-2 1 0 0,0-4-1 15,1 0 1-15,1 2 0 0,0 2 0 0,2 0-21 0,4 1 0 16,0-1 0-16,0 2 1 0,4 2-1 0,0 3 0 15,2-5 0-15,3 6 0 0,3 1-22 0,-4 1 0 16,4 1 0-16,2-1 1 0,3 7-1 0,-1-3 0 16,2-1 0-16,1-1 0 0,1 5-18 0,-6-2 0 15,2-3 0-15,-1-1 1 0,-3-1-1 0,-4 1 0 16,-4-3 0-16,0-2 0 0,-4-1-1 0,-4-3 0 0,0 0 0 16,-4 0 1-16,-4-6-1 0,2 1 0 0,-9-3 0 15,3-2 0-15,-4 0 3 0,1-4 0 0,1-3 0 16,2-1 0-16,-1-2 0 0,1 2 0 0,6-9 0 15,2 3 0-15,0-5 3 0,6 3 1 0,4-6 0 16,6 3 0-16,0-1-1 0,2-3 1 0,6 0-1 16,-1 3 1-16,3-3-6 0,2 1 1 0,5-1 0 15,-7 5 0-15,2 1-1 0,-1-1 1 0,-3 1 0 16,-4 3 0-16,-4 2-1 0,1 0 0 0,-5 1 0 0,-4 1 0 16,-4 2 0-16,-3 0 0 0,1 3 0 0,-6-3 0 15,-2 2-1-15,2 0 1 0,-9 4-1 0,3 2 1 16,-2 0-1-16,1 0 1 0,-1 4-1 0,4 0 1 15,1 0-3-15,-3 2 1 0</inkml:trace>
  <inkml:trace contextRef="#ctx0" brushRef="#br0" timeOffset="137027.01">19245 9998 204 0,'0'0'0'16,"0"0"0"-16,0 0 0 0,0 0 234 0,0 0 1 15,2-8 0-15,0 4 0 0,3 0-1 0,-1-2 1 16,2 2-1-16,2-3 1 0,0 1-185 0,0 2 0 16,2-2 0-16,3 4 0 0,-1 0-1 0,0 0 1 0,2 2 0 15,-4 0 0-15,3 4-17 0,-1 4 0 0,0-4 0 16,-4 5 0-16,0 1-1 0,-2 2 1 0,3 0 0 15,-5 3 0-15,0-1-12 0,0 7 1 0,-2-5-1 16,0 5 1-16,0 1-1 0,-2 3 1 0,2 5-1 16,0-3 1-16,-2 4-22 0,2 2 0 0,-2-3 0 15,2 1 1-15,-2 0-1 0,0-6 0 0,2 1 0 16,-2-7 0-16,0-19 0 0,0 0-2187 0</inkml:trace>
  <inkml:trace contextRef="#ctx0" brushRef="#br0" timeOffset="137192.7">19221 10234 428 0,'0'0'0'0,"0"0"0"0,0 0 0 0,0 0 214 15,0 0 0-15,0-6 0 0,2 2 0 0,0 0-1 16,2 4 1-16,4-6 0 0,-2 4 0 0,2 0-151 16,5-1 0-16,3 1 0 0,2 2 1 0,3 0-1 15,-3-2 0-15,4 2 0 0,3-2 0 0,22-2-63 0,-47 4-1983 16</inkml:trace>
  <inkml:trace contextRef="#ctx0" brushRef="#br0" timeOffset="137727.65">19573 10000 668 0,'0'0'0'0,"0"0"0"0,0 0 0 16,0 0 167-16,0 0 1 0,0 0 0 0,-6-10 0 15,8 6-1-15,0-2 1 0,4 0 0 0,-2 0 0 16,0 1-92-16,4 1 0 0,3-4 0 0,1 4 0 0,2 2-1 16,0 0 1-16,5 2 0 0,-3 0 0 0,2 2-21 15,3 4 1-15,1 2-1 0,-6-2 1 0,3 7-1 16,-5-1 0-16,-2 2 0 0,0 3 1 0,-8-3-25 16,0 3 1-16,-4 1-1 0,0 1 1 0,-4-3-1 15,0 2 1-15,-8 1-1 0,0 1 1 0,2-3-35 16,-3-3 1-16,1 0 0 0,0 3 0 0,2-7 0 0,-4 2 0 15,3-3 0-15,5-3 0 0,2 0 10 0,0 0 0 16,4-2 0-16,4 0 1 0,0-4-1 0,4 4 0 16,5-4 0-16,1 5 0 0,2-1-3 0,2 2 1 15,1 2-1-15,1 0 1 0,3-2-1 0,-3 7 0 16,-2-5 0-16,-2 4 1 0,-1 3-3 0,-7-7 0 16,-4 6 0-16,-4 2 0 0,-4 3-1 0,0-7 1 15,-6 7 0-15,-7-9 0 0,-1 6 0 0,-2-3 0 0,-3 1 0 16,-5-4 0-16,-1-2 0 0,1 1 0 0,-7-5 0 15,5 0 0-15,-17-4-3 0,47 0-2588 0</inkml:trace>
  <inkml:trace contextRef="#ctx0" brushRef="#br0" timeOffset="139726.37">8157 11239 428 0,'0'0'0'0,"0"0"0"15,0 0 0-15,0 0 171 0,0 0 0 0,0 0 0 16,0 0 1-16,-4 6-1 0,0-2 0 0,0 5 0 16,4 7 1-16,-4 0-87 0,0 13 0 0,0 10 0 15,-2 14 0-15,0 13 0 0,4 6 0 0,-2 12 0 16,4 21 0-16,0-7-23 0,8-8 0 0,2-6 0 15,6-8 0-15,7-14 0 0,1-9 0 0,2-12 0 0,9-6 0 16,-35-35-62-16,0 0-2231 0</inkml:trace>
  <inkml:trace contextRef="#ctx0" brushRef="#br0" timeOffset="147377.13">8377 11518 352 0,'0'0'0'0,"0"0"0"0,0 0 0 16,0 0 120-16,0 0 1 0,0 0-1 0,0 0 1 15,0 0-1-15,0 0 1 0,0 0-1 0,0 0 1 0,0 0-35 16,0-6 1-16,0 2 0 0,0 4 0 0,4-4-1 16,-4 0 1-16,0-3 0 0,0 1 0 0,4 2-26 15,-4-2 0-15,0 2 0 0,0-2 0 0,0 2-1 16,4 0 1-16,-4 0 0 0,4-1 0 0,0-3-19 0,3 2 1 16,-3 0 0-16,4 2 0 0,4-2-1 0,-2 2 1 15,6-5-1-15,-1 3 1 0,5 0-50 0,-4 0 1 16,7 2-1-16,-7 0 1 0,6 2-1 0,-3 2 1 15,1 2-1-15,-4 2 1 0,3 2 24 0,-7 4 0 16,-4 5 0-16,-4-5 1 0,-2 2-1 0,-2 5 0 16,-4 1 0-16,-2-2 1 0,-2 3-11 0,-4-3 1 15,-7 3-1-15,3 3 1 0,-4-3-1 0,1-1 0 16,-3-1 0-16,6 1 1 0,-7 1 4 0,7 1 0 0,-2-6 0 16,1 3 0-16,5-3-1 0,2 3 1 0,6-7 0 15,-4 0 0-15,8 0-5 0,4-6 1 0,0 1 0 16,4-3 0-16,6 0-1 0,3 0 1 0,1 0 0 15,2 0 0-15,3-2-2 0,1 0 0 0,7 4 0 16,-1-4 1-16,1 0-1 0,-5 4 0 0,7 0 0 16,-3-2 0-16,13 6-7 0,-43-8-2422 0</inkml:trace>
  <inkml:trace contextRef="#ctx0" brushRef="#br0" timeOffset="147926.87">8678 12037 180 0,'0'0'0'0,"0"0"0"15,0 0 0-15,0 0 265 0,-8-4 1 0,2 2-1 16,2 0 1-16,0-2-1 0,-4 0 1 0,0 2-1 16,-5-1 1-16,3 1-200 0,2 0 0 0,0 0 0 15,-4 2 1-15,4 0-1 0,2 2 0 0,-3 0 0 0,1 5 0 16,4 1-20-16,-4-2 1 0,2 2-1 0,2 4 1 16,0 3-1-16,4 1 1 0,0 3-1 0,0-1 1 15,4 3-28-15,0-5 0 0,6 3 0 0,6-3 1 16,-1-2-1-16,5-3 0 0,-4-3 0 0,7-4 0 15,-3-4-19-15,2-4 1 0,-3-4-1 0,1-3 1 16,0-5-1-16,-1-3 1 0,-1-3-1 0,-2-1 1 0,-8-1-2 16,-3 1 1-16,-1-4 0 0,-4 3 0 0,-4-1 0 15,-5 5 0-15,-3 1 0 0,-2 5 0 0,-6 2 2 16,-3 3 1-16,-1 7 0 0,1 4 0 0,-3 7-1 16,-3-1 1-16</inkml:trace>
  <inkml:trace contextRef="#ctx0" brushRef="#br0" timeOffset="161201.76">9026 11239 652 0,'0'0'0'0,"0"0"0"16,0 0 0-16,0 0 183 0,0 0 0 0,9 0 0 16,-5 4 0-16,6-2-1 0,2 2 1 0,4 7 0 15,3 3 0-15,1 9-96 0,2 7 1 0,3 9 0 16,5 15 0-16,-3 5-1 0,-3 13 1 0,3 6 0 16,-5 22 0-16,-6-3-26 0,-6-9 0 0,-5-4 0 15,-5-8 0-15,-5-6-1 0,-5-9 1 0,-2-7 0 0,-10-7 0 16,-3-6-76-16,-5-4 0 0</inkml:trace>
  <inkml:trace contextRef="#ctx0" brushRef="#br0" timeOffset="161599.5">9594 11297 620 0,'0'0'0'0,"0"0"0"15,0 0 0-15,0 0 185 0,0 0 1 0,0 0-1 16,0 0 1-16,-4 12-1 0,2 0 1 0,2 5-1 16,0 3 1-16,-2 11-114 0,2 6 1 0,0 10-1 15,0 6 1-15,2 13-1 0,4 6 1 0,6 2-1 16,1 1 1-16,5 14-21 0,6-16 1 0,3-5 0 0,7-12 0 15,1-7-1-15,8-12 1 0</inkml:trace>
  <inkml:trace contextRef="#ctx0" brushRef="#br0" timeOffset="162467.94">9954 11612 548 0,'0'0'0'0,"0"0"0"16,0 0 0-16,0 0 188 0,0 0 1 0,0 0-1 15,0 0 1-15,0 0-1 0,0 0 1 0,0 0-1 16,0 0 1-16,0 0-115 0,0-10 1 0,5 6-1 15,-1-2 1-15,0 2-1 0,2-6 0 0,2 1 0 0,-4 1 1 16,4 0-30-16,-4-2 0 0,4 1 0 0,-4 5 1 16,0-4-1-16,3 2 0 0,-3 4 0 0,-4 0 1 15,4 0-23-15,-4 2 1 0,4 0-1 0,-4 4 1 16,0 0-1-16,4 4 1 0,-4 3-1 0,4 1 1 16,0 4-24-16,-2 3 1 0,2-1 0 0,0 3 0 0,0 1-1 15,4-1 1-15,-4 1 0 0,1 1 0 0,-1-1 0 16,2 1 1-16,-2-2 0 0,0-3 0 0,0-2-1 15,0 1 1-15</inkml:trace>
  <inkml:trace contextRef="#ctx0" brushRef="#br0" timeOffset="162649.9">9977 11826 112 0,'0'0'0'16,"0"0"0"-16,0 0 0 0,-8 0 262 0,6 0 0 15,2 2 0-15,-4 0 1 0,4 0-1 0,0 0 0 16,4 0 0-16,-2 0 1 0,4-2-195 0,4 0 0 16,2 0 0-16,6 0 0 0,3-2 0 0,1 0 0 0,3-2 0 15,-3 0 0-15,2 0-23 0,3 0 1 0</inkml:trace>
  <inkml:trace contextRef="#ctx0" brushRef="#br0" timeOffset="163201.44">10376 11713 688 0,'0'0'0'0,"0"0"0"0,0 0 0 15,0 0 156-15,0 0 1 0,8-2-1 0,-2 2 1 16,0-4-1-16,4 4 0 0,-2-4 0 0,5 4 1 16,1 0-91-16,2 0 1 0,2 0 0 0,3 0 0 15,-3 0-1-15,2 4 1 0,3-4-1 0,1 4 1 0,15 2-67 16,-39-6-1854-16</inkml:trace>
  <inkml:trace contextRef="#ctx0" brushRef="#br0" timeOffset="167867.43">10913 11619 392 0,'0'0'0'0,"0"0"0"16,0 0 0-16,0 0 109 0,0 0 1 0,-8 6 0 16,4-4 0-16,-2 0-1 0,2 0 1 0,-4 2-1 15,3 0 1-15,-3 2-28 0,4-2 1 0,0 3-1 16,0-1 1-16,0 4-1 0,2 0 1 0,2 0-1 15,0 5 1-15,0 1-24 0,2 3 1 0,2-1-1 16,4 1 1-16,0 1-1 0,5-4 1 0,1 3-1 0,2-1 1 16,2-7-23-16,3-3 0 0,1 0 0 0,3-4 1 15,-7-4-1-15,2-4 0 0,-1-2 0 0,1-2 1 16,-2-5-42-16,-6-5 1 0,1-3 0 0,-3-1 0 0,-2-1 0 16,0-3 0-16,-8-3 0 0,0 2 0 0,-4-1 17 15,0-1 0-15,-6 2 0 0,-2 5 1 0,-1-1-1 16,-5 5 0-16,2 3 0 0,-5 5 0 0,3 4-7 15,-2 6 1-15,1 0 0 0,-3 4 0 0,2 2-1 16,-1 6 1-16,3-1 0 0,2 5 0 0,2-2 0 0,-3 3 0 16</inkml:trace>
  <inkml:trace contextRef="#ctx0" brushRef="#br0" timeOffset="168132.71">11338 11774 672 0,'0'0'0'0,"0"0"0"15,0 0 0-15,0 0 161 0,0 0 1 0,0 0-1 0,0 0 1 16,0 0-1-16,0 0 0 0,0 0 0 0,0 0 1 16,0 0-162-16,0 0-1473 0</inkml:trace>
  <inkml:trace contextRef="#ctx0" brushRef="#br0" timeOffset="168482.71">11768 11393 556 0,'0'0'0'16,"0"0"0"-16,0 0 0 0,-12 0 152 0,1 2 1 15,-1 2-1-15,0 2 1 0,-2 0-1 0,2 5 0 16,-9-3 0-16,3 4 1 0,2 5-101 0,-3 1 0 15,-1 5 0-15,4-7 0 0,6 5 0 0,1-1 0 16,1-4 0-16,8 3 0 0,4-9-11 0,4 2 1 0,5-1-1 16,1-3 1-16,6 0-1 0,3 0 1 0,1-4-1 15,3 3 1-15,-1-1-18 0,0 0 0 0,3 2 0 16,-7-4 1-16,-1 4-1 0,-3 3 0 0,-10-1 0 16,0 2 0-16,-4 1-27 0,-4-3 0 0,-4 0 0 15,-4 0 0-15,0-4 0 0,-10-1 0 0,-3 1 0 16,-1 0 0-16,-2-6 9 0,-3 0 0 0,1 0 0 15,-3-4 1-15,3 0-1 0,3 0 0 0,-3-5 0 0,10 3 0 16,16 6-6-16,0 0-2056 0</inkml:trace>
  <inkml:trace contextRef="#ctx0" brushRef="#br0" timeOffset="168883.51">11898 11514 500 0,'0'0'0'16,"0"0"0"-16,0 0 0 0,0 0 188 0,0 0 1 15,0 0 0-15,0 0 0 0,0 0-1 0,-4-6 1 16,6 2 0-16,4 0 0 0,2 0-131 0,5-1 0 15,-3 1 0-15,6-2 1 0,2 2-1 0,3 0 0 16,3-2 0-16,3 4 1 0,-5 0-21 0,4 2 1 16,-1 0-1-16,-5 4 1 0,3 2-1 0,-9-2 0 0,-2 4 0 15,-4 7 1-15,-4-5-20 0,-4 2 0 0,-4 3 0 16,-4 1 0-16,-2 0-1 0,-2 3 1 0,-1-3 0 16,-5 3 0-16,2-1-19 0,4 1 1 0,-5 1-1 15,3-6 1-15,2 5-1 0,2-3 1 0,2 1-1 16,3-3 1-16,1 0-1 0,4-3 0 0,4 3 0 15,1-4 1-15,-1 3-1 0,6-3 0 0,2 0 0 16,4-4 1-16,3 3 3 0,-3-5 0 0,6-2 0 0,1-2 1 16,19-4-5-16,-42 4-2218 0</inkml:trace>
  <inkml:trace contextRef="#ctx0" brushRef="#br0" timeOffset="169199.71">12665 11399 508 0,'0'0'0'0,"0"0"0"0,0 0 0 0,-12 0 207 16,8 0 0-16,-4 0 0 0,-2 0 0 0,2 0-1 15,0 0 1-15,-5 2 0 0,3 0 0 0,2 2-138 0,-4 0 1 16,4 1 0-16,-3 1 0 0,5-2-1 0,0 2 1 16,2 0-1-16,0 2 1 0,4 1-22 0,0 1 1 15,4 2 0-15,0 0 0 0,0 3-1 0,2-3 1 16,7 2-1-16,-5 3 1 0,4 1-28 0,0-3 0 15,2 1 0-15,3-4 1 0,-3 3-1 0,-2-3 0 16,-2 2 0-16,1-3 0 0,-5 1-20 0,-2 0 1 16,-4-2-1-16,-4 3 1 0,-4-1-1 0,-3 2 1 0,-5-3-1 15,0 1 1-15,-3 0 0 0,-5-6 0 0,2-1 0 16,-1-1 0-16,-3-4-1 0,5-2 1 0,-3-2 0 16,6-3 0-16,-5 1-2 0,7-4 0 0,-2 2 0 15,6 0 1-15,-1-3-1 0,3 5 0 0</inkml:trace>
  <inkml:trace contextRef="#ctx0" brushRef="#br0" timeOffset="169450.04">12834 11450 724 0,'0'0'0'0,"0"0"0"0,0 0 0 0,0 0 185 0,0 0 1 16,0 11 0-16,0-3 0 0,0 4-1 16,0 7 1-16,4-5 0 0,-4 9 0 0,0 1-118 0,0 7 0 15,0-4 0-15,4 7 0 0,-4-3 0 0,0-2 0 16</inkml:trace>
  <inkml:trace contextRef="#ctx0" brushRef="#br0" timeOffset="170217.62">13256 11496 16 0,'0'0'0'16,"0"0"0"-16,0 0 0 0,0 0 267 0,0 0 0 15,-9 0 0-15,7 0 0 0,0 0-1 0,0 0 1 16,-2-3 0-16,0 3 0 0,0-2-204 0,-4 0 1 0,4 0-1 16,-6 0 1-16,2 0-1 0,-1 0 1 0,-3 0-1 15,-2 2 1-15,2 0-16 0,-4 0 1 0,-3 0 0 16,3 2 0-16,-2 2-1 0,-3 0 1 0,3 3-1 15,2 1 1-15,1 2-14 0,-1-2 0 0,4 4 0 16,-4-3 1-16,5 5-1 0,-1-4 0 0,4 1 0 16,2 3 0-16,2-6-44 0,4 0 0 0,2 3 0 15,2-5 1-15,2 0-1 0,4 0 0 0,3-2 0 0,1 0 1 16,6-4 21-16,-4 0 0 0,7-4 0 0,-1 0 0 16,3-2 0-16,1-2 0 0,-6-1 0 0,3-1 0 15,-7 2 2-15,2 0 0 0,-1-4 0 0,-3 3 0 16,-6 3 0-16,0-4 0 0,-2 4 0 0,0 0 0 15,-1 1-1-15,-3 1 0 0,2 0 0 0,-4 2 1 0,0 0-1 16,0 2 0-16,0 0 0 0,4 0 0 0,-4 2-2 16,4 4 0-16,0-2 0 0,0 5 1 0,0 5-1 15,0-4 0-15,2 5 0 0,-2 1 1 0,0-2-8 16,0 5 1-16,0-1 0 0,-4 1 0 0,5-1-1 16,-5-1 1-16,0 1-1 0,0-1 1 0,0-1-4 0,0-2 0 15,0-3 0-15,4 1 0 0,-4-2 0 0,4-2 0 16,-4 1 0-16,4-1 0 0,0-6-1 0,0-2 0 15</inkml:trace>
  <inkml:trace contextRef="#ctx0" brushRef="#br0" timeOffset="170500.3">13512 11333 92 0,'0'0'0'0,"0"0"0"15,0 0 0-15,0 0 285 0,0 0 1 0,0 0-1 0,0 0 1 16,0 0-1-16,0 0 0 0,0 0 0 0,0 0 1 16,0 0-230-16,6 7 0 0,2 1 0 0,0 2 1 15,5 4-1-15,-1 5 0 0,6 6 0 0,1 5 1 16,1 7-20-16,-2 6 1 0,3 7 0 0,-9 1 0 15,-2 4-1-15,-2 5 1 0,-8-3 0 0,0 1 0 0,-4-5-11 16,-4-4 0-16,-2-2 0 0,-3-8 0 0,1-6 0 16,0-6 0-16</inkml:trace>
  <inkml:trace contextRef="#ctx0" brushRef="#br0" timeOffset="171817.33">13840 11309 484 0,'0'0'0'0,"0"0"0"16,0 0 0-16,0 0 151 0,0 0 0 0,0 0 0 16,-8-8 0-16,6 4 0 0,0-1 0 0,2-1 0 0,0 0 0 15,2 0-63-15,4-2 0 0,-2 0 0 0,4-1 1 16,0 3-1-16,4 2 0 0,2-4 0 0,3 2 0 15,1 0-24-15,0 4 0 0,3-3 0 0,-3 5 1 16,2 0-1-16,-1 5 0 0,1-1 0 0,-6 2 1 16,-1 2-27-16,-1 2 1 0,-4-1-1 0,-4 3 1 15,-4 0-1-15,0 2 0 0,-4 3 0 0,-4 1 1 0,-2-5-42 16,-3 5 0-16,1-4 0 0,-6 3 1 0,2-3-1 16,-5-1 1-16,3-3-1 0,-2-4 1 0,1 0 14 15,-1 2 1-15,6-4 0 0,-3-4 0 0,5 0-1 16,2 0 1-16,6-4 0 0,-4 4 0 0,8-4-6 0,-4 4 1 15,4-4-1-15,4 2 1 0,4 0-1 0,-2 0 0 16,4 2 0-16,4 0 1 0,-1 0-2 0,3 2 1 16,2 0 0-16,3 4 0 0,-3-2-1 0,-2 2 1 15,2 1-1-15,1-1 1 0,-3 2 0 0,-2-4 0 16,1 2 0-16,-1 0 1 0,-4 1-1 0,2-3 0 16,0-4 0-16,1 0 0 0,-1 0-1 0,2 0 0 0,-2 0 0 15,-2 0 1-15,-10 0-7 0,0 0-2620 0</inkml:trace>
  <inkml:trace contextRef="#ctx0" brushRef="#br0" timeOffset="172301.25">14910 11660 664 0,'0'0'0'0,"0"0"0"16,0 0 0-16,0 0 194 0,0 0 1 0,8 4 0 15,1-4 0-15,-5 0-1 0,4 0 1 0,6 0-1 16,-2 0 1-16,2 0-124 0,7 0 0 0,-3 0 0 16,7-2 1-16,1 2-1 0,3-2 0 0</inkml:trace>
  <inkml:trace contextRef="#ctx0" brushRef="#br0" timeOffset="172701.48">15016 11863 492 0,'0'0'0'0,"0"0"0"16,0 0 0-16,0 0 192 0,-8 2 1 0,4-2 0 15,0 2 0-15,4-2-1 0,-4 0 1 0,4 0-1 16,0 0 1-16,0 0-131 0,4 0 0 0,4 0 0 16,-2 0 0-16,10-2-1 0,1 2 1 0,5-2 0 15,-2 0 0-15,7 2-23 0,-1 0 1 0,1 0-1 16,5 0 1-16,-5 0-1 0,-1 0 0 0</inkml:trace>
  <inkml:trace contextRef="#ctx0" brushRef="#br0" timeOffset="175167.34">15899 11534 328 0,'0'0'0'0,"0"0"0"15,0 0 0-15,-6 5 159 0,-2-1 0 0,4 0 0 16,-6 0 0-16,2 2-1 0,0 2 1 0,-5-2 0 15,3 5 0-15,0-1-74 0,0 0 1 0,6 2-1 16,-4 3 1-16,-2 1-1 0,3 3 0 0,1 1 0 16,2 3 1-16,4-1-24 0,0 5 1 0,0-2 0 15,4 3 0-15,2-1-1 0,5-2 1 0,3-3-1 0,-2-1 1 16,10-3-21-16,-1-3 0 0,5-7 0 0,1-6 0 16,-1-4 0-16,5-2 0 0,1-11 0 0,3-1 0 15,-5-11-49-15,1 1 1 0,-1-9 0 0,-1-2 0 0,-7 0 0 16,-1 0 0-16,-5-4 0 0,-2 2 0 0,-8 4 22 15,0 0 1-15,-4 4 0 0,-4 5 0 16,-4-1-1-16,-4 7 1 0,-6 5 0 0,2 5 0 0,-7 4-11 16,-1 6 1-16,-5 2 0 0,-3 4 0 0,1 6-1 15,-9 3 1-15,3 3 0 0,-4 3 0 0,5 1-2 0,-1 3 0 16,3 1 0-16,1 1 1 0,31-27-6 16,0 0-2460-16</inkml:trace>
  <inkml:trace contextRef="#ctx0" brushRef="#br0" timeOffset="175601.86">16469 11891 252 0,'0'0'0'0,"0"0"0"0,0 0 0 16,-8 0 237-16,4 0 1 0,0 2-1 0,0-2 1 15,0 0-1-15,0 0 0 0,0 0 0 0,2 0 1 16,0-2-184-16,0 0 1 0,2 0 0 0,0 2 0 0,0-4-1 15,0 0 1-15,2 4 0 0,0-4 0 16,2 4-16-16,-2 0 0 0,2 0 0 0,0 0 1 0,0 0-1 16,0 0 0-16,0 4 0 0,0-4 1 0,0 4-14 15,-4-4 1-15,2 4-1 0,0 0 1 0,-2 0-1 16,0-1 1-16,0 1-1 0,-2-2 1 0,0 4-32 16,-2-6 1-16,0 4-1 0,0-2 1 0,0 0-1 0,-4 0 1 15,4 0 0-15,0-2 0 0,0 0 9 0,2 0 1 16,-2 0 0-16,-1 0 0 0,5 0-1 0,-4 0 1 15,4 0 0-15,-4 0 0 0,-2 0-2 0,0 0 0 16</inkml:trace>
  <inkml:trace contextRef="#ctx0" brushRef="#br0" timeOffset="176099.89">16825 11623 276 0,'0'0'0'0,"0"0"0"0,0 0 0 15,0 0 233-15,-8-4 0 0,8 4 0 0,-4-5 0 0,4 1-1 16,-4 0 1-16,4 0 0 0,0 2 0 0,0-2-177 16,8-4 0-16,-4 2 0 0,5-3 0 0,5 3-1 15,-2 0 1-15,2-4 0 0,7 4 0 0,-1 0-18 16,2 1 0-16,5 5 0 0,-7 0 0 0,-2 0-1 16,3 7 1-16,-3 3 0 0,-6 4 0 0,-1-1-19 0,-5 5 0 15,-4-2 0-15,-4 5 0 0,-4 2-1 0,-3 1 1 16,-1 3 0-16,-6-1 0 0,-2 1-19 0,1-2 0 15,-1-1 0-15,2-3 0 0,-5-3 0 0,7-3 0 16,-4-7 0-16,6 0 0 0,-1-8 0 0,1 0 0 16,6-4 0-16,2-2 0 0,0-2 0 0,0-1 0 15,4-3 0-15,0 2 0 0,4 2 1 0,0-3 1 16,2 3-1-16,0 4 1 0,8 0-1 0,-1 0 1 0,-1 0-1 16,6 4 1-16,-2 0 7 0,7 4 0 0,-3-4 0 15,3 4 0-15,-1 0 0 0,2-2 0 0,3 0 0 16,-5 0 0-16,3 0 3 0,-3 0 1 0,-2 0-1 15,3 0 1-15,-23-2-13 0,0 0-2381 0</inkml:trace>
  <inkml:trace contextRef="#ctx0" brushRef="#br0" timeOffset="176716.62">17381 11633 344 0,'0'0'0'15,"0"0"0"-15,0 0 0 0,0 0 240 0,0 0 1 16,0 0 0-16,0 0 0 0,4-8-1 0,-4 6 1 16,0 2-1-16,0-4 1 0,0 4-181 0,0-7 1 15,0 3 0-15,0 0 0 0,0 2-1 0,0 0 1 0,4 0 0 16,-4 0 0-16,4-2-21 0,-4 0 1 0,2-2-1 15,4 2 1-15,3-1-1 0,1 1 1 0,2 0-1 16,-2 0 1-16,6 0-20 0,-1 0 1 0,3 2 0 16,0 2 0-16,-1 0-1 0,5 2 1 0,-6 2 0 15,3 4 0-15,-3 0-24 0,-2 7 1 0,-6-3 0 16,-2 2 0-16,-2 3 0 0,-4 1 0 0,-4 3 0 0,-2-1 0 16,-2 5 2-16,-6 2 1 0,2-5-1 15,-9 5 1-15,3-3-1 0,2 1 0 0,-3-2 0 0,3-3 1 16,-4-3 1-16,6-3 0 0,-5-4 0 0,7-4 1 15,0-4-1-15,4-2 0 0,2-4 0 0,1-2 0 16,5-2 5-16,0-2 0 0,5-3 0 0,1 1 1 0,2 0-1 16,4 2 0-16,0 1 0 0,7-1 0 0,-3 4 4 15,2 0 1-15,2 2-1 0,3 4 1 0,-3 4-1 16,3-2 0-16,-1 4 0 0,0 0 1 0,-1 2-2 16,-3 1 0-16,2 1 0 0,1-2 0 0,-3 0-1 15,2-2 1-15,-1 0 0 0,-1-1 0 0,-2-3-3 0,3-2 0 16,-1 0 0-16,0-2 0 0,-18 2-8 15,0 0-2673-15</inkml:trace>
  <inkml:trace contextRef="#ctx0" brushRef="#br0" timeOffset="178084.54">17969 11442 688 0,'0'0'0'0,"0"0"0"16,0 0 0-16,0 0 172 0,12 4 1 0,-3-4 0 16,1 4 0-16,2-4-1 0,0 2 1 0,7 1-1 15,-5-1 1-15,6 0-108 0,3 0 1 0,1-2 0 0,-4 0 0 16,3 0-1-16,-1-2 1 0</inkml:trace>
  <inkml:trace contextRef="#ctx0" brushRef="#br0" timeOffset="178519.21">17988 11477 604 0,'0'0'0'0,"0"0"0"0,0 0 0 0,0 0 180 0,0 0 0 15,0 0 0-15,-9 6 1 0,7-2-1 0,0 0 0 16,2 5 0-16,-2-1 0 0,2-2-90 0,0 6 0 16,0 1 0-16,0 1 1 0,0 2-1 0,0 3 0 15,0-3 0-15,2 3 0 0,-2-1-45 0,0 1 1 16,2 1 0-16,0-6 0 0,0 3-1 0,1-5 1 16,1 3-1-16,0-9 1 0,4 0-17 0,-4-2 1 15,2-2-1-15,0-2 1 0,2 0-1 0,2-2 1 16,-1-2-1-16,-3 0 1 0,2 0-32 0,0 0 0 0,4-1 0 15,-4 1 0-15,5 0 0 0,1 0 0 0,-2 2 0 16,-2 0 0-16,6 0 7 0,-3 2 1 0,3 0 0 16,-2 0 0-16,4 0-1 0,3 2 1 0,-5 2-1 15,2 0 1-15,1 4-1 0,1-3 0 0,-6 1 0 16,1 0 1-16,-1 2-1 0,-4 2 0 0,2-4 0 16,-4 3 1-16,1 3 4 0,-1-4 0 0,-6 2 0 15,-2 3 1-15,0-5-1 0,-2 6 0 0,-2-3 0 16,-5-1 0-16,1 4-3 0,-4 1 1 0,2 1-1 0,-6-2 1 15,-1 3-1-15,3-7 0 0,-6 2 0 0,1-1 1 16,-1-3-4-16,2 0 0 0,-5-4 0 0,7-4 0 16,-4-4 0-16,1 0 0 0,1-2 0 0,6 0 0 15,12 6-4-15,0 0-2708 0</inkml:trace>
  <inkml:trace contextRef="#ctx0" brushRef="#br0" timeOffset="179099.03">18468 11510 456 0,'0'0'0'0,"0"0"0"15,0 0 0-15,0 0 201 0,0 0 1 0,0 0 0 16,0 0 0-16,0 0-1 0,0 0 1 0,0 0-1 0,-8-2 1 15,4 4-141-15,2 0 0 0,0 0 0 0,-2 4 1 16,-3 4-1-16,1 3 0 0,0 1 0 0,-2-2 1 16,-2 7-20-16,2-5 1 0,0 3 0 0,0-1 0 15,3 2-1-15,-3-3 1 0,4-1 0 0,2-2 0 16,2 1-10-16,2-3 1 0,2-4-1 0,4 0 1 0,1-2-1 16,-3 1 0-16,6-5 0 0,0 0 1 15,2 0-44-15,3 0 1 0,-1-5 0 0,2 1 0 0,3 0-1 16,1-2 1-16,0 0 0 0,3 0 0 0,-7 2 21 15,7-7 1-15,-7 5 0 0,2-4 0 0,-1 0-1 16,-3 0 1-16,-2-1-1 0,-4 1 1 0,0 0 0 0,-1-1 1 16,-3 1 0-16,-2 4 0 0,0 0-1 0,-2-4 1 15,0 4-1-15,0-1 1 0,-2 5-4 0,0 0 1 16,0 2 0-16,0 4 0 0,0 3-1 0,-2 1 1 16,0 4 0-16,0-2 0 0,0 7 2 0,0 1 0 15,0 3 0-15,0 1 0 0,0 1 0 0,2 3 0 16,-4-1 0-16,4 0 0 0,-5-1-7 0,1 1 1 15,4-5 0-15,-4-1 0 0,4-19-7 0,0 0-2641 0</inkml:trace>
  <inkml:trace contextRef="#ctx0" brushRef="#br0" timeOffset="180533.89">19097 11452 444 0,'0'0'0'15,"0"0"0"-15,0 0 0 0,0 0 235 0,0 0 1 16,0 0-1-16,0 0 1 0,0 0-1 0,-4 11 0 16,2-9 0-16,-2 2 1 0,0 4-165 0,-5-2 0 0,3 2 0 15,0 5 1-15,0-3-1 0,-2 2 0 0,0 3 0 16,-2 1 0-16,2 0-37 0,-1 3 1 0,1-9 0 16,4 7 0-16,-4-5-1 0,4 2 1 0,2-3 0 15,0 1 0-15,2 0-14 0,0-6 1 0,4 0 0 16,0 1 0-16,4 1-1 0,-4-8 1 0,4 4-1 15,3-4 1-15,1 0-23 0,0 0 1 0,-2 0 0 16,6 0 0-16,-3-4-1 0,3 4 1 0,2-4 0 16,-1 0 0-16,1-1 2 0,0 1 1 0,3-2-1 0,-5 2 1 15,2-4-1-15,-2 2 1 0,3-2-1 0,-1-1 1 16,-2-3-3-16,1 2 1 0,-3 2 0 0,-2-5 0 16,0 7-1-16,-2-2 1 0,-1 0 0 0,-3 0 0 15,0 1 2-15,-2 3 0 0,0-4 0 0,0 4 1 16,-4 0-1-16,2 0 0 0,-2 2 0 0,0 2 1 15,0 0 2-15,0 2 1 0,-2 2 0 0,2 4 0 0,-4 2-1 16,-4 3 1-16,2 3 0 0,0 2 0 0,-3 5-1 16,-1 4 0-16,2 1 0 0,-4 5 1 0,2 0-1 15,2 0 0-15,-1-2 0 0,-1-1 0 0,4-3-3 0,0-4 1 16,2-3-1-16,4-1 1 0,0-19-4 0,0 0-2636 16</inkml:trace>
  <inkml:trace contextRef="#ctx0" brushRef="#br0" timeOffset="180983">19870 11385 352 0,'0'0'0'0,"0"0"0"16,0 0 0-16,0 0 244 0,0 0 0 0,-8-6 0 15,4 4 0-15,-2 0 0 0,2-1 0 0,-4 1 0 0,2 2 0 16,-3 0-184-16,1 2 0 0,0 1 0 0,-2 1 1 16,0 2-1-16,0 4 0 0,1 2 0 0,-5 3 1 15,2-1-22-15,0 5 1 0,-2 3-1 0,-3 5 1 16,1-1-1-16,0 5 0 0,1 4 0 0,1-4 1 15,2 4-22-15,4-3 1 0,4 3 0 0,0-4 0 0,4 0-1 16,4-4 1-16,4-3-1 0,4-1 1 0,2-5-17 16,5-6 0-16,5-1 0 0,-4-7 1 0,7-4-1 15,-5-4 0-15,3-2 0 0,5-5 1 0,-3-3-3 0,-1-2 0 16,-1-7 0-16,-5 0 1 0,-2 1-1 16,-3-1 0-16,-7-1 0 0,-4 3 1 0,-4 5 6 0,-6-1 1 15,-5 7 0-15,-3 2 0 0,-2 2-1 16,0 4 1-16,-7 2 0 0,1 0 0 0,-3 2 4 0,-1 2 0 15,0 2 0-15,-1 0 1 0,-1 2-1 0,1-1 0 16</inkml:trace>
  <inkml:trace contextRef="#ctx0" brushRef="#br0" timeOffset="-206495.17">25310 6911 188 0,'0'0'0'0,"0"0"0"0,0 0 0 0,-8 0 86 16,4 0 1-16,0-2-1 0,0 2 1 0,0-4-1 16,2 0 1-16,-2 0-1 0,0 0 1 0,2 0 4 15,0-2 1-15,2 2-1 0,0-5 1 0,2 5-1 16,4-6 0-16,-2 2 0 0,2 0 1 0,0-3-18 0,4-1 1 15,3 0-1-15,-1 2 1 0,0-3-1 0,2-1 0 16,3 2 0-16,1 1 1 0,0-1-26 0,3 4 0 16,-7-4 0-16,2 5 0 0,-4-1 0 0,0 4 0 15,-1 0 0-15,-5 4 0 0,0 0-56 0,-2 4 1 16,-4 4 0-16,0-2 0 0,0 7-1 0,-4 3 1 16,-4-2 0-16,2 3 0 0,0 1 29 0,-3 5 1 15,3-1 0-15,-2 1 0 0,4 2-1 0,-2-3 1 0,0-1 0 16,2-1 0-16,4 5-11 0,0-3 1 0,2-3-1 15,4-3 1-15,0 3-1 0,0-7 0 0,6-4 0 16,1-2 1-16,1-2-2 0,4-8 1 0,0-2 0 16,1-2 0-16,1-4-1 0,-2-7 1 0,5 3-1 15,-3-7 1-15,3 1-3 0,-5-1 1 0,2 3 0 16,-3 1 0-16,-3-3-1 0,-2 3 1 0,0 3 0 16,-4 3 0-16,-2 3-1 0,-2 2 1 0,1 4 0 15,-5 0 0-15,0 8-1 0,0 0 1 0,-5 0-1 16,1 4 1-16,0 7-2 0,-2-3 0 0,0 6 0 0,0 3 0 15,2 2-1-15,0-1 1 0,-4 9 0 0,4-4 0 16,2-1-4-16,0 5 1 0,2-9 0 0,0 5 0 16,0-27-6-16,0 0-2409 0</inkml:trace>
  <inkml:trace contextRef="#ctx0" brushRef="#br0" timeOffset="-205993.89">25805 6909 464 0,'0'0'0'16,"0"0"0"-16,0 0 0 0,0 0 208 0,0 0 0 16,0 0 0-16,0 0 0 0,0 0 0 0,0 0 0 15,0-8 0-15,6 0 0 0,4 2-148 0,0-2 0 16,7-5 0-16,-1-1 0 0,4 2-1 0,3-7 1 0,3 1 0 15,-3 1 0-15,1-1-23 0,-2 1 0 0,1 3 0 16,-3 2 1-16,-2-3-1 0,1 7 0 0,-5 0 0 16,0-2 1-16,-4 4-12 0,-3 4 1 0,-1-3-1 15,-2 5 1-15,-2 0-1 0,-2 5 0 0,-2-1 0 16,-2 2 1-16,-2 6-32 0,-1 0 1 0,-1 7-1 16,0-3 1-16,-2 5-1 0,4 3 1 0,-4 3 0 15,2-4 0-15,-1-1 9 0,3 3 1 0,0-1 0 0,6-3 0 16,-4-3-1-16,4 1 1 0,4-3-1 0,-4-3 1 15,6 1 1-15,0-10 0 0,1 4 0 0,3-4 0 16,4-4-1-16,-4 0 1 0,6-8 0 0,1 4 0 16,1-10-1-16,2 1 0 0,5-5 0 0,-1 2 0 15,1-7 0-15,-5 5 0 0,0-3 0 0,-1 3 0 16,-5-3 0-16,-2 7 1 0,-2 3 0 0,-2-1 0 16,1 8-1-16,-7-4 1 0,2 4 0 0,-2 4 0 0,0 0-1 15,-2 2 0-15,0 4 0 0,0 2 1 0,0 2-1 16,-2 3 0-16,0 1 0 0,-2 7 1 0,2-3-1 15,-7 7 1-15,3-3-1 0,0 5 1 0,0 0-1 16,0-1 0-16,2-3 0 0,2 1 1 0,2-5-5 0,4-5 0 16</inkml:trace>
  <inkml:trace contextRef="#ctx0" brushRef="#br0" timeOffset="-205627.87">26733 6928 668 0,'0'0'0'0,"0"0"0"0,0 0 0 0,0 0 175 15,0 0 0-15,12-4 0 0,-8 2 1 0,7 0-1 16,1-2 0-16,2-1 0 0,4 3 0 0,5-6-111 15,1 4 0-15,5-4 0 0,3 2 1 0,3 2-1 16,1 0 0-16,5-5 0 0,-2 3 1 0,28-2-65 0,-67 8-1938 16</inkml:trace>
  <inkml:trace contextRef="#ctx0" brushRef="#br0" timeOffset="-205359.79">27193 6649 632 0,'0'0'0'0,"0"0"0"15,-8 0 0-15,4 2 178 0,-2 0 0 0,0 2 0 16,4-2 0-16,-4 2 0 0,1-4 0 0,5 4 0 16,5 0 0-16,1 3-110 0,6-3 1 0,2 2-1 15,4 0 1-15,5 2-1 0,3-4 1 0,5 3-1 16,1 1 1-16,5 4-15 0,-2 0 0 0,-3-1 0 0,-5 3 1 15,-3 2-1-15,-6 1 0 0,-5 1 0 0,-7 1 1 16,-6-3-27-16,-4 3 0 0,-5-3 0 0,-3-2 0 16,-2 1-1-16,-2-3 1 0</inkml:trace>
  <inkml:trace contextRef="#ctx0" brushRef="#br0" timeOffset="-204760.98">28144 6694 344 0,'0'0'0'0,"0"0"0"0,0 0 0 0,-9-6 223 15,3 4 0-15,0 0 0 0,0 0 0 16,-2 0 0-16,0 2 0 0,-2 0 0 0,-5 0 0 0,1 2-150 15,-2 4 0-15,0 4 0 0,-1-2 1 0,1 7-1 16,0 1 0-16,1 3 0 0,1 7 0 0,2 5-26 0,-2 0 1 16,6 4-1-16,4-3 1 0,4 1-1 0,6-2 0 15,6-2 0-15,6-5 1 0,7-5-20 0,3-5 1 16,9-6-1-16,3-4 1 0,3-12-1 16,6-2 1-16,0-15-1 0,-2-1 1 0,-3-11-32 0,-3-2 0 15,-8-4 0-15,-5-2 1 0,-9 0-1 0,-9 1 1 16,-10 6-1-16,-10 1 1 0,-9 10 8 0,-7-2 0 15,-5 11 0-15,-7 8 0 0,-3 5-1 0,0 12 1 0</inkml:trace>
  <inkml:trace contextRef="#ctx0" brushRef="#br0" timeOffset="-183999.4">25066 8327 24 0,'0'0'0'15,"0"0"0"-15,0 0 0 0,0 0 39 0,0 0 1 0,0 0-1 16,0 0 1-16,0 0-1 0,0 0 1 0,-6-4-1 15,6-1 1-15,-2 5-52 0,0-2 1 0</inkml:trace>
  <inkml:trace contextRef="#ctx0" brushRef="#br0" timeOffset="-182979.59">25091 8286 196 0,'0'0'0'0,"0"0"0"0,0 0 0 0,0 0 74 0,-11 0 0 16,7 0 0-16,-2 0 0 0,2 0-1 0,-2 0 1 16,-2 0 0-16,0 2 0 0,-2 0 22 0,-3 0 0 15,5 2 0-15,-6 0 1 0,4 0-1 0,2 0 0 16,2 2 0-16,2-2 0 0,-3 1-100 0,7-5 0 15,2 0 0-15,7 0 1 0,-3 0-1 0,6-9 0 0,4 3 0 16,-2-2 1-16,5-6 34 0,5-3 0 0,1-1 0 16,3-5 1-16,3-1-1 0,-1 1 0 0,-1 0 0 15,3-3 0-15,-5 1-26 0,-3 3 0 0,3 7 0 16,-11-5 0-16,0 5-1 0,-4 3 1 0,-6 6 0 16,-1 2 0-16,-5 4 8 0,-2 4 1 0,-3 2 0 15,-1 6 0-15,-2 3-1 0,-2 5 1 0,0-1 0 16,0 12 0-16,-3-1 6 0,1 9 1 0,2 2-1 15,2 2 1-15,-4 2-1 0,6-1 1 0,0-3-1 0,3-2 1 16,3-5 3-16,5-3 1 0,1-4-1 0,4-5 1 16,2-5-1-16,2-7 0 0,5-6 0 0,-3-4 1 15,6-8 0-15,5-6 0 0,3-7 0 0,3-8 1 16,-1-3-1-16,5-9 0 0,-2-3 0 0,-1-5 0 16,-7 0-2-16,-1 0 1 0,-1 0 0 0,-7 10 0 0,2 0-1 15,-10 8 1-15,-1 12 0 0,-5 7 0 0,-4 12-2 16,0 4 0-16,-2 4 0 0,0 1 0 0,0 9 0 15,-3 1 0-15,1 7 0 0,0 5 0 0,0 8-4 0,-2 4 1 16,0 6-1-16,2-4 1 0,0 3-1 0,0-3 1 16,0-4-1-16,0 2 1 0,2-4-6 0,2-4 0 15</inkml:trace>
  <inkml:trace contextRef="#ctx0" brushRef="#br0" timeOffset="-182783.89">26232 7789 388 0,'0'0'0'0,"0"0"0"16,0 0 0-16,-10 0 235 0,6 4 0 0,0 1 0 15,0 3 1-15,-2 0-1 0,0 6 0 0,0 5 0 16,0 5 0-16,0 3-172 0,-1 6 1 0,3 10 0 16,-6 2 0-16,2 10-1 0,0-1 1 0,0 7 0 15,0 3 0-15,-1-1-20 0,1-1 0 0,0-3 0 16,2 3 1-16,2-13-1 0,0 7 0 0,0-7 0 0,4-12 0 15,0-37-44-15,0 0-2349 0</inkml:trace>
  <inkml:trace contextRef="#ctx0" brushRef="#br0" timeOffset="-182516.62">25874 8442 568 0,'0'0'0'0,"0"0"0"0,-12 8 0 0,6-4 214 16,-4 0 0-16,0 2 0 0,-1 2 0 0,3 5 0 15,-4 1 0-15,4-2 0 0,2-1 0 0,2 5-141 16,4-6 0-16,4 3 0 0,4-1 0 0,4-2-1 16,4-2 1-16,3-4 0 0,-1 0 0 0,4-4-24 0,3-4 0 15,1 0 0-15,-3 0 1 0,-1-8-1 0,-4 2 0 16,1-3 0-16,-5 1 1 0,-4-2-21 0,0 1 0 16,-10-1 0-16,0 0 1 0,-4 1-1 0,-2 1 0 15,-4 2 0-15,-2 2 0 0,-5 1-32 0,-1 5 0 16,-4 2 0-16,-5 4 0 0,-3 5 0 0,-1 3 0 15,1 6 0-15,1 5 1 0,-18 12 2 0,47-35-2601 0</inkml:trace>
  <inkml:trace contextRef="#ctx0" brushRef="#br0" timeOffset="-182082.38">26741 8423 448 0,'0'0'0'16,"0"0"0"-16,-12 0 0 0,6 0 236 0,-2 0 1 15,0 2-1-15,-1-2 1 0,1 0-1 0,0 2 0 16,2-2 0-16,2 0 1 0,2 0-169 0,2 0 1 0,4 0 0 16,4 0 0-16,4-2-1 0,7 0 1 0,1 2-1 15,7-4 1-15,1 0-23 0,9 0 0 0,5 0 0 16,5 0 0-16,0-1 0 0,4 1 0 0</inkml:trace>
  <inkml:trace contextRef="#ctx0" brushRef="#br0" timeOffset="-181816.31">27163 8247 712 0,'0'0'0'0,"0"0"0"0,0 0 0 16,0 0 182-16,-9 0 1 0,7 0 0 0,2 0 0 15,0 2-1-15,2-2 1 0,2 2 0 0,5-2 0 16,-1 4-116-16,4 0 0 0,6 2 0 0,1-2 1 0,3 0-1 15,2 3 0-15,5-1 0 0,-3 4 1 0,1 2-19 16,-3-4 1-16,-1 7-1 0,-9-7 1 0,-4 6-1 16,-6-1 1-16,-6-1-1 0,-4 4 1 0,-6 1-22 0,-2-1 1 15,-5 3-1-15,-1-1 1 0,-3 3-1 0,1 1 0 16,0-5 0-16,-1 3 1 0,5 1-32 0,0-5 0 16,3 2 0-16,7-7 1 0,8-11 2 0,0 0-2493 15</inkml:trace>
  <inkml:trace contextRef="#ctx0" brushRef="#br0" timeOffset="-180565.5">28164 8464 188 0,'0'0'0'0,"0"0"0"16,0 0 0-16,0 0 241 0,0 0 0 0,0 0 0 0,0 0 0 16,0 0-1-16,-2-8 1 0,0 6 0 0,0 2 0 15,0-4-185-15,0 0 1 0,0 0 0 0,0-1 0 16,0 1-1-16,0 2 1 0,0-2 0 0,-1 2 0 0,1 0-20 15,2-2 1-15,0 0 0 0,0-4 0 0,5 2-1 16,1-1 1-16,2 1 0 0,4 2 0 0,0-4-21 16,4 0 1-16,3 2-1 0,1-3 1 0,1-1-1 15,5 4 1-15,-4 0-1 0,3-2 1 0,-1 1-17 16,-3 3 0-16,-3 2 0 0,-2 2 1 0,-4 0-1 16,-1 2 0-16,-5 2 0 0,-6 3 0 0,0 1-1 0,-4-2 0 15,-3 4 0-15,-3 5 1 0,-2-3-1 16,-2 6 0-16,-2 1 0 0,1-1 0 0,-3 3 4 0,0 1 1 15,-1 5-1-15,1-7 1 0,2 7-1 0,2 0 1 16,1-1-1-16,3 1 1 0,2 0 6 0,2-1 1 16,2-3-1-16,4 0 1 0,4-1-1 0,4-1 0 15,2-5 0-15,2 3 1 0,5-5 1 0,1 0 0 16,2-1 0-16,3-5 1 0,-1 0-1 0,-2-6 0 0,1 0 0 16,1-2 0-16,-22 0-13 0,0 0-2440 0</inkml:trace>
  <inkml:trace contextRef="#ctx0" brushRef="#br0" timeOffset="-180143.1">28862 8423 272 0,'0'0'0'0,"0"0"0"0,0 0 0 16,-10-4 293-16,6 0 1 0,-2 0 0 0,0-2 0 15,1 2-1-15,-1-1 1 0,2 3-1 0,0 0 1 16,2-2-221-16,2 0 0 0,0 4 0 0,2-6 1 0,4 2-1 16,2 2 0-16,3-2 0 0,1 2 1 0,2-2-22 15,4 4 0-15,-1-5 0 0,1 5 0 0,0 0-1 16,-1 5 1-16,-1-1 0 0,-2 0 0 0,-2 2-22 0,-1 6 1 16,-3-2 0-16,-2 3 0 0,-2 1-1 0,-4 3 1 15,-2-1-1-15,-4 2 1 0,2 5-35 0,-9-7 0 16,1 7 0-16,0 0 1 0,-2-1-1 0,2-1 0 15,-1-3 0-15,3-2 1 0,4-1 8 0,4-5 1 16,4-4 0-16,4 0 0 0,4-6-1 0,5 0 1 16,3 0 0-16,2-6 0 0,5 2-3 0,-1 0 1 15,5 2 0-15,1 0 0 0,1 2-1 0,-7 2 1 16,-2 2 0-16,-1 2 0 0,-3 4-2 0,-6-1 1 0,-4 1 0 16,-3 2 0-16,-5 3-1 0,-3 1 1 0,-3-2-1 15,-4 3 1-15,-4-5 2 0,-2 2 1 0,-3 1-1 16,-1 1 1-16,-2-6-1 0,-3-1 1 0,1-1-1 15,-1-4 1-15,25-4-6 0,0 0-2984 0</inkml:trace>
  <inkml:trace contextRef="#ctx0" brushRef="#br0" timeOffset="-180016.27">29521 8729 704 0,'0'0'0'0,"0"0"0"0,0 0 0 16,-8 4 259-16,4-4 0 0,0 4 0 0,0-4 0 15,0 4-1-15,-2-4 1 0,0 2 0 0,2 0 0 0,2 0-190 16,-2 0 1-16</inkml:trace>
  <inkml:trace contextRef="#ctx0" brushRef="#br0" timeOffset="-179365.51">30132 8105 800 0,'0'0'0'0,"0"0"0"0,0 0 0 0,-10-8 197 0,4 4 0 15,-4-2 0-15,-3 0 0 0,-1-1-1 16,-6 3 1-16,-5 0 0 0,-5-4 0 0,-5 2-121 0,-1 2 1 15,-5 4 0-15,-2 2 0 0,4 4-1 0,1 4 1 16,1 0 0-16,7 7 0 0,7 1-16 0,7 3 1 16,6 1-1-16,6 1 1 0,8 4-1 0,6-1 0 15,6 1 0-15,5 4 1 0,5-1-25 0,2-3 0 16,3 4 0-16,0 0 0 0,-3-5-1 0,3 3 1 0,-3-4 0 16,-1-1 0-16,-3-1-42 0,-8-7 0 15,1-1 0-15,-7-3 0 0,-6-2 0 0,-4-6 0 0,-4 4 0 16,-4-3 1-16,-5 1 15 0,-1 2 0 0,0 0 0 15,-7 2 0-15,-1 3-1 0,-2-5 1 0,-1-2 0 16,1 6 0-16,1-3-3 0,1-5 1 0,0 0 0 16,1 2 0-16,21-6-9 0,0 0-2894 0</inkml:trace>
  <inkml:trace contextRef="#ctx0" brushRef="#br0" timeOffset="-176300.77">25241 9336 256 0,'0'0'0'16,"0"0"0"-16,4-13 0 0,-2 9 129 0,2-6 1 15,1 2-1-15,1 0 1 0,0-5-1 0,0 3 1 16,0 2-1-16,-2-2 1 0,0 4-30 0,-2 3 1 16,0 6 0-16,-2 3 0 0,0 8-1 0,-2 5 1 0,-2 5 0 15,-2 13 0-15,-2 14-27 0,-4 17 0 0,-1 6 0 16,-3 10 1-16,-2 23-1 0,1-11 0 0,1-6 0 16,4-10 0-16,0-12-35 0,2-11 0 0,3-7 0 15,3-14 1-15,4-36-40 0,0 0-2136 0</inkml:trace>
  <inkml:trace contextRef="#ctx0" brushRef="#br0" timeOffset="-176050.07">24960 9822 644 0,'0'0'0'0,"0"0"0"0,-12 12 0 16,6-2 188-16,0 1 1 0,2 5-1 0,-4 1 1 15,2 1-1-15,0 0 0 0,4 1 0 0,2 1 1 0,2 3-118 16,4-7 0-16,8-1 0 0,-4-3 0 0,8-4-1 15,5-2 1-15,3-6 0 0,1-4 0 0,3-4-21 16,-1-2 0-16,1-9 0 0,1-1 1 0,-3-3-1 16,-5-3 0-16,-3-1 0 0,-6-4 0 0,-8 0-23 0,-6 5 0 15,-6-5 0-15,-6 6 1 0,-4 5-1 16,-5 3 0-16,-3 5 0 0,-7 6 1 0,-1 6-30 0,-3 4 1 16,1 2 0-16,-1 7 0 0,5-3 0 0,1 2 0 15,9 5 0-15,5 1 0 0,15-18 1 0,0 0-2496 0</inkml:trace>
  <inkml:trace contextRef="#ctx0" brushRef="#br0" timeOffset="-175866.59">25789 9301 644 0,'0'0'0'0,"0"0"0"16,0 0 0-16,0 0 201 0,8-4 1 0,-6 6 0 15,0 2 0-15,-2 2-1 0,0 4 1 0,0 3-1 16,0 5 1-16,-2 9-143 0,-2-1 0 0,-2 13 0 15,0 11 0-15,-7 7-1 0,1 9 1 0,-2 1 0 16,2 7 0-16,2-4-21 0,-3-2 1 0,1 8 0 0,2-13 0 16,2-10-39-16,8-53-2163 0</inkml:trace>
  <inkml:trace contextRef="#ctx0" brushRef="#br0" timeOffset="-175615.48">25479 10021 552 0,'0'0'0'0,"0"0"0"0,-6 4 0 0,-2 0 201 16,4 2 1-16,-2 2-1 0,2 1 1 0,0-3-1 16,0 4 0-16,2 0 0 0,4 1 1 0,4 1-133 15,2-8 1-15,4 4 0 0,2-2 0 0,5-4-1 16,3-2 1-16,5-4-1 0,-1-2 1 0,3 0-20 0,1-8 0 16,-3 1 0-16,-3-5 0 0,-4 1 0 0,-3-1 0 15,-7-1 0-15,-4 3 0 0,-6-2-20 0,-6 5 1 16,0 3-1-16,-7 4 1 0,-5 2-1 0,0 4 0 15,-7 4 0-15,-1 2 1 0,-3 4-35 0,-1 3 0 16,-3 1 0-16,1 2 1 0,1-1-1 0,3 1 0 16,5-2 0-16,7 1 1 0,16-15 3 0,0 0-2500 0</inkml:trace>
  <inkml:trace contextRef="#ctx0" brushRef="#br0" timeOffset="-175317.8">26180 9986 668 0,'0'0'0'0,"0"0"0"0,0 0 0 0,-9-6 194 16,7 4 0-16,-2-2 0 0,4 2 1 0,0-2-1 16,4 1 0-16,0 1 0 0,3-2 0 0,5 0-130 15,4 4 0-15,0-4 0 0,7 2 0 0,-3 0 0 16,11 0 0-16,5 0 0 0,3 0 0 0,0 2-21 0,3-2 1 16,3 0-1-16,0 2 1 0,28-8-44 0,-73 8-2181 15</inkml:trace>
  <inkml:trace contextRef="#ctx0" brushRef="#br0" timeOffset="-175064.58">26755 9687 752 0,'0'0'0'0,"0"0"0"15,-8 2 0-15,2-2 192 0,2 2 1 0,0-2-1 16,0 4 1-16,0-4-1 0,2 4 1 0,2-4-1 15,4 4 1-15,2 0-123 0,6 2 0 0,-2 2 0 16,7-4 1-16,1 5-1 0,4-3 0 0,3 6 0 16,1-2 1-16,3 7-24 15,-3 1 0-15,-3 3 0 0,-3-3 1 0,-4 3-1 0,-5 3 0 0,-7 1 0 0,-4 2 1 16,-7-1-23-16,-5 5 1 0,-6 0 0 0,-2-5 0 16,-1 1-1-16,-3 0 1 0,1-11-1 0,3 3 1 15,20-19-26-15,0 0-2578 0</inkml:trace>
  <inkml:trace contextRef="#ctx0" brushRef="#br0" timeOffset="-174033.36">27952 9598 36 0,'0'0'0'0,"0"0"0"0,-10-4 0 15,4 0 192-15,-8 2 1 0,1-6-1 0,-3 4 1 16,0-2-1-16,-2-1 0 0,1 3 0 0,-1 2 1 15,2 2-92-15,-1 0 0 0,7 4 0 0,-4 3 0 16,8 1 0-16,2 4 0 0,4 0 0 0,6 5 0 0,4 3-33 16,6-1 1-16,5 3 0 0,5 5 0 0,5 2-1 15,5-1 1-15,1 5-1 0,0 0 1 0,-1 0-26 16,-5 4 0-16,-1-2 0 0,-5 0 1 0,-9 1-1 16,-2-1 0-16,-10 0 0 0,-4 0 1 0,-4-4-48 0,-8 0 1 15,-2-5-1-15,-7 1 1 0,-3-11-1 0,0-1 1 16,-3-7-1-16,1-6 1 0,3-8 18 0,1-7 1 15,4-5 0-15,3-11 0 0,5 1-1 0,4-7 1 16,6-4 0-16,6-4 0 0,6 2-11 0,5-4 0 16,1 6 0-16,0-7 0 0,1 3 0 0,-1 6 0 15,0 1 0-15,-6 3 0 0,1 2-2 0,-5 0 0 16,-2 9 0-16,-6 1 1 0,-4 7-1 0,-4-1 0 16,-4 5 0-16,-3 4 0 0,-1-2 0 0,-2 8 1 0,-1-4-1 15,-1 2 1-15,-4 2-1 0,-1 0 0 0,1 2 0 16,1 2 1-16,5 4-4 0,0-2 1 0</inkml:trace>
  <inkml:trace contextRef="#ctx0" brushRef="#br0" timeOffset="-173732.84">28722 9549 348 0,'0'0'0'0,"0"0"0"0,-13 0 0 15,7 0 231-15,-2 0 0 0,-2 0 0 0,-2 0 1 16,-1 0-1-16,-1 0 0 0,0 4 0 0,-4 2 1 16,-1 1-179-16,-1 3 0 0,0 2 0 0,-7 7 0 0,5 1 0 15,-3 7 0-15,1 1 0 0,0 11 0 0,3 0-14 16,3 4 1-16,6 3-1 0,4 3 1 0,8-6-1 16,0 2 1-16,8-4-1 0,6-2 1 0,4-4-9 0,7-11 0 15,1 1 0-15,5-4 0 0,-3-13-1 16,3-2 1-16,1-6 0 0,-1-4 0 0,-5-2-37 0,1-7 1 15,-9-3 0-15,-4-3 0 0,-4 1 0 0,-8 2 0 16,-6-3 0-16,-4 1 0 0,-4-1 12 0,-4 3 1 16,-5 1 0-16,-1 3 0 0,-2-2-1 0,-5 6 1 15,-1 1-1-15,-3 1 1 0,-6 10-8 0,39-4-2404 0</inkml:trace>
  <inkml:trace contextRef="#ctx0" brushRef="#br0" timeOffset="-173314.82">29104 10093 320 0,'0'0'0'0,"0"0"0"0,0 0 0 16,0 0 252-16,0 0 1 0,0 0-1 0,0 0 1 15,0 0-1-15,-6 8 0 0,2-4 0 0,2 0 1 16,-6-2-185-16,2 4 1 0,-2 0 0 0,-3 3 0 16,-1-5-1-16,0 4 1 0,-2-2-1 0,-3 2 1 15,1 0-20-15,4-3 0 0,-4-1 0 0,3 0 0 0,3-2-1 16,0-2 1-16,4 0 0 0,0-2 0 0,2-2-22 16,2 0 1-16,2-5-1 0,0 5 1 0,2-4-1 15,0 2 0-15,2-2 0 0,0 4 1 0,0-5-31 0,0 3 1 16,4 2 0-16,-4 0 0 0,2 4-1 0,1 0 1 15,-1 0 0-15,0 0 0 0,0 0 6 0,0 4 1 16,0 0 0-16,0 0 0 0,0 0-1 0,0 3 1 16,1-3-1-16,-1 0 1 0,-2-2 3 0,-2 2 0 15,0-2 0-15,-2 0 0 0,-4 0 0 0,0-2 0 16,-5 0 0-16,3 0 0 0,-4-2-1 0,0 0 1 16,0 0 0-16,0-2 0 0,2 2-1 0,1-2 1 15</inkml:trace>
  <inkml:trace contextRef="#ctx0" brushRef="#br0" timeOffset="-172980.52">29662 9664 428 0,'0'0'0'0,"0"0"0"0,-10 0 0 0,4 0 268 16,-1 0 0-16,1-4 0 0,0 2 1 0,0 2-1 15,2-2 0-15,4 0 0 0,2 0 1 0,4 0-193 0,6-3 1 16,3 1-1-16,3 4 1 0,4-4-1 15,1 4 0-15,5 0 0 0,3 0 1 0,-1 0-40 0,1 4 0 16,1 3 0-16,-1-1 1 0,18 4-38 0,-49-10-2501 16</inkml:trace>
  <inkml:trace contextRef="#ctx0" brushRef="#br0" timeOffset="-172583.18">29556 9752 340 0,'0'0'0'0,"0"0"0"15,0 0 0-15,0 0 211 0,0 0 1 0,0 0 0 0,-10 4 0 16,8 0-1-16,0 0 1 0,0 7-1 0,0 1 1 15,2 2-145-15,-2 3 1 0,2 1 0 0,0 1 0 16,0 5-1-16,0-1 1 0,-2-3 0 0,0 1 0 16,0-1-14-16,0 3 0 0,2-7 0 0,0 3 0 15,0-7-1-15,0 2 1 0,4-5 0 0,2-3 0 16,2 0-27-16,2-4 1 0,2-4 0 0,4-2 0 0,3-2-1 16,3 0 1-16,1 1-1 0,1-3 1 0,0 2-29 15,3 0 1-15,-1 4-1 0,-1 2 1 0,-1 0-1 16,1 4 1-16,-3 2 0 0,0 2 0 0,1 5 5 15,-3 1 0-15,-2 2 0 0,-1 3 1 0,-3-1-1 16,-8 7 0-16,0 0 0 0,-6-1 0 0,-8 3 0 0,-2 0 0 16,-8-1 0-16,-7-3 0 0,-5 3 0 0,-7-1 0 15,-2-2 0-15,-5-1 0 0,-5-5 0 0,0-3 1 16,-2-6 0-16,4-2 0 0,-8-6-6 0,55 0-2496 0</inkml:trace>
  <inkml:trace contextRef="#ctx0" brushRef="#br0" timeOffset="-168115.16">3456 14703 424 0,'0'0'0'0,"0"0"0"0,0 0 0 16,0-8 158-16,0 4 1 0,4 2-1 0,-4-2 1 15,2 0-1-15,0 0 1 0,4 4-1 0,-2 0 1 16,0 4-70-16,0 4 1 0,0 2-1 0,0 7 1 15,-4 5-1-15,5 5 1 0,-1 6-1 0,-2 14 1 16,0 8-33-16,-2 9 1 0,0 4-1 0,0-3 1 0,0-3-1 16,0-7 0-16,0-6 0 0,0-6 1 0,0-43-58 15,0 0-2151-15</inkml:trace>
  <inkml:trace contextRef="#ctx0" brushRef="#br0" timeOffset="-167931.46">3629 14578 624 0,'0'0'0'16,"0"0"0"-16,0 0 0 0,-4 10 198 0,0-1 0 15,2-1 0-15,2 6 1 0,0 3-1 0,0 3 0 16,0 5 0-16,2 3 1 0,2 14-133 0,4 5 1 16,-4 8-1-16,0 5 1 0,4 5-1 0,-2 3 1 0,7 0-1 15,-5-7 1-15,4-3-31 0,-4-11 1 0</inkml:trace>
  <inkml:trace contextRef="#ctx0" brushRef="#br0" timeOffset="-167731.45">3539 15278 700 0,'0'0'0'0,"0"0"0"0,0 0 0 16,13 0 183-16,-5 0 0 0,4 0 0 0,2 0 0 15,2 0-1-15,7 0 1 0,1 0 0 0,7 0 0 16,7 0-122-16,5 2 0 0,0 0 0 0,4 0 0 16,2 0-1-16,-3-2 1 0,5 4 0 0,-8-4 0 15,2 0-22-15,-7 0 0 0</inkml:trace>
  <inkml:trace contextRef="#ctx0" brushRef="#br0" timeOffset="-167532.82">3637 14937 312 0,'0'0'0'16,"0"0"0"-16,-12-6 0 0,4 4 222 0,2 0 1 15,-3 2-1-15,5-2 1 0,0 2-1 0,4 0 1 16,0 2-1-16,8 0 1 0,5 2-163 0,1 0 1 16,2 2-1-16,11-2 1 0,3 1-1 0,9-3 1 15,-1 0-1-15,9-2 1 0,4 0-17 0,-4 0 0 0,2-2 0 16,-6-5 1-16,12-3-45 0,-55 10-2065 0</inkml:trace>
  <inkml:trace contextRef="#ctx0" brushRef="#br0" timeOffset="-167398.65">3564 14588 696 0,'0'0'0'0,"0"0"0"16,-8 0 0-16,4 0 180 0,-1 0 1 0,5 0-1 0,0 0 1 15,0 0-1-15,5 5 0 0,3-5 0 0,0 4 1 16,4 0-115-16,6-2 0 0,3 4 0 0,1 0 1 15,9 0-1-15,7 0 0 0</inkml:trace>
  <inkml:trace contextRef="#ctx0" brushRef="#br0" timeOffset="-167199.56">4465 14576 668 0,'0'0'0'16,"0"0"0"-16,0 0 0 0,0 0 194 0,0 0 0 15,11 2 0-15,-7-2 1 0,0 2-1 0,4 0 0 16,2 0 0-16,2 2 0 0,0 1-133 0,5-5 0 16</inkml:trace>
  <inkml:trace contextRef="#ctx0" brushRef="#br0" timeOffset="-166882.33">4380 14654 164 0,'0'0'0'0,"0"0"0"16,0 0 0-16,0 0 229 0,0-8 0 0,0 2 0 0,4 0 1 15,-4-1-1-15,2 1 0 0,2 4 0 0,0-4 1 16,4 2-180-16,-4 0 1 0,4 2 0 0,-3 2 0 16,1 4-1-16,-2 4 1 0,4 7-1 0,-4 5 1 15,0 1-15-15,0 5 1 0,0 11-1 0,-4 8 1 0,4 15-1 16,-4 5 1-16,4 7-1 0,-4 2 1 0,0-2-3 16,0-9 0-16,2 3 0 0,2-11 0 0,5-14 0 15,-5-6 0-15,4-12 0 0,0-7 0 0,-2-6-46 16,6-5 1-16,-4-5 0 0,0-5 0 0,3 1-1 15,1 2 1-15,-4 0 0 0,4 0 0 0,-4 0 25 0,7 0 0 16,-3 0 0-16,-2 2 0 0,2-2 0 0,4 2 0 16</inkml:trace>
  <inkml:trace contextRef="#ctx0" brushRef="#br0" timeOffset="-166315.25">4897 14734 132 0,'0'0'0'15,"0"0"0"-15,0 0 0 0,0 0 295 0,-8 0 0 16,6 0 0-16,2-4 0 0,-4 2 0 0,4 0 0 15,0 2 0-15,0 0 0 0,0 0-224 0,0 0 0 0,4 4 0 16,2 4 1-16,2-2-1 0,-4 7 0 0,4 3 0 16,4 7 0-16,-2 5-24 0,-1 13 0 0,-1 9 0 15,0 7 0-15,-4 9 0 0,0 1 0 0,2-1 0 16,-6-4 0-16,0-5-26 0,0-10 1 0,0-4 0 16,4-12 0-16,-4-6-1 0,4-9 1 0</inkml:trace>
  <inkml:trace contextRef="#ctx0" brushRef="#br0" timeOffset="-166015.25">4990 14888 360 0,'0'0'0'0,"0"0"0"0,0 0 0 0,-12-2 246 15,8 0 0-15,4 2 0 0,-6 0 0 0,2 0-1 16,0 2 1-16,4 2 0 0,-4 4 0 0,4 5-175 15,0-3 0-15,4 6 0 0,-4 1 1 0,6 3-1 16,2 5 0-16,4-5 0 0,1 1 0 0,5-3-19 0,6 1 1 16,3-5-1-16,-1-4 1 0,5-4-1 0,1-6 0 15,3-2 0-15,-5-4 1 0,1-6-25 0,-5-5 1 16,-1-1-1-16,-3-5 1 0,-1-5-1 0,-11-3 0 16,-2 2 0-16,-8-6 1 0,0 5-31 0,-8 3 1 15,-6-4-1-15,-3 9 1 0,-5 3-1 0,-9 7 1 16,3 0-1-16,-7 7 1 0,-3 8 5 0,-5 3 1 0,0 6 0 15,0 4 0-15,3 5-1 0,1 1 1 0</inkml:trace>
  <inkml:trace contextRef="#ctx0" brushRef="#br0" timeOffset="-165532.78">5652 14822 488 0,'0'0'0'16,"0"0"0"-16,0 0 0 0,0 0 221 0,0 0 0 15,0 0 0-15,-8 0 1 0,8 0-1 0,0-4 0 16,0 2 0-16,0-2 0 0,4 0-155 0,0 0 0 15,0 0 0-15,2 0 1 0,2 0-1 0,4-3 0 16,1 3 0-16,1 0 1 0,2 4-21 0,-2-4 0 0,3 2 0 16,1 2 1-16,2 0-1 0,-3 0 0 0,1 0 0 15,-2 2 0-15,-1 2-26 0,-3 2 1 0,0 7-1 16,-8 1 1-16,6 4-1 0,-6 7 1 0,4 6-1 16,-4 4 1-16,1 6-21 0,-1 8 1 0,0 2 0 15,-2 5 0-15,2-1-1 0,4-6 1 0,-4 0 0 16,0-1 0-16,4-3-1 0,-4-6 0 0,2-2 0 15,3-5 0-15,-9-32 0 0,0 0-2495 0</inkml:trace>
  <inkml:trace contextRef="#ctx0" brushRef="#br0" timeOffset="-165365.28">5743 15540 660 0,'0'0'0'0,"0"0"0"0,0 0 0 0,0 0 215 16,-4 10 1-16,4-10 0 0,0 2 0 0,4 1-1 15,1-1 1-15,-1-2 0 0,4 2 0 0,4 0-146 16,6 0 0-16,3-2 0 0,1 0 0 0,5 0-1 16,1 0 1-16</inkml:trace>
  <inkml:trace contextRef="#ctx0" brushRef="#br0" timeOffset="-164964.15">6521 14995 676 0,'0'0'0'0,"0"0"0"0,0 0 0 0,0 0 183 0,0 0 0 16,8 0 0-16,-4 0 0 0,4 0-1 0,2 0 1 15,7-5 0-15,5 3 0 0,3-4-124 0,5 0 0 16,5-2 0-16,7-2 0 0,36-11-59 0,-78 21-1782 16</inkml:trace>
  <inkml:trace contextRef="#ctx0" brushRef="#br0" timeOffset="-164782.62">6668 15091 608 0,'0'0'0'0,"0"0"0"16,0 0 0-16,-11 0 175 0,11 0 0 0,-4 0 0 16,4 0 1-16,0 0-1 0,4-2 0 0,2 0 0 15,3-2 1-15,3-4-117 0,0 3 1 16,6 1 0-16,3 0 0 0,5 0-1 0,-3 2 1 0,3 2 0 15,2 0 0-15,19 4-60 0,-47-4-1866 0</inkml:trace>
  <inkml:trace contextRef="#ctx0" brushRef="#br0" timeOffset="-162379.41">7850 14835 60 0,'0'0'0'0,"0"0"0"0,0 0 0 0,0 0 29 0,12-13 0 15,-4 7 0-15,-4-2 0 0,0 0 0 0,5 0 0 16,-5-3 0-16,2 5 0 0,-2-2 45 0,0 0 0 16,-4 0 0-16,0 1 1 0,-4 1-1 0,4 2 0 15,-8-2 0-15,2 2 0 0,-3 2 11 0,1 2 1 16,-4 2-1-16,2 2 1 0,-6 2-1 0,1-2 1 16,-1 4-1-16,0 3 1 0,2 1-20 0,-3 0 0 0,1 5 0 15,6 1 0-15,-2 5 0 0,4 3 0 0,-3 1 0 16,7 4 0-16,4 0-83 0,0 1 0 0,6 1 0 15,7-4 0-15,-1 2 0 0,4-5 0 0,6-3 0 16,5-7 0-16,3-1 58 0,3-3 1 0,2-8 0 16,3-8 0-16,3-2-1 0,-2-6 1 0,1-9-1 15,-3-4 1-15,0-7-16 0,-7-5 0 0,-3-6 0 16,-3 0 1-16,-6-5-1 0,-5 5 0 0,-9-2 0 16,-8 4 1-16,-5 4 0 0,-3 2 1 0,-10 5 0 0,-5 7 0 15,-1 0-1-15,-3 7 1 0,-3 8 0 0,-1 6 0 16,1 2 2-16,-5 8 1 0,4 4 0 0,-1 3 0 15,5 3-1-15,1 5 1 0,3-7 0 0,7 5 0 16,6-1-9-16,5-3 0 0</inkml:trace>
  <inkml:trace contextRef="#ctx0" brushRef="#br0" timeOffset="-161432.75">8434 15150 160 0,'0'0'0'0,"0"0"0"16,0 0 0-16,0 0 222 0,0 0 1 0,0 0-1 16,0 0 1-16,0 0-1 0,0 0 0 0,0 0 0 15,0 0 1-15,0-6-183 0,0 6 0 0,-2-4 0 16,2 4 1-16,-2 0-1 0,0 0 0 0,2-4 0 16,0 4 1-16,-4-2-6 0,4 2 0 0,0-2 0 15,0 2 1-15,0 0-1 0,0 0 0 0,0 0 0 0,0 0 0 16,0 0-19-16,0-2 0 0,0 2 0 0,4 0 1 15,-4 0-1-15,2 0 0 0,0 0 0 0,0 0 1 16,0 0-18-16,0 0 1 0,-2 0-1 0,0 0 1 16,0 0-1-16,0 2 1 0,-2 0 0 0,-2 0 0 15,0 2 0-15,0-4 0 0,0 0 0 0,-4 0 1 0,4 0-1 16,0 0 0-16,-3 0 0 0,7-6 1 0,-2 2 9 16,0 0 0-16,2-2 0 0,0 0 1 0,2-1-1 15,0-1 0-15,5 0 0 0,-3 0 1 0,4 0 0 16,-4 1 0-16,4 1 0 0,-6 0 0 0,4 6 0 15,0-4 0-15,-2 4 0 0,0 0 0 0,-4 4-1 16,4-2 1-16,-4 2 0 0,5 2 0 0,-5 1-1 0,0 1 1 16,0-4-1-16,-5 2 1 0,5 0-3 0,-4 0 0 15,4 3 0-15,-4-5 0 0,0 0 0 0,-2-2 0 16,2 0 0-16,2-2 0 0,0 0-1 0,-2 0 0 16,0 0 0-16,4 0 1 0,-4 0-1 0,4 0 0 15,-4 0 0-15,4 0 0 0,0 0-7 0,0 0-2286 0</inkml:trace>
  <inkml:trace contextRef="#ctx0" brushRef="#br0" timeOffset="-160665.53">8794 14869 264 0,'0'0'0'0,"0"0"0"16,0 0 0-16,0 0 219 0,0 0 1 0,0-8 0 0,0 4 0 15,0 0-1-15,0-4 1 0,4 2 0 0,-4-2 0 16,4-1-162-16,1 3 1 0,-1 0-1 0,2-2 1 16,2 2-1-16,-4 2 1 0,4-5-1 0,0 5 1 15,2 2-21-15,3-2 1 0,-1 2 0 0,-2 0 0 16,2 0-1-16,0 2 1 0,1 0-1 0,-3 4 1 0,2 0-22 16,0 0 1-16,0 2-1 0,-1 5 1 0,-3-3-1 15,0 4 0-15,-4 3 0 0,-4-1 1 0,0 2-18 0,0 3 1 16,-4-3-1-16,-4 3 1 0,0-1-1 15,-5 1 0-15,3-3 0 0,-6 2 1 0,0 1 0 0,1-3 1 16,-1 1-1-16,2-5 1 0,-2 2-1 0,3-1 0 16,3 1 0-16,2-2 1 0,0 1-1 0,8-1 1 15,0 0 0-15,0 1 0 0,4-1-1 0,4 0 1 16,0 0-1-16,7 1 1 0,1-5 6 0,0 0 0 16,6-4 0-16,1 2 0 0,1-1-1 0,3-5 1 15,-1 0 0-15,3 0 0 0,-3 0 1 0,1 0 0 16,-5-5 0-16,2 5 1 0,-5 0-1 0,1 5 0 0</inkml:trace>
  <inkml:trace contextRef="#ctx0" brushRef="#br0" timeOffset="-159365.22">9336 14818 544 0,'0'0'0'16,"0"0"0"-16,0 0 0 0,0 0 220 0,0 0 0 0,0 0 0 16,0 0 0-16,0 0 0 0,8-8 0 0,-4 2 0 15,2 0 0-15,6 0-139 0,0-3 0 0,3 1 0 16,5 0 0-16,-2 0-1 0,3 0 1 0,-1 1 0 16,2 3 0-16,1 2-33 0,1 4 0 0,-5 2 0 15,1 3 1-15,-8 7-1 0,2-4 0 0,-1 7 0 16,-7-1 0-16,2 7-23 0,-4 1 1 0,-4 1-1 15,0 6 1-15,0 1-1 0,-4-1 0 0,-4 4 0 16,2 0 1-16,-3 0-29 0,5 0 1 0,-4-5 0 0,-2 1 0 16,6 0-1-16,0-4 1 0</inkml:trace>
  <inkml:trace contextRef="#ctx0" brushRef="#br0" timeOffset="-159232.87">9378 15048 392 0,'0'0'0'0,"0"0"0"0,-8 0 0 0,0-2 240 15,2 0 1-15,-2 0-1 0,4 2 1 0,-4 0-1 16,4 0 1-16,0 0-1 0,4 0 1 0,4 0-179 0,0 0 0 16,8 0 0-16,-2 0 0 0,10-2 0 15,-1 0 0-15</inkml:trace>
  <inkml:trace contextRef="#ctx0" brushRef="#br0" timeOffset="-158881.89">10109 14867 436 0,'0'0'0'0,"0"0"0"15,0 0 0-15,0 0 202 0,-12-2 1 0,8 0-1 16,-2 0 1-16,2 0-1 0,-4 0 1 0,-5 0-1 16,3 0 1-16,-2 2-150 0,0 0 1 0,-7 0 0 15,3 0 0-15,0 0-1 0,-2 4 1 0,1 2 0 16,3 0 0-16,2 5-10 0,-5-3 0 0,7 4 0 15,2 3 0-15,0-1-1 0,8 2 1 0,0-1 0 16,4 1 0-16,4 3-13 0,2-5 1 0,7 2-1 16,3-1 1-16,7-3-1 0,-1 2 1 0,-2 3-1 15,7-7 1-15,-5 2-41 0,1 3 1 0,-3-5-1 0,-5 4 1 16,1-3-1-16,-8 5 1 0,-2-6 0 0,-6 3 0 16,-4-1 19-16,0 0 1 0,-8-2-1 0,-2 1 1 0,-2-3-1 15,-4 0 1-15,-3-2-1 0,3-2 1 16,-6-2-2-16,1-2 1 0,-1-2-1 0,-3 0 1 0,7-2-1 15,-2 0 1-15,1-2-1 0,3 2 1 0,6 0-1 16,-2 0 0-16</inkml:trace>
  <inkml:trace contextRef="#ctx0" brushRef="#br0" timeOffset="-158465.55">10449 14869 596 0,'0'0'0'16,"0"0"0"-16,0 0 0 0,-8-2 194 0,4 0 1 0,0 2-1 15,-2 0 1-15,2 0-1 0,-5 0 0 0,5 4 0 16,-4 3 1-16,2 1-136 0,0 4 0 0,4 3 0 16,-2-1 0-16,4 2 0 0,4 1 0 0,0 1 0 15,4 5 0-15,2-5-18 0,7 1 1 0,-3 1 0 16,6-3 0-16,-3 1-1 0,1 0 1 0,0 1 0 15,-2-3 0-15,-1 3-24 0,-3-3 1 0,-4 1 0 16,0-1 0-16,-8 0-1 0,0-5 1 0,-4 1-1 16,-8-4 1-16,0-2-19 0,-3 0 0 0,-3-3 0 0,2-3 1 15,-5-5-1-15,3-1 0 0,-4-2 0 0,5-4 1 16,-3 2 0-16,6-5 1 0,6 5-1 0,0-4 1 16,1-1-1-16,7 1 1 0,7-3-1 0,1 1 1 15,4 0-1-15,2-5 1 0,7-4 0 0,5 1 0 16,-4-1-1-16,7-1 1 0,-7-1-1 0,-1 4 1 15,1 1-2-15,-6 1 1 0,-6 5-1 0,-1 2 1 16,-5 5-1-16,-4 1 1 0,-4 2-1 0,-2 2 1 0,-5 2 2 16,1 2 0-16,-6 0 0 0,2 0 1 0,-7 6-1 15,5-2 0-15,-2 2 0 0,-5 0 1 0,7 3-4 0,-4 1 1 16</inkml:trace>
  <inkml:trace contextRef="#ctx0" brushRef="#br0" timeOffset="-158032.3">10767 14919 548 0,'0'0'0'0,"0"0"0"16,0 0 0-16,0 0 191 0,0 0 1 0,0 0 0 15,-5-8 0-15,5 3-1 0,5 1 1 0,-1-2-1 16,0 0 1-16,4 0-138 0,2-4 0 0,6 1 0 15,-2 3 1-15,7 0-1 0,-5-4 0 0,7 2 0 16,-5 1 0-16,2 1-7 0,-1 0 0 0,1 4 0 16,-6 2 1-16,-2 2-1 0,1 4 0 0,-5-2 0 15,-4 7 1-15,-2 5-19 0,-2-2 1 0,0 7-1 0,-2 4 1 16,-2 3-1-16,0-1 0 0,-5 6 0 0,-3 0 1 16,2-3-36-16,-2 1 0 0,0-2 0 0,-3-5 1 15,-1-1-1-15,4-5 1 0,-6-1-1 0,5-5 1 16,-3-6 14-16,6-2 0 0,-2-4 0 0,-1 0 0 15,5-4 0-15,2-2 0 0,-2 2 0 0,8-2 0 0,0 0 1 16,0-5 0-16,4 3 0 0,4 0 1 0,-4 4-1 16,7-4 0-16,-3 2 0 0,4 2 0 0,6 1-1 15,-1 3 1-15,-1 0 0 0,2 0 0 0,0 3-1 16,7 1 1-16,-3 2 0 0,-1 2 0 0,1-4-2 0,-2 2 0 16,3 0 0-16,-3 3 0 0,-2-1-1 0,1 2 1 15,-3-2 0-15,0 5 0 0,-6-1 2 0,-1 0 0 16,-1 0 0-16,0 1 0 0,-8-13-10 0,0 0-2562 15</inkml:trace>
  <inkml:trace contextRef="#ctx0" brushRef="#br0" timeOffset="-157599.25">11544 14707 216 0,'0'0'0'0,"0"0"0"0,0 0 0 0,0 0 243 16,-8-10 1-16,4 6-1 0,-4 0 1 0,2 2-1 15,-3 0 0-15,1 0 0 0,0 2 1 0,4 0-176 0,-6 4 0 16,4 2 0-16,0 8 1 0,2 1-1 0,-1 5 0 15,1 5 0-15,4 4 1 0,0 10-24 0,4 6 0 16,5 6 0-16,-3 2 1 0,6 3-1 0,4-5 0 16,1-2 0-16,5-6 1 0,4-4-28 0,-3-6 1 15,9-6 0-15,-1-9 0 0,12-12-19 0,-43-6-2360 0</inkml:trace>
  <inkml:trace contextRef="#ctx0" brushRef="#br0" timeOffset="-157232.58">11884 14890 580 0,'0'0'0'0,"0"0"0"0,0 0 0 16,-8 2 190-16,4 0 1 0,-4 2-1 0,1 0 1 15,3 5-1-15,-4-5 1 0,0 4-1 0,-2 2 1 16,2 2-122-16,0-1 1 0,-1 5 0 0,5 2 0 0,0 3-1 16,-2 2 1-16,6-1-1 0,2 5 1 0,2-3-18 15,4 1 0-15,7 0 0 0,5-3 1 0,0-3-1 16,11-5 0-16,-1-6 0 0,9-4 0 0,-4-6-20 16,3-2 0-16,-3-8 0 0,4-5 0 0,-13-1 0 15,3-9 0-15,-7 3 0 0,-6-5 0 0,-8 0-37 0,-6 3 1 16,-6-3 0-16,-6 0 0 0,-2 5-1 0,-8-1 1 15,-3 7 0-15,-3-1 0 0,-5 7 13 0,1 4 0 16,-3 3 0-16,3 5 0 0,-5 2 0 0,5 5 0 16,-3 1 0-16,2 2 0 0,9 2-2 0,4 1 0 15</inkml:trace>
  <inkml:trace contextRef="#ctx0" brushRef="#br0" timeOffset="-156816.18">12421 14777 464 0,'0'0'0'0,"0"0"0"0,0 0 0 0,0 0 191 0,8 4 1 16,-4 0 0-16,2 3 0 0,3 1-1 0,-1 4 1 16,0 2 0-16,2 5 0 0,2 5-127 0,1 9 1 15,-3 6-1-15,2 6 1 0,0 7-1 0,-4 1 0 16,-4 0 0-16,0 5 1 0,-2-9-21 0,-4 0 1 0,-2-2-1 16,0-6 1-16,-4 2-46 0,8-43-2028 0</inkml:trace>
  <inkml:trace contextRef="#ctx0" brushRef="#br0" timeOffset="-155832.12">13252 14911 420 0,'0'0'0'0,"0"0"0"0,0 0 0 15,0 0 197-15,0-11 0 0,4 7 0 0,-4-2 1 16,4 0-1-16,0 2 0 0,4 0 0 0,-4 2 1 15,2 0-118-15,2 2 0 0,0 2 0 0,-4 4 0 16,5 6 0-16,-3 2 0 0,0 5 0 0,0 3 0 16,-2 5-27-16,0 6 0 0,0 4 0 0,-4 6 1 15,0 0-1-15,0-2 0 0,0-6 0 0,0-2 0 0,4-3-23 16,0-5 0-16</inkml:trace>
  <inkml:trace contextRef="#ctx0" brushRef="#br0" timeOffset="-155679.75">13182 15155 672 0,'0'0'0'16,"0"0"0"-16,0 0 0 0,0 0 201 0,-10 0 0 15,8 0 0-15,0 0 0 0,2 0 0 0,2 0 0 16,2 0 0-16,4 0 0 0,5-2-131 0,3-3 0 16,6 1 0-16,1 0 0 0,7-2 0 0,3 2 0 15,7-4 0-15,5 0 0 0,4-5-32 0,2 1 0 16</inkml:trace>
  <inkml:trace contextRef="#ctx0" brushRef="#br0" timeOffset="-154798.22">14247 14968 32 0,'0'0'0'0,"0"0"0"0,0 0 0 0,0 0 235 0,0 0 1 15,-8-4-1-15,4 0 1 0,-5 0-1 0,5 2 1 16,0-5-1-16,-6 1 1 0,2 2-164 0,0 4 0 16,-4 0 0-16,-1 0 0 0,3 0-1 0,-2 6 1 15,-4 0 0-15,2 3 0 0,-1 3-26 0,1 2 0 16,4 5 0-16,-2-1 0 0,-1 3 0 0,3 3 0 16,6 1 0-16,0 2 0 0,4-1-22 0,0 1 1 15,8 0 0-15,4-5 0 0,7 3-1 0,1-5 1 16,7-1-1-16,3-5 1 0,5-4-25 0,3-1 0 15,1-9 0-15,4 0 1 0,0-9-1 0,-1 1 0 0,-3-6 0 16,-4-5 0-16,-9-5 3 0,-2-1 0 0,-5-4 0 16,-7-1 1-16,-12-1-1 0,-4-4 0 0,-8 2 0 15,-9 5 1-15,-3-1 3 0,-5 4 1 0,-5 7 0 16,-5 3 0-16,5 7-1 0,-5 0 1 0,0 6 0 16,1 2 0-16,7 4 7 0,-2 2 0 0,11 4 0 15,0 1 1-15,9 1-1 0,3 0 0 0</inkml:trace>
  <inkml:trace contextRef="#ctx0" brushRef="#br0" timeOffset="-152648.52">14961 15284 268 0,'0'0'0'0,"0"0"0"0,0 0 0 16,0 0 251-16,0 0 1 0,0 0-1 0,0 0 1 16,-8 6-1-16,2-6 1 0,0 2-1 0,-2 2 1 15,2 0-198-15,-7 0 0 0,3-2 0 0,0 5 0 16,0-3-1-16,6 0 1 0,-6-2 0 0,3-2 0 15,1 0-17-15,2 0 1 0,0 0 0 0,4-2 0 16,0 0-1-16,0 0 1 0,4-5-1 0,-2 3 1 0,4 2-30 16,1-4 1-16,1 0 0 0,-4 0 0 0,4 0-1 15,-4 0 1-15,2 1 0 0,0 1 0 0,0 0-2 0,2 2 1 16,-3 2-1-16,-1 0 1 0,-4 0-1 0,4 2 0 16,-4 0 0-16,0 2 1 0,0-2-14 0,0 0 1 15,-4 3-1-15,4-3 1 0,-4 2-1 0,-1-2 1 16,5 0 0-16,-4 2 0 0,-2-4 4 0,2 2 1 15</inkml:trace>
  <inkml:trace contextRef="#ctx0" brushRef="#br0" timeOffset="-151715.42">15336 15007 424 0,'0'0'0'0,"0"0"0"0,0 0 0 16,0 0 201-16,0 0 0 0,0 0 0 0,0 0 1 15,0 0-1-15,0 0 0 0,0 0 0 0,0 0 0 16,0 0-131-16,0 0 1 0,-11 2 0 0,7 2 0 16,0 2-1-16,0 4 1 0,-4-1-1 0,4 1 1 0,-4 4-24 15,2 1 0-15,2-1 0 0,0 0 1 0,2 1-1 16,0-5 0-16,2 4 0 0,-4-5 1 0,4-1-22 16,-5 2 1-16,5-6-1 0,0 2 1 0,0-2-1 0,0-2 0 15,0 0 0-15,0 0 1 0,0 3-29 0,0-3 1 16,0 2 0-16,5 0 0 0,-1-2 0 0,-2 2 0 15,0 0 0-15,4-2 0 0,2 2 5 0,4-2 1 16,-4 2 0-16,4 1 0 0,3-5-1 0,-1 0 1 16,2 0-1-16,5-5 1 0,-5 1 1 0,2 0 1 15,-2 0-1-15,7-2 1 0,-5 0-1 0,3-2 0 16,-1-3 0-16,-2 1 1 0,-1-2-1 0,1-1 0 0,-6 3 0 16,0-2 0-16,-2 0 0 0,-1-1 0 0,-1 1 0 15,-2 0 0-15,-2 1-1 0,-2 1 0 0,0 4 0 16,-2 0 0-16,0 2 0 0,0 4 0 0,-2 0 0 15,0 0 0-15,0 2-1 0,0 4 1 0,0 2 0 16,0 4 0-16,0 5-1 0,2-1 1 0,0 5 0 16,0-1 0-16,0 7-1 0,2-4 0 0,2 1 0 15,0-1 1-15,0-1-1 0,4-1 0 0,-4-3 0 0,4-3 1 16,-4-5-1-16,2-2 0 0</inkml:trace>
  <inkml:trace contextRef="#ctx0" brushRef="#br0" timeOffset="-150081.28">16311 15064 380 0,'0'0'0'16,"0"0"0"-16,0 0 0 0,0 0 237 0,0 0 1 15,0-8-1-15,4 4 1 0,-4 0-1 0,0 0 1 16,0 0-1-16,0 0 1 0,0-3-186 0,0 3 1 16,0-2-1-16,-4 0 1 0,-1 2-1 0,1 0 0 15,-4 0 0-15,0 2 1 0,0-2-19 0,-2 4 1 0,-4-5-1 16,-3 5 1-16,-1 0-1 0,2 5 0 0,-5-1 0 15,-1 2 1-15,0 0-19 0,1 4 1 0,-3 1 0 16,5-1 0-16,1 4-1 0,2-2 1 0,4 3 0 16,1-3 0-16,5 0-13 0,4 1 0 0,2-3 0 15,4 0 1-15,5-6-1 0,5 2 0 0,-2-1 0 16,6-5 1-16,-1 0-5 0,5-2 1 0,0-3 0 16,3 1 0-16,-1 0-1 0,1-6 1 0,-5 2 0 0,2 0 0 15,-1-5 1-15,-5 3 0 0,-2 2 0 16,-2-5 1-16,-1 3-1 0,-3 6 0 0,-2-4 0 0,-2 2 0 15,-4 4 4-15,0 0 1 0,0 2 0 0,0 2 0 16,-2 0-1-16,-2 4 1 0,0 4 0 0,0 2 0 16,0 7-3-16,2 1 0 0,-2 3 0 0,-1 4 1 15,5-1-1-15,-4 3 0 0,4-4 0 0,-4 1 1 16,4-1-1-16,0-2 1 0,4-3 0 0,-4-2 0 0,4-3-1 16,5-3 1-16</inkml:trace>
  <inkml:trace contextRef="#ctx0" brushRef="#br0" timeOffset="-149648.52">16591 15044 380 0,'0'0'0'16,"0"0"0"-16,0 0 0 0,-10-8 228 0,6 4 1 15,0 1 0-15,-4-1 0 0,4-2-1 0,0 4 1 16,0 0 0-16,0 0 0 0,2 2-166 0,2 0 1 0,-4 2 0 15,4 4 0-15,0 2-1 0,4 5 1 0,-4 1-1 16,6 0 1-16,0 5-24 0,4 1 1 0,2 1-1 16,0-1 1-16,3 5-1 0,1-4 0 0,0-1 0 15,3-1 1-15,-3 1-22 0,2-1 0 0,-8-1 0 16,1-4 0-16,-5 3 0 0,-2-1 0 0,-4-1 0 16,0-1 0-16,-8 0-18 0,-3-1 1 0,-1-1-1 15,-2-2 1-15,-2-2-1 0,-1-2 0 0,-3-1 0 16,2-5 1-16,1-9-2 0,-1 1 0 0,4-2 0 0,2-4 1 15,3-1-1-15,1-1 0 0,8-1 0 0,0 1 0 16,0-2 1-16,8 3 1 0,-3-1 0 0,5-3 0 16,2 3-1-16,0 2 1 0,4-5-1 0,-1 1 1 15,1-1 1-15,0 1 0 0,-1-1 0 0,-1 3 1 16,-2-3-1-16,0 1 0 0,-8 4 0 0,0 1 1 0,-4 1-3 16,-4 4 0-16,0 2 0 0,-4 1 0 0,-4 1-1 15,2 4 1-15,-7 0 0 0,1 4 0 0,-2 1-1 16,1-1 1-16,-1 0 0 0,-2 0 0 0,1 2-1 15,3 0 1-15,4 0-1 0,2-2 1 0,10-4-1 0,0 0-2443 16</inkml:trace>
  <inkml:trace contextRef="#ctx0" brushRef="#br0" timeOffset="-149414.33">16874 15038 376 0,'0'0'0'16,"0"0"0"-16,0 0 0 0,0 0 219 0,-8-6 0 0,6 3 0 15,2-1 0-15,0-2 0 0,0 0 0 0,0 0 0 16,4 0 0-16,2 0-167 0,2-1 1 0,5-1-1 16,-3 2 1-16,6 0-1 0,2-2 1 0,3 2-1 15,-3 4 1-15,2-1-15 0,-1 3 1 0,1 5 0 16,-6-1 0-16,1 6-1 0,-1 4 1 0,-8 5-1 16,0 5 1-16,-2-1-21 0,-4 8 1 0,0 4 0 15,-4-3 0-15,-2 5-1 0,0-2 1 0,2 0 0 16,-6 2 0-16,1-10-20 0,1 3 1 0</inkml:trace>
  <inkml:trace contextRef="#ctx0" brushRef="#br0" timeOffset="-149279.58">16852 15253 548 0,'0'0'0'0,"0"0"0"0,0 0 0 0,0 0 190 16,0 0 0-16,0 0 0 0,0 0 1 0,0 0-1 15,0 0 0-15,10-6 0 0,-2 4 0 0,9 0-128 16,-1 0 1-16,6-2 0 0,1 0 0 0,1 4-1 15,7-5 1-15</inkml:trace>
  <inkml:trace contextRef="#ctx0" brushRef="#br0" timeOffset="-148932.58">17304 14990 408 0,'0'0'0'16,"0"0"0"-16,0 0 0 0,0 0 207 0,-12-6 1 15,7 4 0-15,1 0 0 0,0 2-1 0,2 0 1 0,2 0-1 16,-4 0 1-16,4 0-148 0,0 2 0 0,0 0 0 16,4 2 0-16,0 3-1 0,2-3 1 0,3 0 0 15,3 2 0-15,-4 4-17 0,2 0 1 0,-2 3 0 16,0-3 0-16,1 2-1 0,-5 3 1 0,-2-1 0 16,-2 0 0-16,-2 3-15 0,-2-5 0 0,-1 0 0 15,1 1 1-15,0 1-1 0,0-6 0 0,2-2 0 0,2 1 1 16,0-1-36-16,2-6 0 0,2 2 0 0,4-2 0 15,1 0 0-15,1 0 0 0,2 0 0 0,4 0 1 16,-3 0 13-16,5 2 1 0,0 0 0 0,3 2 0 16,-7 2-1-16,2-2 1 0,0 7-1 0,-6-5 1 15,-3 2-2-15,-1 4 0 0,-2-4 0 0,-8 3 1 16,0 1-1-16,-2 0 0 0,-7-1 0 0,1-1 0 16,-6 0 0-16,-3-2 1 0,-1 0 0 0,0-1 0 15,1-3-1-15,-5-2 1 0</inkml:trace>
  <inkml:trace contextRef="#ctx0" brushRef="#br0" timeOffset="-148132.85">17845 14765 356 0,'0'0'0'0,"0"0"0"0,0 0 0 15,0 0 242-15,-8 0 0 0,6 2 0 0,-2 0 0 16,0 0 0-16,0 0 0 0,-2 0 0 0,0 2 0 16,1 2-171-16,-3 5 1 0,4-1 0 0,0 6 0 0,2 1-1 15,-2 5 1-15,2 1 0 0,0 10 0 0,2 4-22 16,0 4 1-16,2 6-1 0,4-2 1 0,0 2-1 15,6 0 1-15,-1-6-1 0,5 0 1 0,4-4-31 16,7-6 1-16,-1-2-1 0,3-7 1 0,20-9-21 16,-49-13-2514-16</inkml:trace>
  <inkml:trace contextRef="#ctx0" brushRef="#br0" timeOffset="-147195.52">18258 14921 236 0,'0'0'0'0,"0"0"0"0,0 0 0 0,0 0 207 16,-10-4 0-16,6 2 0 0,0 0 1 15,0 0-1-15,0 2 0 0,0-7 0 0,4 3 0 0,-4 0-133 16,2 0 0-16,2 0 0 0,0 0 1 0,0 0-1 16,2-2 0-16,2 1 0 0,4 1 0 0,-2 2-28 15,4 0 0-15,4 0 0 0,-1 0 1 0,3 0-1 16,2 2 0-16,-1 0 0 0,1 0 1 0,0 2-30 0,-2 2 1 16,-1 0-1-16,-1 3 1 0,-4 1-1 0,-2 0 0 15,-2 2 0-15,-6 3 1 0,-2 1-16 0,-2 2 0 16,-4 1 0-16,-4 3 0 0,-2 5-1 0,-3 1 1 15,-1-3 0-15,2 4 0 0,-5-1 2 0,7-1 1 16,-4 0-1-16,6-3 1 0,3-1-1 0,1-3 0 16,4-1 0-16,4-5 1 0,4-2-5 0,4-2 1 15,3-2-1-15,3 1 1 0,4-3-1 0,-4-2 1 0,11 0-1 16,-5 0 1-16,5-2 8 0,3 0 1 0,1-2-1 16,7-2 1-16,31-9-10 0,-67 13-2316 0</inkml:trace>
  <inkml:trace contextRef="#ctx0" brushRef="#br0" timeOffset="-146782.48">18739 14900 636 0,'0'0'0'0,"0"0"0"0,0 0 0 15,0 0 208-15,0 0 1 0,0 0-1 0,-9-8 1 0,9 6-1 16,5 0 1-16,-1 0-1 0,0 0 1 0,4 2-139 16,2 0 1-16,2 0-1 0,2 0 1 0,3 0-1 15,-1 0 1-15,-2 4-1 0,3 2 1 0,-7 0-24 0,2 5 1 16,0-3-1-16,-8 2 1 0,0 2-1 0,-4 1 1 16,0-3-1-16,-4 2 1 0,0 2-28 0,-6 1 0 15,0-1 0-15,0 1 0 0,1-5-1 0,1 2 1 16,0-2 0-16,2 1 0 0,0-1-21 0,4-6 0 15,2 0 0-15,4 0 0 0,2-2 0 0,4 0 0 16,5 0 0-16,-5 0 1 0,10 5 1 0,-2-5 0 16,7 4 0-16,-3-2 1 0,3 0-1 0,-3 2 0 15,0 2 0-15,-1 3 0 0,-5-1-2 0,-4 2 1 0,-2 0 0 16,-6 1 0-16,-4-1 0 0,-4-2 0 0,-2 5 0 16,-4-3 0-16,0-2 0 0,-8 0 0 0,1-1 0 15,1-3 1-15,-2-2-1 0,1-2 0 0,-3-2 0 16,2-2 0-16,4-2 3 0,1-2 0 0</inkml:trace>
  <inkml:trace contextRef="#ctx0" brushRef="#br0" timeOffset="-146382.33">19372 15212 580 0,'0'0'0'16,"0"0"0"-16,0 0 0 0,0 0 223 0,0 0 0 0,0 0 0 16,-9 4 0-16,7-4-1 0,0 2 1 0,2-2 0 15,0 0 0-15,-2 0-148 0,2 0 0 0,0 2 0 16,0 0 1-16,-4 0-1 0,4 2 0 0,0-4 0 15,0 0 0-15,-4 5-28 0,4-5 1 0,0 0 0 16,0 0 0-16,0 2-1 0,0-2 1 0</inkml:trace>
  <inkml:trace contextRef="#ctx0" brushRef="#br0" timeOffset="-145899.56">19488 14816 572 0,'0'0'0'0,"0"0"0"0,0 0 0 16,12 0 196-16,-4-2 0 0,2 0 0 0,2 2 0 15,5-2-1-15,1 2 1 0,4-2 0 0,3 0 0 16,1 2-130-16,3-2 0 0,1 2 0 0,1 0 1 15,-1 0-1-15,-1-2 0 0</inkml:trace>
  <inkml:trace contextRef="#ctx0" brushRef="#br0" timeOffset="-145549.28">19632 14839 500 0,'0'0'0'15,"0"0"0"-15,0 0 0 0,-8 6 208 0,4-2 0 16,0 0 0-16,-2 2 0 0,0 0-1 0,-1 3 1 16,1 3 0-16,0 0 0 0,2 3-155 0,0-1 1 15,-2 0-1-15,4 1 1 0,0-1-1 0,2 0 1 16,2 1-1-16,2-5 1 0,4 2-20 0,0-4 1 16,3-1 0-16,1-3 0 0,4-2-1 0,0-2 1 0,5-2 0 15,1 0 0-15,0-2-11 0,5-1 0 0,-5 5 0 16,3-4 0-16,1 4 0 0,-3 0 0 0,1 4 0 15,-4 1 0-15,-1 3-24 0,-5 0 1 0,2 2-1 16,-4 3 1-16,1 1-1 0,-3 2 0 0,2 1 0 16,-6-3 1-16,0 5-1 0,0-1 1 0,-2-2 0 15,-4 3 0-15,0-3-1 0,-6 1 1 0,0-1 0 16,-4 0 0-16,-2 3-1 0,-5-7 1 0,-1 3-1 16,0-5 1-16,-3 0-1 0,-5-4 1 0,2 0-1 0,-3-6 1 15,1-2 0-15,1-2 1 0</inkml:trace>
  <inkml:trace contextRef="#ctx0" brushRef="#br0" timeOffset="-145233.08">20175 14843 600 0,'0'0'0'16,"0"0"0"-16,0 0 0 0,0 0 182 0,0 0 0 15,0 0 0-15,11-6 0 0,-5 6 0 0,6 2 0 0,-2 2 0 16,2 2 0-16,5 4-109 0,-5 3 0 0,6 7 0 15,-4 9 0-15,3 4-1 0,-5 8 1 0,0 6 0 16,-4 0 0-16,-2 4-21 0,-6-2 0 0,-2 1 0 16,-2 1 1-16,-2-10-1 0,0 2 0 0</inkml:trace>
  <inkml:trace contextRef="#ctx0" brushRef="#br0" timeOffset="-144249.65">20876 14859 584 0,'0'0'0'0,"0"0"0"0,0 0 0 0,0 0 178 15,0 0 0-15,4 8 0 0,-2-1 1 0,0 3-1 16,2 0 0-16,0 7 0 0,0-1 1 0,0 4-99 15,2 3 1-15,0 6-1 0,4 1 1 0,-1 3-1 16,1 2 0-16,0-2 0 0,0-2 1 0,-2-1-29 0,2-3 0 16</inkml:trace>
  <inkml:trace contextRef="#ctx0" brushRef="#br0" timeOffset="-144047.8">20699 15126 632 0,'0'0'0'0,"0"0"0"16,0 0 0-16,0 0 190 0,0 0 0 0,0 0 0 15,0 0 0-15,6-8-1 0,4 6 1 0,4 0 0 16,2-3 0-16,5 3-131 0,5 0 0 0,7-2 0 16,1 0 0-16,9 0 0 0,2 0 0 0,2 2 0 15,2-2 0-15,-3-2-18 0,-1 2 1 0,-2-1 0 16,-4 3 0-16,1 2-42 0,-40 0-2093 0</inkml:trace>
  <inkml:trace contextRef="#ctx0" brushRef="#br0" timeOffset="-141513.79">22174 14806 268 0,'0'0'0'0,"0"0"0"15,0 0 0-15,0 0 88 0,0 0 1 0,0 0-1 0,0 0 1 16,0 0-1-16,0 0 0 0,0 0 0 0,0 0 1 16,0 0 2-16,0 0 0 0,-8 6 0 0,6-2 0 15,-6 2-1-15,4 5 1 0,-2 1 0 0,0 4 0 16,1 3-20-16,1 3 0 0,2 5 0 0,2 2 0 0,2 3 0 15,4 3 0-15,3-4 0 0,5 0 0 0,2-4-4 16,7-11 1-16,-1 0-1 0,8-5 1 0,1-5-1 16,2-6 1-16,-3-6-1 0,3-7 1 0,-1-1-90 0,-3-7 0 15,1-5 0-15,-7-5 0 0,-1 0 0 16,-6-4 0-16,-3 1 0 0,-5-1 0 0,-8 2 63 0,-4 4 0 16,-5 2 0-16,-3 5 1 0,-2 3-1 0,-6 7 0 15,-3 2 0-15,-1 2 0 0,-1 4-31 16,3 2 0-16,-4 2 0 0,-3 4 1 0,1 2-1 0,-1 2 0 15,1 2 0-15,3 7 1 0,-1-3 4 0,3 4 1 16</inkml:trace>
  <inkml:trace contextRef="#ctx0" brushRef="#br0" timeOffset="-141280.91">22813 15107 164 0,'0'0'0'0,"0"0"0"0,0 0 0 16,0 0 241-16,-10 0 0 0,6 0 0 0,0 2 0 15,-2-2 0-15,0 0 0 0,2 5 0 0,-5-5 0 16,5 2-185-16,-2 0 0 0,2 0 0 0,0 0 1 0,4-2-57 15,0 0-1738-15</inkml:trace>
  <inkml:trace contextRef="#ctx0" brushRef="#br0" timeOffset="-140913.08">23000 14859 96 0,'0'0'0'16,"0"0"0"-16,0 0 0 0,0 0 233 0,0 0 1 0,0 0-1 16,0 0 1-16,-2-6-1 0,4 2 0 0,5-2 0 15,-3 2 1-15,0-2-177 0,6-1 0 0,0 3 0 16,4-2 0-16,-2 2 0 0,3 0 0 0,-1 2 0 15,4 0 0-15,1 2-12 0,-3 0 0 0,2 2 0 16,-8 4 0-16,3 0-1 0,-7 2 1 0,0 1 0 16,-6 5 0-16,-6-4-15 0,-2 3 0 0,-3 3 0 15,-3 0 1-15,-2 3-1 0,-2-1 0 0,-5 1 0 0,7 3 1 16,-7-1-38-16,7 1 1 0,-2-5-1 0,6 1 1 16,4-1-1-16,-1-5 1 0,7 0-1 0,4 1 1 15,7-7 16-15,-3 0 0 0,6-2 0 0,4 2 1 16,2-2-1-16,7 0 0 0,-5-4 0 0,9-4 1 15,30-8-11-15,-59 12-2288 0</inkml:trace>
  <inkml:trace contextRef="#ctx0" brushRef="#br0" timeOffset="-140563.12">23491 14781 564 0,'0'0'0'16,"0"0"0"-16,-8 0 0 0,4 0 235 0,2 0 0 15,0 0 0-15,-2-2 1 0,0 2-1 0,4-2 0 16,4 2 0-16,0 0 0 0,2-2-159 0,6 2 0 0,0 0 0 16,4 0 0-16,3 0-1 0,1 2 1 0,3-2 0 15,-5 4 0-15,2 2-32 0,-4 3 1 0,3-3-1 16,-7 2 1-16,-2 4-1 0,-4-3 0 0,-6 3 0 15,-2 2 1-15,-4-2-21 0,-6 5 1 0,-2 1-1 16,-5 1 1-16,-1 1-1 0,0 1 0 0,-7 1 0 16,3 1 1-16,1-3-24 0,5-1 0 0,2-1 0 15,8 3 0-15,0-7-1 0,3-1 1 0,10-1 0 16,3-6 0-16,2 2-1 0,10-2 0 0,-2-2 0 0,7-1 1 16,5-3-1-16,3 0 0 0,6-3 0 0,1-1 0 15,23-8 0-15,-63 12-2708 0</inkml:trace>
  <inkml:trace contextRef="#ctx0" brushRef="#br0" timeOffset="-139631.22">24138 14781 196 0,'0'0'0'0,"0"0"0"16,0 0 0-16,0 0 262 0,-8-4 0 0,6 4 0 0,-6-2 0 15,2 0 0-15,0-2 0 0,-3 2 0 0,-1 0 0 16,0 2-192-16,-2-4 0 0,0 4 0 0,-1 0 1 15,1 0-1-15,0 4 0 0,2-2 0 0,0 4 1 16,0-2-39-16,1 4 1 0,3 3 0 0,2-1 0 16,0 2-1-16,4 3 1 0,4 1-1 0,0 0 1 15,4 3-18-15,3-1 0 0,1 3 0 0,0-1 1 0,6-1-1 16,1 1 0-16,1 1 0 0,0-3 0 0,-1 1-13 16,-1-3 1-16,-6 1 0 0,0-3 0 0,-3-2-1 15,-5 3 1-15,-4-7-1 0,-4 0 1 0,-3-2-4 16,-3 2 1-16,0-2-1 0,-6 1 1 0,-2-1-1 0,1-2 1 15,-5 0-1-15,1-4 1 0,1 0 0 0,6 0 1 16,-6 0-1-16,5 0 1 0,-1-4-1 0,4 0 0 16</inkml:trace>
  <inkml:trace contextRef="#ctx0" brushRef="#br0" timeOffset="-138713.55">24378 14769 652 0,'0'0'0'0,"0"0"0"0,0 0 0 16,0 0 196-16,0 0 0 0,0 0 0 0,0 0 1 15,0 0-1-15,-8 8 0 0,6-8 0 0,-2 4 0 0,2 2-118 16,0 3 1-16,-2-3 0 0,4 4 0 0,-4 0-1 16,0 3 1-16,2 1-1 0,0-4 1 0,0 0-28 15,2 5 0-15,0-7 0 0,0 2 1 0,2-1-1 16,0-1 0-16,0-2 0 0,2 0 1 0,0 0-27 0,0 0 1 15,0-2 0-15,0 1 0 0,0-3-1 0,0 2 1 16,2 0-1-16,3 2 1 0,-1-4-25 0,-2 0 0 16,4 0 0-16,4-2 1 0,-4 0-1 0,5 0 0 15,3-2 0-15,-4-2 1 0,7 0 0 0,-5-2 0 16,-2 2 0-16,4-5 0 0,-1 1-1 0,-1 0 1 16,-4 0 0-16,0 0 0 0,3-1-1 0,-7 1 1 15,0 2 0-15,0 0 0 0,-2 2-1 0,2-4 1 0,-6 3-1 16,0 3 1-16,-2-2 1 0,0 2 1 15,0 0-1-15,0 0 1 0,0 2-1 0,0 0 1 0,0 2-1 16,0 2 1-16,0 2-3 0,0 7 0 0,0 1 0 16,0 3 0-16,0 3-1 0,0 3 1 0,0-1 0 15,0 3 0-15,0 3-1 0,0-5 1 0,0 2-1 16,4-1 1-16,0-1-1 0,1-7 1 0</inkml:trace>
  <inkml:trace contextRef="#ctx0" brushRef="#br0" timeOffset="-138279.6">24855 14828 328 0,'0'0'0'0,"0"0"0"0,0 0 0 0,0 0 247 16,0 0 0-16,0-6 0 0,0 2 0 0,4 4 0 15,-4 0 0-15,0-2 0 0,0 2 0 0,0 0-181 16,0 2 0-16,0 2 0 0,-4-4 1 0,4 6-1 15,-7 1 0-15,3 3 0 0,0 2 0 0,-2-2-27 0,2 3 0 16,0 1 0-16,0 3 1 0,2-5-1 0,2 2 0 16,0-2 0-16,0-3 0 0,0 1-19 0,0-6 1 15,2 2 0-15,2-4 0 0,0 0-1 0,2-2 1 16,0 0-1-16,2 0 1 0,5 0-22 0,-1 0 1 16,0-2 0-16,2 0 0 0,3 0 0 0,1 0 0 0,-2 0 0 15,7-2 0-15,-5 0-1 0,2 0 1 16,1-2 0-16,-3 1 0 0,-2-1 0 0,3 0 0 0,-7 0 0 15,0-2 0-15,2 0 0 0,-6-3 0 0,1 3 0 16,-3-2 0-16,0 0 0 0,0 1 0 0,-2 3 0 16,0-2 0-16,-2 0 1 0,0 2 1 0,2 0-1 15,0-1 1-15,0 5-1 0,-2 0 1 0,0 2-1 16,0 0 1-16,0 2 1 0,0 2 0 0,0 3 0 16,1 1 1-16,-3 2-1 0,0 2 0 0,0 3 0 15,4 3 0-15,-4 3-2 0,4 1 0 0,-2-3 0 0,2 5 0 16,0 1-1-16,2-2 1 0,2-5 0 15,2 0 0-15,-10-18-1 0,0 0-2515 0</inkml:trace>
  <inkml:trace contextRef="#ctx0" brushRef="#br0" timeOffset="-137781.25">25634 14833 256 0,'0'0'0'0,"0"0"0"15,0 0 0-15,-4-9 231 0,2 7 0 0,-2-4 0 16,0 2 0-16,0 0 0 0,0 2 0 0,-2 0 0 16,-1 0 0-16,3 0-163 0,-2 2 0 0,-2 2 0 15,0 2 1-15,-2 2-1 0,2 4 0 0,0-1 0 16,-1 5 0-16,1 2-30 0,2 3 1 0,0-3 0 0,2 5 0 15,2 3-1-15,4-5 1 0,2 1-1 0,4 1 1 16,4-3-10-16,5 1 0 0,3-7 0 0,0 0 0 16,5-1 0-16,-1-5 0 0,3 2 0 0,-1-8 0 15,-1 0-34-15,-7 0 0 0,0-4 0 0,-4-2 1 16,-3-1-1-16,-9 1 0 0,-4-2 0 0,-2 0 1 0,-9 2 11 16,1 0 0-16,-2-1 0 0,-4 3 0 0,-3-4-1 15,1 6 1-15,-3 0 0 0,1 2 0 0,0 0 0 16,1 0 0-16,3 4 0 0,2 0 0 0,16-4-7 15,0 0-2427-15</inkml:trace>
  <inkml:trace contextRef="#ctx0" brushRef="#br0" timeOffset="-137296.83">26204 14568 552 0,'0'0'0'0,"0"0"0"0,0 0 0 0,-6 8 194 0,2-2 0 15,0 5 0-15,0-1 0 0,-2 6 0 0,1 3 0 16,1 5 0-16,2 3 0 0,2 8-129 0,0 6 0 16,4 4 0-16,3 4 1 0,3 3-1 0,4-5 0 15,4 2 0-15,3-4 1 0,3-4-28 0,7-4 0 16</inkml:trace>
  <inkml:trace contextRef="#ctx0" brushRef="#br0" timeOffset="-136532.33">26784 14738 256 0,'0'0'0'0,"0"0"0"16,0 0 0-16,-12 0 222 0,8 2 0 0,-2 0 0 15,2 2 1-15,-1 1-1 0,1 1 0 0,2 2 0 16,0-4 0-16,2 4-162 0,0-2 1 0,2 7-1 15,4-1 1-15,1 2-1 0,3 1 0 0,4 1 0 16,-4 0 1-16,6 3-18 0,3-1 1 0,1-1-1 0,0 1 1 16,1-3-1-16,-3 1 1 0,-4 0-1 0,-1 1 1 15,-3-1-21-15,-6-1 0 0,-4-3 0 0,-6 2 1 16,-6 1-1-16,-3-3 0 0,-1 0 0 0,-10 1 1 16,1-5-30-16,-1-2 1 0,-1-2-1 0,3-2 1 15,-3-4-1-15,5-2 1 0,6-4-1 0,1-5 1 16,7-1 4-16,4-2 0 0,4-3 0 0,4 3 1 0,4-1-1 15,7-5 0-15,-1 3 0 0,6-1 1 0,-1 3-1 16,5-3 0-16,-2-1 0 0,5 1 1 0,1 1-1 16,-3 5 0-16,-1-6 0 0,-3 1 1 0,-3 1-7 0,-6 1 1 15,-4 5-1-15,0-2 1 0,-8 1-1 16,-4 3 1-16,-6 2 0 0,-2 2 0 0,0 2 4 0,-9 1 1 16,3 3-1-16,-6 3 1 0,-1 3-1 0,-1 0 1 15,-3 4 0-15,5-2 0 0,-3 3 0 0,5 1 0 16,2-4 0-16,3 0 1 0,17-8 0 0,0 0-2197 0</inkml:trace>
  <inkml:trace contextRef="#ctx0" brushRef="#br0" timeOffset="-136130.86">27431 14689 308 0,'0'0'0'0,"0"0"0"0,0 0 0 16,0 0 190-16,-10 0 1 0,4 0 0 0,0 2 0 15,-2 0-1-15,-5 2 1 0,1 2 0 0,-2 3 0 16,0 1-133-16,-3 2 0 0,1 0 0 0,-2 7 0 15,-2-5-1-15,-1 9 1 0,1 3 0 0,1 3 0 0,3-2-12 16,2 4 1-16,6-1-1 0,2-3 1 0,4 2-1 16,6-1 1-16,4-7-1 0,2 2 1 0,6-5-18 15,3 0 0-15,5-3 0 0,3-7 0 0,1 0 0 0,1-4 0 16,3-4 0-16,-1-4 0 0,-3-4-34 0,-5 0 0 16,-3-2 0-16,-6-7 1 0,-6 3-1 0,-6-1 0 15,-4 3 0-15,-6 0 1 0,-6 4 13 0,-4 1 0 16,-1-1 0-16,-3 4 0 0,-5 4 0 0,-1 0 0 15,-3 4 0-15,5 4 0 0,-1-3 2 0,5 3 1 16,4 0 0-16,6 2 0 0,12-10-12 0,0 0-2237 0</inkml:trace>
  <inkml:trace contextRef="#ctx0" brushRef="#br0" timeOffset="-135647.37">27800 15155 296 0,'0'0'0'0,"0"0"0"16,0 0 0-16,0 0 190 0,0 0 1 0,-9 0 0 15,7 0 0-15,2 0-191 0,0 0-795 0</inkml:trace>
  <inkml:trace contextRef="#ctx0" brushRef="#br0" timeOffset="-135014.41">28042 14771 628 0,'0'0'0'0,"0"0"0"0,0 0 0 0,0 0 131 0,0 0 1 15,0 0 0-15,0 0 0 0,0 0-1 0,12-2 1 16,-4 2-1-16,2 0 1 0,5 0-80 0,1 0 1 15,0 0-1-15,6 0 1 0,1 0-1 0,1 0 0 16</inkml:trace>
  <inkml:trace contextRef="#ctx0" brushRef="#br0" timeOffset="-134647.06">28056 14792 348 0,'0'0'0'0,"0"0"0"16,0 0 0-16,0 0 153 0,0 0 1 0,0 0-1 16,0 0 1-16,0 0-1 0,0 0 0 0,2 8 0 15,0-4 1-15,0 2-89 0,2 0 1 0,2 4 0 16,-2 1 0-16,2 1-1 0,-1-2 1 0,-1 0 0 0,-2 5 0 16,0-5-11-16,0 2 0 0,-2-1 0 0,0-1 1 15,2 0-1-15,-2-4 0 0,2 0 0 0,0-1 1 16,2-5-21-16,-2 2 0 0,4 0 0 0,2-2 1 15,2 0-1-15,3 0 0 0,-1-2 0 0,2 2 1 16,2 0-42-16,3 0 1 0,-5 0-1 0,2 2 1 0,-4 0-1 16,5 6 1-16,-3-4-1 0,0 4 1 0,0 2 19 15,3 3 0-15,-3 3 0 0,0 1 0 0,0-1-1 16,-3 2 1-16,1 3 0 0,0 2 0 0,-4-7-5 16,-2 4 0-16,-4 1 0 0,-2-5 1 0,-4 1-1 15,-6-3 0-15,-2-4 0 0,-4-1 1 0,1-3 1 0,-9-2 0 16,1-4 0-16,-1-2 1 0,0-4-1 0,-1 0 0 15</inkml:trace>
  <inkml:trace contextRef="#ctx0" brushRef="#br0" timeOffset="-134346.91">28679 14630 700 0,'0'0'0'0,"0"0"0"0,12 8 0 15,-4-4 186-15,4 4 0 0,1 2 0 0,1 3 0 16,2 3-1-16,0 2 1 0,1 9 0 0,1 4 0 0,2 4-118 16,-5 8 1-16,-5 2 0 0,-4 4 0 0,-8 2-1 15,-4-5 1-15,-4 3 0 0,-7-2 0 0,-3 2-25 16,-2-4 0-16</inkml:trace>
  <inkml:trace contextRef="#ctx0" brushRef="#br0" timeOffset="-132878.56">7195 15438 624 0,'0'0'0'0,"0"0"0"15,0 0 0-15,0 0 182 0,0 0 0 0,8-9 0 16,-2 5 1-16,6 0-1 0,0 2 0 0,3-2 0 0,5 2 0 15,-2 0-103-15,7 2 0 0,1 0 0 0,5 0 1 16,-1 0-1-16,5 0 0 0,-1 0 0 0,3 0 1 16,24 0-80-16,-61 0-2037 0</inkml:trace>
  <inkml:trace contextRef="#ctx0" brushRef="#br0" timeOffset="-132377.1">7298 15690 676 0,'0'0'0'0,"0"0"0"0,0 0 0 0,9 0 175 16,1-2 1-16,2-2 0 0,4 0 0 0,3 2-1 15,1 0 1-15,6-1-1 0,1-1 1 0,1 4-115 0,3-4 1 16,8 0-1-16,-1 2 1 0,35-6-62 16,-73 8-1746-16</inkml:trace>
  <inkml:trace contextRef="#ctx0" brushRef="#br0" timeOffset="-128677.91">8562 15702 576 0,'0'0'0'0,"0"0"0"0,0 0 0 0,-8 0 177 16,0 0 1-16,2 0 0 0,2-2 0 0,0 2-1 15,0-2 1-15,0 2 0 0,4 0 0 0,-4 0-91 0,4 0 1 16,4 0-1-16,0 0 1 0,4 0-1 0,2 0 0 15,6 0 0-15,3 2 1 0,1 2-22 0,2 2 1 16,3 3-1-16,-3 1 1 0,3 2-1 0,-7 3 0 16,-2 3 0-16,-6 2 1 0,-1 3-37 0,-5-2 1 15,-8 1 0-15,-3 1 0 0,-1-3-1 0,-4 1 1 16,-4-5 0-16,2 5 0 0,-7-7-29 0,7-2 0 16,-6 1 0-16,1-5 0 0,3-4 0 0,4 2 0 0,2 0 0 15,6-2 0-15,-1 0 0 0,5-2 1 0,9 3 0 16,-3 1 0-16,10-4-1 0,0 2 1 0,7 0-1 15,-1 2 1-15,11 0-2 0,-3 2 1 0,5-3-1 16,-1 3 1-16,-3 0-1 0,-5 0 0 0,-1 2 0 16,-7 1 1-16,-6 1-1 0,-4-2 1 0,-8 3 0 15,-4-3 0-15,-4 0-1 0,-6 0 1 0,-6 1-1 16,-3-1 1-16,-7 0 0 0,1 0 0 0,-5-1 0 16,-5-1 1-16,4-4-1 0,-3 0 0 0,3 0 0 0,0-2 0 15,35-2-2-15,0 0-2664 0</inkml:trace>
  <inkml:trace contextRef="#ctx0" brushRef="#br0" timeOffset="-128311.14">9271 15794 528 0,'0'0'0'0,"0"0"0"15,0 0 0-15,0 0 229 0,0 0 1 0,0 0-1 16,6 11 1-16,-2-1-1 0,4-2 0 0,-4 5 0 0,0-1 1 16,4 6-160-16,-4 5 1 0,0 4 0 0,0 1 0 15,3 7-1-15,-3 0 1 0</inkml:trace>
  <inkml:trace contextRef="#ctx0" brushRef="#br0" timeOffset="-127310.84">9277 15909 176 0,'0'0'0'0,"0"0"0"0,0 0 0 0,0 0 230 15,0 0 1-15,0 0 0 0,0 0 0 16,0 0-1-16,0 0 1 0,0 0 0 0,2-8 0 0,2 6-177 16,2-4 0-16,-2 2 0 0,0 2 1 0,0-2-1 15,0 2 0-15,-4 0 0 0,0 0 0 0,0-1-12 16,0 3 0-16,-4 0 0 0,0 3 0 0,0-1 0 15,0 4 0-15,0 0 0 0,0 2 0 0,0 4-8 0,2 1 0 16,-2 1 0-16,4 5 0 0,0 1 0 0,0 3 0 16,4-1 0-16,-2 3 0 0,2-1-45 0,4 1 0 15,-4-2 0-15,4-1 1 0,-4 1-1 0,4-7 0 16,-4-2 0-16,0 1 1 0,-1-3 24 0,-3-2 0 16,0-1 0-16,0-1 1 0,0-4-1 0,0 0 0 15</inkml:trace>
  <inkml:trace contextRef="#ctx0" brushRef="#br0" timeOffset="-126694.46">9615 16227 372 0,'0'0'0'0,"0"0"0"0,0 0 0 0,0 0 250 15,0 0 1-15,0 0-1 0,0 0 1 0,0 0-1 16,0 0 0-16,-9-6 0 0,9 6 1 0,0-4-173 0,0 2 0 16,0 0 0-16,0-2 1 0,4 2-1 0,-4 0 0 15,5-2 0-15,-1 2 1 0,0-1-46 0,0 1 1 16,2 0 0-16,2 2 0 0,-4 0-1 0,0 0 1 16,0 2 0-16,0 0 0 0,-2 3-16 0,0-1 0 15,0 2 0-15,-2 0 0 0,0 0-1 0,0 2 1 16,0 1 0-16,-2-1 0 0,0-2-20 0,0 0 1 15,-6 0 0-15,4 0 0 0,-4 1 0 0,4-7 0 0,-4 2 0 16,2-2 0-16,2 0-1 0,-5-2 1 0,5 2-1 16,-4-5 1-16,4 1-1 0,2 0 1 0,2 0 0 15,-2-2 0-15,2 6 0 0,0 0 1 0,0 0 0 16,0 0 0-16,0 0 0 0,0 0 0 0,0 0 0 16,0 0 0-16,0 0 0 0,47-41 0 0,-39 41 0 15,4 2 0-15,-6 2 0 0,7-2 0 0,-5 4 0 0,-4 0 0 16,4 3 0-16,-4-1 0 0,-4 0 0 0,0 0 0 15,-4 3 0-15,4-9 0 0,-4 4 0 0,-4 0 0 16,4-2 3-16,-5-2 0 0,1-2 0 0,2 0 0 16,-2 0-1-16,0-2 1 0,-2 0 0 0,2-2 0 15,4 0 2-15,-5 0 0 0,5 0 0 0,0 4 0 16,4-7 0-16,-4 5 0 0,4 0 0 0,0 0 0 0,0 0-1 16,0 0 1-16,4 0-1 0,0 0 1 0,-4 2-5 15,0 0-2606-15</inkml:trace>
  <inkml:trace contextRef="#ctx0" brushRef="#br0" timeOffset="-124829.39">10097 15913 420 0,'0'0'0'16,"0"0"0"-16,0 0 0 0,0 0 228 0,0 0 0 15,0-10 0-15,0 6 1 0,4 0-1 0,0 0 0 16,0-2 0-16,0 0 0 0,4-1-159 0,7 1 0 16,1-2 0-16,0 0 0 0,7 2 0 0,-1-2 0 0,4 3 0 15,-1-1 0-15,5 4-29 0,-5 0 1 0,1 2-1 16,-3 4 1-16,-7 2-1 0,-4-1 1 0,-2 5-1 16,-6 2 1-16,-4 2-14 0,0-1 0 0,-8 1 0 15,0 3 0-15,-2-3-1 0,-6 2 1 0,-3 3 0 16,3-3 0-16,-6 3-30 0,-3-1 0 0,3-4 0 15,3 3 1-15,3-1-1 0,0-1 0 0,0-3 0 16,5-2 1-16,7 2 6 0,0 1 0 0,4-3 0 16,0 2 1-16,8-1-1 0,1-1 0 0,3 0 0 15,6 0 1-15,-2-6-2 0,7 5 1 0,3-3 0 0,3 0 0 16,5 0-1-16,1-6 1 0,6-4-1 0,-1 0 1 16,1-2 1-16,-4-2 1 0</inkml:trace>
  <inkml:trace contextRef="#ctx0" brushRef="#br0" timeOffset="-124461.95">10779 15864 424 0,'0'0'0'16,"0"0"0"-16,0 0 0 0,0 0 260 0,0 0 0 15,0 0 0-15,0 0 0 0,2-8 0 0,6 4 0 16,0 0 0-16,4 0 0 0,0 2-195 0,7-4 1 16,-3 6 0-16,6-3 0 0,5 3-1 0,-7 0 1 0,7 3-1 15,-5 3 1-15,3-2-25 0,-7 2 1 0,2 2-1 16,-8 4 1-16,3-3-1 0,-11 3 1 0,0 2-1 16,-4 1 1-16,-8-1-30 0,0 7 1 0,-5-5 0 15,3 2 0-15,-10 3-1 0,1-1 1 0,-7 3-1 16,2 0 1-16,1 1-7 0,1-7 1 0,1 1-1 15,5 0 1-15,6-1-1 0,2-5 1 0,8-2-1 16,4 1 1-16,4-3-10 0,6 0 0 0,3-4 0 16,1 0 1-16,6 2-1 0,3-1 1 0,-1 3-1 15,5-6 1-15,1 0 2 0,3 0 0 0,4 0 0 0,-1-2 1 16,19-4-1-16,-57 4-2621 0</inkml:trace>
  <inkml:trace contextRef="#ctx0" brushRef="#br0" timeOffset="-122844.98">11585 15860 712 0,'0'0'0'0,"0"0"0"0,0 0 0 16,0 0 210-16,0 0 1 0,0 0 0 0,8 6 0 15,-4 2-1-15,0 5 1 0,-4 3 0 0,0 5 0 16,0 7-135-16,0 11 0 0,-6 9 0 0,2 7 0 0,-2 2 0 16,4-1 0-16,-2-1 0 0,4-8 0 15,4-8-34-15,0-10 1 0</inkml:trace>
  <inkml:trace contextRef="#ctx0" brushRef="#br0" timeOffset="-122429.08">11975 15885 712 0,'0'0'0'0,"0"0"0"16,0 0 0-16,0 0 184 0,-6 0 1 0,2 0-1 15,0-2 1-15,0 0-1 0,0 0 0 0,0 0 0 16,4-1 1-16,0 1-112 0,0 2 0 0,4-4 0 16,4 4 1-16,-2-2-1 0,4 0 0 0,5 2 0 15,1 0 1-15,2 0-22 0,3 0 1 0,1 0-1 0,-2 0 1 16,-1 2-1-16,-1 4 1 0,2-4-1 0,-7 5 1 15,-3-1-28-15,-2 2 0 0,-4 4 0 0,-8 1 1 16,-2-1-1-16,-4 6 0 0,-1 3 0 0,-9 3 1 16,-2 1-25-16,-3 6 1 0,-1 0-1 0,-1-3 1 15,3 3-1-15,2-2 0 0,7-7 0 0,3 3 1 0,4-4 0 16,8-3 0-16,0-2 0 0,8-5 1 0,4 1-1 16,7-4 0-16,1-2 0 0,11-2 0 0,-1-4 13 15,9-2 0-15,3-4 0 0,1-4 0 0,26-13-15 16,-69 23-2613-16</inkml:trace>
  <inkml:trace contextRef="#ctx0" brushRef="#br0" timeOffset="-121878.5">12963 15706 496 0,'0'0'0'0,"0"0"0"0,0 0 0 16,0 0 251-16,-5-8 0 0,1 6 0 0,0-2 0 15,-4 0 0-15,0 2 0 0,-2 0 0 0,-2 0 0 0,-3 2-167 16,-1 2 1-16,-2 2 0 0,-3 4 0 0,-3-2-1 15,2 7 1-15,-5 3 0 0,1 2 0 0,1 7-31 0,-1 4 1 16,-1 4-1-16,7 3 1 0,4 1-1 0,2 2 0 16,5 4 0-16,9 0 1 0,0 1-31 0,9-3 1 15,7 0 0-15,6-7 0 0,5-1-1 0,3-4 1 16,7-6-1-16,-3-5 1 0,5-4-23 0,0-3 0 16,-3-7 0-16,-7-4 0 0,1-4-1 0,-11-7 1 15,-3-1 0-15,-12-2 0 0,-4-1-1 0,-4-1 1 0,-8 0 0 16,2-1 0-16,-11 1-1 0,3 1 1 0,-9 1 0 15,7 2 0-15,-8-1-2 0,1 5 0 0,1 4 0 16,1 2 1-16,7 4-1 0,2 2 0 0</inkml:trace>
  <inkml:trace contextRef="#ctx0" brushRef="#br0" timeOffset="-105833.2">4425 17462 468 0,'0'0'0'0,"0"0"0"0,0 0 0 0,-2-8 156 15,2 4 0-15,0-2 0 0,0-1 0 0,2 1 0 16,2 2 0-16,0 0 0 0,0 2 0 0,0 0-60 15,0 2 0-15,4 4 0 0,-4 2 0 0,4 9 0 0,3 1 0 16,-3 9 0-16,0 5 0 0,2 13-31 0,-2 9 0 16,0 7 0-16,0 7 0 0,1 4-1 0,-9 5 1 15,0-3 0-15,0 14 0 0,0-14-33 0,0-8 0 16,-5-9 0-16,5-4 0 0,0-51-32 0,0 0-2349 0</inkml:trace>
  <inkml:trace contextRef="#ctx0" brushRef="#br0" timeOffset="-105264.23">4449 17544 520 0,'0'0'0'16,"0"0"0"-16,0 0 0 0,0 0 215 0,0 0 1 16,0 0 0-16,0 8 0 0,-4-2-1 0,4 5 1 15,0 1-1-15,0 2 1 0,0 1-144 0,4 3 0 16,0 1 0-16,4 3 0 0,2-3 0 0,3 1 0 0,3-1 0 15,2-3 0-15,5-4-24 0,1-1 1 0,7-5-1 16,3-6 1-16,1-6-1 0,-3-7 0 0,5-3 0 16,0-7 1-16,-3-3-25 0,-3-3 1 0,-1-6 0 15,-5 0 0-15,-3-6-1 0,-4 4 1 0,-5-2-1 16,-5 2 1-16,-8 5-25 0,-4 1 1 0,-4 4-1 16,-11 5 1-16,-1 1-1 0,-2 5 1 0,-7 5-1 15,3 5 1-15,-5 4 0 0,-4 4 1 0,1 4 0 0,-1 5 0 16,1 3-1-16,-5 4 1 0,2-1 0 0,7 5 0 15,-1 1 1-15,5 2 0 0,1-1 0 0,3 5 1 16,10 14-4-16,12-43-2577 0</inkml:trace>
  <inkml:trace contextRef="#ctx0" brushRef="#br0" timeOffset="-104617.14">4887 17969 108 0,'0'0'0'0,"0"0"0"0,0 0 0 0,0 0 260 15,0 0 0-15,-8 0 0 0,3 0 0 0,1 0-1 16,0 0 1-16,-4 2 0 0,2 2 0 0,2 0-187 15,-4 2 0-15,-4 2 0 0,8 2 1 0,-9 3-1 16,7-1 0-16,-2 2 0 0,0 3 1 0,0 1-23 16,4 1 0-16,2-3 0 0,2 1 0 0,6-5 0 0,-2 0 0 15,8-2 0-15,0-1 0 0,3-3-37 0,-3-4 1 16,6-2 0-16,2-2 0 0,-3-2-1 0,1-2 1 16,0-3 0-16,3-1 0 0,-9-2-15 0,2-1 1 15,-2-1-1-15,-3-2 1 0,-1 1-1 0,-8 1 0 16,0 0 0-16,-4 3 1 0,-5 1 2 0,1 2 1 0,-6 2 0 15,6 0 0-15,-8 2-1 0,-1 1 1 0,3 3 0 16,-2 0 0-16,16 0 0 0,0 0 1 0,-45 13 0 16,37-7 0-16,-4 0-1 0,8 4 1 0</inkml:trace>
  <inkml:trace contextRef="#ctx0" brushRef="#br0" timeOffset="-103914.34">6035 17800 368 0,'0'0'0'16,"0"0"0"-16,0 0 0 0,0 0 227 0,0 0 1 16,6 2-1-16,0-2 1 0,4 0-1 0,2 0 0 15,0 0 0-15,7 0 1 0,-1 0-164 0,6-2 1 16,-3 0-1-16,5 2 1 0,5-2-1 0,-1 0 0 15</inkml:trace>
  <inkml:trace contextRef="#ctx0" brushRef="#br0" timeOffset="-103499.02">6057 17969 340 0,'0'0'0'16,"0"0"0"-16,0 0 0 0,0 0 189 0,0 0 1 15,0 0 0-15,0 0 0 0,0 0-1 0,0 0 1 16,0 0-1-16,0 0 1 0,12 0-126 0,-2 0 1 15,3 2-1-15,3 0 1 0,2-2-1 0,7 2 1 16,-3 0-1-16,4 0 1 0,7 0-38 0,2 0 1 0</inkml:trace>
  <inkml:trace contextRef="#ctx0" brushRef="#br0" timeOffset="-47146.67">7085 17940 456 0,'0'0'0'0,"0"0"0"16,0 0 0-16,0 0 178 0,0 0 0 0,0 0 0 16,-4 8 0-16,6-4 0 0,0-2 0 0,2 2 0 15,4 0 0-15,0 3-100 0,0 1 1 0,6-2-1 16,3 0 1-16,-1 2-1 0,6 1 0 0,-3-3 0 16,1 2 1-16,7-2-21 0,-3-2 1 0,2 0 0 15,1 0 0-15,-3-2-1 0,7-4 1 0,-1 0-1 16,1-2 1-16,-3-2-26 0,3-2 1 0,-1 0 0 15,1-1 0-15,0-3-1 0,-7-2 1 0,2-1 0 0,1 3 0 16,-7-2-37-16,-1-1 1 0,-3-3 0 0,-6 1 0 16,-6-3-1-16,-2 2 1 0,-2-3 0 0,-4 1 0 15,-4-1 11-15,-8 3 1 0,-1-1 0 0,-5 1 0 16,-9 1-1-16,1 3 1 0,-5 4-1 0,1-1 1 16,-5 5-8-16,4 4 1 0,3 0 0 0,-7 2 0 0,5 4-1 15,3 0 1-15,5 0 0 0,-5 5 0 0,11-1 1 16,-1 4 0-16,7 2 0 0,2 3 0 0,2-1-1 15,2 3 1-15,3 1 0 0,1 9 0 0,0 2 2 0,4 4 0 16,0 6 0-16,4 2 0 0,5 2-1 16,5 0 1-16,6-2 0 0,3-2 0 0,3 0 0 0,7-4 0 15,1-2 0-15,5-6 0 0,0-1-1 0,-1-3 1 16,-7-3 0-16,3 3 0 0,-3-4 0 0,1 1 0 16,-1-1 0-16,4-3 1 0,-9-4-1 0,5 3 0 15,-3-5 0-15,7-2 0 0,-5-1 2 0,5-7 0 16,-5-4 0-16,5-7 0 0,4-3-1 0,-7-2 1 15,-1-5 0-15,3-1 0 0,-7-1-2 0,-1-1 1 16</inkml:trace>
  <inkml:trace contextRef="#ctx0" brushRef="#br0" timeOffset="-46193.18">7600 17478 476 0,'0'0'0'0,"0"0"0"0,0 0 0 16,0 0 243-16,0 0 0 0,0 0 0 16,4-6 1-16,4 4-1 0,4 0 0 0,2 0 0 0,3 0 1 15,5 0-179-15,-2 0 0 0,7 2 0 0,-5 0 0 16,11 2-1-16,-1-2 1 0,5 2 0 0,-2 0 0 16,-1-2-34-16,1 2 1 0,-1-2-1 0,-3 0 1 15,32-2-32-15,-63 2-2301 0</inkml:trace>
  <inkml:trace contextRef="#ctx0" brushRef="#br0" timeOffset="-45563.94">8485 17392 104 0,'0'0'0'0,"0"0"0"0,-8-2 0 15,2 0 222-15,-2 0 0 0,-1 2 0 0,1-4 0 0,-4 2 0 16,2 0 0-16,-6 2 0 0,5 2 0 0,3-2-166 16,-4 2 1-16,0 2-1 0,4-2 1 0,2 2-1 15,-2 0 0-15,-1 3 0 0,1 3 1 0,2-2-5 16,2 0 1-16,0 7-1 0,0-1 1 0,4 2-1 0,0 3 1 16,4-1-1-16,-2 3 1 0,4-3-17 0,4 3 0 15,3-3 0-15,-1-6 0 0,6 5 0 0,2-7 0 16,3 0 0-16,-1-1 0 0,7-7-45 0,-3-2 1 15,5-2-1-15,-1-9 1 0,-1-3-1 0,1-4 1 16,-3-1-1-16,-5-6 1 0,-2-1 23 0,-3-1 0 16,-7-4 0-16,-2 3 0 0,-8 1 0 0,-4 0 0 0,-6 3 0 15,-2 1 0-15,-5 5-3 0,3 3 0 0,-2 1 0 16,-9 6 1-16,3 0-1 0,0 3 0 0,-5 3 0 16,7 2 1-16,-5 2-4 0,3 3 0 0,0 1 0 15,-3 4 1-15,25-10-10 0,0 0-2420 0</inkml:trace>
  <inkml:trace contextRef="#ctx0" brushRef="#br0" timeOffset="-45279.58">8957 17560 640 0,'0'0'0'0,"0"0"0"0,0 0 0 0,-8-2 206 0,4 0 1 16,0 0-1-16,-2 2 1 0,2 0-1 0,0-2 1 15,4 2-1-15,-4-2 1 0,-1 2-144 0,1 0 0 16,4 0 0-16,0 2 0 0,0-2-63 0,0 0-1908 15</inkml:trace>
  <inkml:trace contextRef="#ctx0" brushRef="#br0" timeOffset="-44813.17">9332 17314 648 0,'0'0'0'0,"0"0"0"0,-8 2 0 0,-3-2 173 16,3 2 0-16,-4-2 0 0,0 2 1 0,-2 3-1 16,1-1 0-16,-3 0 0 0,2 0 0 0,2 4-108 15,1 2 0-15,3 1 0 0,0 1 0 0,0 4-1 16,4-1 1-16,4-1 0 0,0 7 0 0,4-3-18 0,4 0 0 16,0 3 0-16,4-9 1 0,7 7-1 15,1-7 0-15,7-2 0 0,-1 1 1 0,5-3-12 0,-1-4 0 16,5-6 0-16,1 0 1 0,-1-6-1 0,-5-3 0 15,5-3 0-15,-11-2 1 0,-1-1-47 0,-7-3 1 16,-2-1-1-16,-5-1 1 0,-9 1-1 0,-5 1 1 16,-3-1-1-16,-4 3 1 0,-2 1 23 0,-2 5 1 15,-7-3-1-15,-3 7 1 0,-3-2-1 0,3 2 0 16,-5 2 0-16,-1 4 1 0,32 2-4 0,-61-5 0 0,34 5 0 16,1 3 0-16,5 1-1 0,1 2 1 0,6-2 0 15,6 2 0-15,8-6-11 0,0 0-2510 0</inkml:trace>
  <inkml:trace contextRef="#ctx0" brushRef="#br0" timeOffset="-44247.11">10044 17165 356 0,'0'0'0'0,"0"0"0"0,0 0 0 0,-12-5 214 0,8 3 0 15,0 2 0-15,-7-2 1 0,3 0-1 0,0 0 0 16,0-2 0-16,0 0 0 0,-4 0-152 0,2 0 1 15,1 2 0-15,-3 0 0 0,2 0-1 0,2 2 1 16,-4 4 0-16,-1-2 0 0,3 2-23 0,2 2 0 16,-4 0 0-16,0 0 0 0,2 5 0 0,-7-1 0 15,3 2 0-15,2 3 0 0,-7-1-23 0,3 2 0 16,4-1 0-16,-4 3 0 0,5 3 0 0,3-3 0 0,0 3 0 16,2-5 0-16,6 3-16 0,2-1 1 0,6-2-1 15,0 1 1-15,1-5-1 0,1 5 1 0,6-7-1 16,-4 2 1-16,2-2-1 0,3 3 1 0,-5-1-1 15,2-4 1-15,3-2-1 0,-7 0 1 0,6-1-1 16,-4 1 1-16,6-6-1 0,-1 0 1 0,3 0 0 16,3-8 0-16,-5 1-1 0,2 1 1 0,-4-2-1 15,3-2 1-15,-7-1 4 0,2 1 1 0,-6 0 0 16,-8 0 0-16,0 2-1 0,-4-1 1 0,0 1-1 0,-8 2 1 16,2 0 2-16,-6 4 0 0,1-4 0 0,-5 4 0 15,2 0-1-15,-7 4 1 0,3 0 0 0,-1 4 0 16,3-4-2-16,2 2 0 0,6 0 0 0,-5-2 0 15,7 4 0-15,2-2 0 0,4 0 0 0,4 1 0 16,0-5-7-16,0 0-2433 0</inkml:trace>
  <inkml:trace contextRef="#ctx0" brushRef="#br0" timeOffset="-43496.74">10622 16984 288 0,'0'0'0'0,"0"0"0"15,0 0 0-15,0 0 238 0,0 0 1 0,0 0 0 16,0 0 0-16,0 0-1 0,0 0 1 0,0 0 0 16,-2 8 0-16,2-2-182 0,0 3 1 0,0 1-1 15,-4 6 1-15,0 1-1 0,4 3 0 0,-4 1 0 0,0 3 1 16,4 3-24-16,0 0 1 0,4 1 0 0,-4 5 0 15,8-2-1-15,0 6 1 0,6-4-1 0,-2 0 1 16,9 1-17-16,1-3 1 0,-3 2-1 0,5 0 1 16,19 24-19-16,-43-57-2256 0</inkml:trace>
  <inkml:trace contextRef="#ctx0" brushRef="#br0" timeOffset="-42730.21">11129 16964 28 0,'0'0'0'0,"0"0"0"16,0 0 0-16,0 0 161 0,0 0 0 0,0 0 0 16,0 0 0-16,0 0 0 0,0 0 0 0,0 0 0 15,0 0 0-15,8-7-107 0,-4 9 1 0,-4 3-1 16,4-1 1-16,-4 4-1 0,4-2 0 0,-4 2 0 15,4 5 1-15,-4 1-1 0,4 2 0 0,-4 1 0 0,0-1 1 16,0 1-1-16,2 1 0 0,-2 3 0 0,2-3 0 16,0 0-36-16,0-1 1 0,0-1 0 0,0 3 0 15,-2-19-19-15,0 0-1695 0</inkml:trace>
  <inkml:trace contextRef="#ctx0" brushRef="#br0" timeOffset="-42398.36">10944 17288 368 0,'0'0'0'0,"0"0"0"15,0 0 0-15,0 0 154 0,0 0 0 0,0 0 0 16,0 0 0-16,0 0-1 0,12-9 1 0,-4 7 0 16,0 0 0-16,6 0-92 0,-1 2 0 0,3-2 0 15,2 4 0-15,-2-2-1 0,7 2 1 0,-3 0 0 16,7 0 0-16,-5 0-24 0,4 3 1 0,3-3-1 0,-3 2 1 15,44 2-39-15,-70-6-1686 0</inkml:trace>
  <inkml:trace contextRef="#ctx0" brushRef="#br0" timeOffset="-41894.46">11106 17364 588 0,'0'0'0'0,"0"0"0"16,0 0 0-16,0 0 144 0,0 0 0 0,0-9 0 16,4 9 0-16,1-6-1 0,1 4 1 0,0 0 0 15,4 0 0-15,-2 0-92 0,4 0 1 0,0 0-1 16,3 0 1-16,-3 2-1 0,2 0 1 0,2 2-1 15,-1 2 1-15,1-2-17 0,0 2 1 0,-4 0 0 16,3 2 0-16,-7 1-1 0,-4-1 1 0,0 2 0 0,-2 0 0 16,-2 2-18-16,-6 1 0 0,2-1 0 0,-8-2 0 15,-3 4-1-15,-1 1 1 0,-4-1 0 0,1 2 0 16,-3 1-20-16,2-1 1 0,1-4 0 0,-1 3 0 0,4-1-1 16,6-2 1-16,-3 0 0 0,9-1 0 0,4-1 1 15,4 0 1-15,5-4 0 0,-1 2 0 0,6-2-1 16,6-2 1-16,-1 3 0 0,7-1 0 0,7 0 5 15,5-2 1-15,3 0 0 0,10-4 0 0,4 0-1 16,-2 0 1-16</inkml:trace>
  <inkml:trace contextRef="#ctx0" brushRef="#br0" timeOffset="-41281.24">11524 16906 372 0,'0'0'0'0,"0"0"0"16,0 0 0-16,0 0 200 0,0 0 1 0,-4-8-1 16,8 6 1-16,-4 0-1 0,8 2 0 0,-4-2 0 15,0 2 1-15,4 2-138 0,2 0 0 0,2 4 0 16,1 4 1-16,1 5-1 0,-2 3 0 0,2 5 0 16,3 5 1-16,-5 13-28 0,-2 7 0 0,-2 9 0 15,-4 7 0-15,-4 11-1 0,-4 5 1 0,-2 3 0 16,-2-1 0-16,-8 16-16 0,3-34 0 0,-5-5 0 15,2-12 1-15,16-47-21 0,0 0-2137 0</inkml:trace>
  <inkml:trace contextRef="#ctx0" brushRef="#br0" timeOffset="-37179.17">12576 17755 744 0,'0'0'0'0,"0"0"0"15,0 0 0-15,0 0 193 0,0 0 1 0,-4-8-1 0,8 8 1 16,4-2-1-16,-2 0 1 0,2 2-1 0,4-2 1 15,1 4-123-15,-1-2 1 0,6 2 0 0,3 2 0 16,1 0-1-16,-4 2 1 0,3 5 0 0,1-3 0 16,-6 6-32-16,-4-1 0 0,-1 3 0 0,-3 2 1 0,-8 3-1 15,0-1 0-15,-8 3 0 0,-3 0 0 0,-1-1-22 16,-4 1 1-16,-6-1-1 0,-1 1 1 0,3-5-1 16,0-3 0-16,5 1 0 0,-1-4 1 0,6-1-20 15,6-1 1-15,2-4 0 0,4 0 0 0,2 0-1 16,6 0 1-16,2-1 0 0,0-3 0 0,11 4-1 15,1 2 0-15,3 0 0 0,-1 0 1 0,5 5-1 0,1-1 1 16,-1 2-1-16,-5 3 1 0,1-3-5 0,-9 2 0 16,2 3 0-16,-7 1 1 0,-7-1-1 0,-4-5 1 15,-6 3-1-15,-5 1 1 0,-9-1 1 0,2-1 1 16,-13-2-1-16,1 3 1 0,-11-3-1 0,-1-4 1 16,-1 1 0-16,-4-5 0 0,4-2-1 0,-1-4 1 15,3-2-1-15,4-2 1 0,3-5-1 0,13-1 1 16</inkml:trace>
  <inkml:trace contextRef="#ctx0" brushRef="#br0" timeOffset="-36897.93">13508 17782 768 0,'0'0'0'0,"-4"10"0"0,4-2 0 0,0 11 189 15,4 3 0-15,-4 5 0 0,0 12 0 0,0 6 0 16,0 4 0-16,0 7 0 0,-4 3 0 0,0 1-119 15,-4-1 0-15,4-1 0 0,0-9 0 0,-3 19-70 16,7-68-1920-16</inkml:trace>
  <inkml:trace contextRef="#ctx0" brushRef="#br0" timeOffset="-33667.49">12216 17546 484 0,'0'0'0'15,"0"0"0"-15,-11-2 0 0,7 2 102 0,0-2 1 16,0 2 0-16,0 0 0 0,-4 0-1 0,0-2 1 16,0 4-1-16,2 2 1 0,-7 0-67 0,5 4 1 15,-4 3-1-15,2 5 1 0,2 0-1 0,0 7 0 0,-7 8 0 16,7 6 1-16,-4 10 32 0,0 6 0 0,2 7 0 16,6 5 1-16,8 7-1 0,-2 2 0 0,8-4 0 15,4 1 0-15,10 12-26 0,-1-26 1 0,3-6 0 16,3 0 0-16,-29-51-44 0,0 0-1743 0</inkml:trace>
  <inkml:trace contextRef="#ctx0" brushRef="#br0" timeOffset="-32685.38">13956 18360 572 0,'0'0'0'0,"0"0"0"16,0 0 0-16,0 0 156 0,-8-8 0 0,6 4 0 15,0 0 1-15,-3 0-1 0,3-2 0 0,2 2 0 16,-2-1 0-16,0 1-94 0,2 0 0 0,0 0 0 16,2 0 1-16,0 0-1 0,3 4 0 0,-3-4 0 15,6 2 0-15,-4 0-12 0,4-2 0 0,-2 2 0 16,2 0 1-16,4 0-1 0,-4 4 0 0,3-2 0 16,-3 0 0-16,4 4-19 0,-4-2 1 0,-4 2 0 0,0 0 0 15,-2-2-1-15,0 2 1 0,-2 4-1 0,-4-4 1 16,0 3-38-16,0 1 1 0,-8-2 0 0,2 0 0 15,2-2 0-15,-9 2 0 0,5-2 0 0,-2 0 0 16,6-4 15-16,-2 0 1 0,-1 0 0 0,5-2 0 16,2 0-1-16,0 0 1 0,0-2-1 15,8 0 1-15,-4 4 1 0,0 0 0 0,0 0 0 0,0 0 0 0,0 0-1 16,0 0 1-16,0 0 0 0,0 0 0 0,0 0-2 16,0 0 0-16,0 0 0 0,0 0 1 0,0 0-1 15,39-35 0-15</inkml:trace>
  <inkml:trace contextRef="#ctx0" brushRef="#br0" timeOffset="-32301.29">14296 18036 448 0,'0'0'0'0,"0"0"0"16,-8-10 0-16,3 2 249 0,5 0 1 0,-2-3 0 15,4 1 0-15,3-2-1 0,3-1 1 0,0 1-1 16,4 4 1-16,2-2-188 0,3-1 1 0,-1 3 0 16,6 0 0-16,-3 2-1 0,5 0 1 0,2 4-1 0,-3 0 1 15,1 0-28-15,3 2 1 0,-1 4 0 0,3 0 0 16,-7 0-1-16,-6 2 1 0,1 4-1 0,-3-1 1 15,-6 3-21-15,-6-2 1 0,-2 2-1 0,-2 5 1 16,-10-1-1-16,-3 3 1 0,-1 1-1 0,0 1 1 16,-6 1-14-16,-3 1 0 0,3-1 0 0,-1-1 1 15,7-1-1-15,0-1 0 0,6-1 0 0,1-1 0 0,5-3-7 16,4 0 0-16,0-1 0 0,9-3 1 0,-3 0-1 16,8 1 1-16,0-3-1 0,4-2 1 0,7-2 3 15,1-4 0-15,5 0 0 0,3 0 1 0,11-8-1 16,8 0 1-16</inkml:trace>
  <inkml:trace contextRef="#ctx0" brushRef="#br0" timeOffset="-31969.89">14953 17817 552 0,'0'0'0'0,"0"0"0"15,0 0 0-15,4-8 228 0,-4 6 0 0,4 0 0 16,4-3 0-16,2 3-1 0,7 0 1 0,-3 0 0 16,6 0 0-16,-1 2-154 0,9 0 0 0,-3 0 0 15,3 4 0-15,-3 2-1 0,1 3 1 0,-2 1 0 16,-1 2 0-16,-7 3-27 0,-2 1 1 0,-6 0-1 16,-3-1 1-16,-5 3-1 0,-5 3 1 0,1-3-1 0,-6 1 1 15,0 1-29-15,-4 1 0 0,-2 1 0 0,-3-1 0 16,-5 1-1-16,1 3 1 0,1 0 0 0,-4-5 0 15,5 5-19-15,3-7 0 0,6 1 0 0,8-5 1 16,4 2-1-16,8-5 0 0,6-1 0 0,6-4 1 16,7-2 0-16,11-2 0 0,1-2 0 0,8-2 1 0,2 0-1 15,2 0 0-15,0-4 0 0,-3 0 0 16,34-7-1-16,-82 13-2631 0</inkml:trace>
  <inkml:trace contextRef="#ctx0" brushRef="#br0" timeOffset="-31519.18">15924 17802 628 0,'0'0'0'0,"0"0"0"0,0 0 0 16,0 11 202-16,0-1 0 0,0 2 0 0,0 5 1 0,4 1-1 16,-4 7 0-16,0 3 0 0,0 5 0 0,0 8-123 15,0 2 1-15,-4 5-1 0,0-1 1 0,0 0-1 16,-2-4 0-16,4-2 0 0,2-6 1 0,-2-6-42 0,4-3 0 15</inkml:trace>
  <inkml:trace contextRef="#ctx0" brushRef="#br0" timeOffset="-31151">16237 17813 616 0,'0'0'0'0,"0"0"0"16,0 0 0-16,0 0 196 0,0 0 1 0,2-8-1 16,4 3 1-16,3 1-1 0,5 0 0 0,0 0 0 15,6 0 1-15,1 0-134 0,1 2 0 0,5 0 0 16,-1 2 0-16,7 0 0 0,-7 4 0 0,3 0 0 0,1 0 0 15,1 0-15-15,-5 4 1 0,-1 1 0 0,-7-1 0 16,-4-2-1-16,-4 2 1 0,-4 2 0 0,-6-1 0 16,-10 1-20-16,-2-2 1 0,-4 4-1 0,-5 1 1 15,-1 1-1-15,-9 2 0 0,1 1 0 0,-5 3 1 16,3 3-35-16,1 2 1 0,5-1 0 0,-1-1 0 16,9 1 0-16,4 1 0 0,8-2 0 0,2-3 0 0,8-2 11 15,6-1 1-15,2-3-1 0,8 1 1 0,7-5-1 16,7 0 1-16,5 0-1 0,4-3 1 0,8-3-2 15,2-4 1-15,6-4 0 0,-4-3 0 0,32-15-7 16,-87 22-2528-16</inkml:trace>
  <inkml:trace contextRef="#ctx0" brushRef="#br0" timeOffset="-30785.24">17428 17657 624 0,'0'0'0'0,"0"0"0"15,-4-10 0-15,4 1 229 0,-4 1 0 0,4 2 0 16,-4 0 1-16,0 0-1 0,-5 2 0 0,-1 2 0 16,2 0 0-16,-6 2-159 0,-2 2 0 0,-5 2 0 15,-1 2 1-15,0 4-1 0,-3 2 0 0,-1 5 0 16,-9 3 0-16,0 1-24 0,1 5 1 0,1 3-1 16,3 4 1-16,3 2-1 0,-1 0 0 0,9 0 0 15,1 4 1-15,6-5-24 0,8 5 0 0,4-4 0 16,4-2 0-16,6-4 0 0,6 0 0 0,5-9 0 0,5 5 0 15,5-9-23-15,-1 0 1 0,-1-5-1 0,1-5 1 16,-3-2-1-16,-1-6 1 0,-5-4-1 0,-7-9 1 16,-4 1-1-16,-4 0 0 0,-2-3 0 0,-4 1 1 15,-4 2-1-15,-2-3 0 0,-4 1 0 0,-4 1 0 16,-5 1 1-16,-1 4 1 0,-9-1-1 0,1 5 1 16,-1-2-1-16,-1 4 0 0,-3 0 0 0,7 2 1 0,8 0 2 15,5 0 1-15,3 2 0 0,6 2 0 0,4 0-1 16,2 4 1-16</inkml:trace>
  <inkml:trace contextRef="#ctx0" brushRef="#br0" timeOffset="-30450.97">17957 17368 716 0,'0'0'0'0,"0"0"0"16,0 0 0-16,8 8 208 0,-8-2 1 0,6 4 0 15,-2 3 0-15,5 3-1 0,-3 7 1 0,4-1 0 0,-6 13 0 16,0 6-147-16,-2 12 1 0,-4 11-1 0,-10 12 1 16,-13 6-1-16,-3 10 1 0,-13 31-1 0,7-37 1 15,-5-8-17-15,2-8 1 0,5-11 0 0,-3-7 0 16,9-13-1-16,1-9 1 0,7-7 0 0,-3-7 0 16,7-7-22-16,6-11 0 0</inkml:trace>
  <inkml:trace contextRef="#ctx0" brushRef="#br0" timeOffset="-25710.36">18857 17864 760 0,'0'0'0'15,"0"0"0"-15,14-2 0 0,-4 0 99 0,4 0 0 16,1 0 0-16,3-2 0 0,0 2-1 0,21-5-98 16</inkml:trace>
  <inkml:trace contextRef="#ctx0" brushRef="#br0" timeOffset="-25545.54">18895 18030 776 0,'0'0'0'0,"0"0"0"15,0 0 0-15,15 6 126 0,-1-4 1 0,-4-4-1 0,6 2 1 16,5 0-1-16,-1-2 0 0</inkml:trace>
  <inkml:trace contextRef="#ctx0" brushRef="#br0" timeOffset="-24977">19677 17562 772 0,'0'0'0'0,"-8"-2"0"16,4 0 0-16,-2 0 181 0,-3 0 0 0,3 0 0 15,4-2 1-15,-2 2-1 0,0 0 0 0,2 0 0 16,4 0 0-16,0 2-106 0,4-2 1 0,0 4 0 16,5 0 0-16,3 2-1 0,2 2 1 0,2 2 0 15,1 3 0-15,-1 3-32 0,-2 0 1 0,-1 3 0 16,-1 5 0-16,-4 1-1 0,0-1 1 0,-6-1-1 15,-4 2 1-15,-4-1-18 0,0 3 0 0,-4-5 0 0,0 3 0 16,-2-5-1-16,6-1 1 0,-5-3 0 0,1 0 0 16,2-5-29-16,2-1 0 0,4-2 0 0,2 0 0 15,4-2 0-15,4 0 0 0,-1 0 0 0,1-2 0 16,6 3 6-16,4-1 0 0,7 2 0 0,-3-2 1 16,3 4-1-16,-1 0 0 0,-1 3 0 0,-3 5 0 0,-2 0-1 15,-5 1 1-15,-7 5 0 0,-6-1 0 0,-6 1-1 16,-6 1 1-16,-9 2-1 0,-5 1 1 0,-7 1-2 0,-7 0 0 15,-9-5 0-15,-2 1 1 0,-2-7-1 16,0 1 0-16,-2-7 0 0,2-6 1 0,9-6 1 0,3-2 0 16,4-4 0-16,9-3 1 0,6-3-1 0,5-2 0 15</inkml:trace>
  <inkml:trace contextRef="#ctx0" brushRef="#br0" timeOffset="-24591.65">20436 17581 632 0,'0'0'0'0,"0"0"0"15,-4 0 0-15,0 2 214 0,0-2 1 0,-2 2 0 0,2 2 0 16,-5 0-1-16,-1 2 1 0,0 5 0 0,0 3 0 16,-2 2-146-16,0 5 0 0,-1 4 0 0,-1 3 0 15,6 7 0-15,-4 4 0 0,6 2 0 0,2 0 0 16,4 2-13-16,6-4 1 0,6 0-1 0,4-4 1 16,7-6-1-16,7-5 1 0,9-3-1 0,-1-9 1 15,9-6-25-15,2-8 0 0,-2-6 0 0,4-6 0 0,0-11 0 16,-11-4 0-16,3-5 0 0,-8-5 0 0,-7-2-36 15,-10-3 1-15,-3 3-1 0,-9 2 1 0,-6 3-1 16,-12-1 1-16,-5 4-1 0,-5 8 1 0,-5 1 11 0,-3 3 0 16,-7 7 0-16,-1 6 0 0,1 3-1 15,-4 3 1-15,3 4 0 0,3 5 0 0,-2 3-3 0,5 0 1 16</inkml:trace>
  <inkml:trace contextRef="#ctx0" brushRef="#br0" timeOffset="-21512.3">21236 18133 600 0,'0'0'0'16,"0"0"0"-16,0 0 0 0,0 0 216 0,0 0 0 16,0 0 0-16,-4-6 0 0,4 3-1 0,0 3 1 0,-4 0 0 15,2 0 0-15,0 3-154 0,-2-1 1 0,0-2-1 16,1 0 1-16,-1 2-1 0,0 0 0 0,2 0 0 15,0 2 1-15,-2-2-23 0,4-2 0 0,-4 2 0 16,4-2 1-16,-4 2-1 0,2 0 0 0,2-2 0 16,0 0 0-16,0 0-20 0,2 0 1 0,-2 0-1 15,4-2 1-15,-4 2-1 0,4-2 1 0,0 2-1 16,0-2 1-16,2 0-20 0,-1 2 1 0,-1-2-1 16,2 2 1-16,-4 0-1 0,2 2 0 0,-4-2 0 0,0 2 1 15,-4 2-2-15,0 0 0 0,-4 0 0 0,-1 0 1 16,-1 2-1-16,0 3 0 0,0-3 0 0,2 0 0 15,2-2 0-15,-3 0 0 0,5-4 0 0,2 0 1 16,2 0-1-16,0 0 0 0,2-2 0 0,2 0 1 16,1 0 2-16,-1-2 0 0,2 0 0 0,0 0 0 0,0 2 0 15,-2 2 0-15,0-7 0 0,0 5 0 0,0 0 0 16,0 0 1-16,0 2-1 0,-2 0 1 0,0 0-1 16,0 2 1-16,0-2-1 0,-2 2 1 0,0-4 3 15,3 4 0-15,-6-2 0 0,3 0 0 0,0 2 0 0,0-2 0 16,0 3 0-16,0 1 0 0,0-4-1 0,-2 0 0 15,2 0 0-15,0 0 1 0,0 0-7 0,0 0-2594 0</inkml:trace>
  <inkml:trace contextRef="#ctx0" brushRef="#br0" timeOffset="-21094.19">21460 17852 740 0,'0'0'0'0,"0"0"0"0,0 0 0 15,0 0 213-15,12-9 0 0,-6 3 0 0,4-2 1 16,4 0-1-16,3 0 0 0,5 0 0 0,3-1 0 15,5-1-155-15,5-2 0 0,5-1 0 0,5 1 1 16,0 4-1-16,2-2 0 0,0 4 0 0,-9 1 0 16,1 3-24-16,-9 4 1 0,-3 3 0 0,-3-1 0 0,-13 2-1 15,-3 4 1-15,-6 0 0 0,-6 5 0 0,-5-1-22 16,-3 2 1-16,-4 3-1 0,-6 3 1 0,-5 1-1 16,-3 6 0-16,-3-1 0 0,-6 1 1 0,3-4-11 15,3 3 0-15,-1-1 0 0,-1-4 1 0,6-1-1 16,7 1 0-16,6-3 0 0,6-5 0 0,10-3-5 0,4-2 0 15,8 0 0-15,2 1 1 0,7-5-1 0,1 2 1 16,0-2-1-16,7 2 1 0,1-3 1 0,9-1 0 16,0-2 0-16,-1-4 1 0,5 0-1 0,0-5 0 15,-2-1 0-15,1 0 0 0,21-15 0 0,-63 23-2481 0</inkml:trace>
  <inkml:trace contextRef="#ctx0" brushRef="#br0" timeOffset="-20678.5">22685 17794 708 0,'0'0'0'0,"0"0"0"16,-8 0 0-16,2-2 224 0,2 2 1 0,-9 0-1 15,3-4 1-15,-2 2-1 0,0 0 1 0,-6 0-1 0,1 0 1 16,1 2-158-16,-2 0 0 0,-3 2 0 0,-1 0 0 15,0 0 0-15,-3 4 0 0,1-4 0 0,1 4 0 16,1 3-17-16,-5 1 1 0,5 0 0 0,-2 2 0 16,1 5-1-16,7-3 1 0,-2 3 0 0,-1 3 0 0,3 1-31 15,4-1 1-15,2-3-1 0,4 1 1 0,6 0-1 16,4-1 1-16,4-5-1 0,4-4 1 16,6 1-21-16,3-3 1 0,1-2-1 0,4-2 1 0,-1-4-1 15,1-2 0-15,5 0 0 0,-5-5 1 0,1 3 2 16,1-2 0-16,-1 0 0 0,-5-2 0 0,-1-3 0 15,-5 3 0-15,-2 0 0 0,2 0 0 0,-10 1 1 0,3 3 1 16,-5 2 0-16,0 2 0 0,-2 0-1 0,0 4 1 16,-2 2 0-16,-4 0 0 0,2 6-1 0,-2 3 0 15,0 3 0-15,-3 5 1 0,1 1-1 0,-2-1 0 16,0 5 0-16,2-3 1 0,0 0-2 0,2-3 0 16,0 3 0-16,4-3 0 0,-2-3-1 0,4-5 1 15,-2-2 0-15,2 0 0 0,2-3-2 0,4-3 0 0</inkml:trace>
  <inkml:trace contextRef="#ctx0" brushRef="#br0" timeOffset="-20260.75">23088 17805 516 0,'0'0'0'0,"0"0"0"15,-10-11 0-15,6 3 245 0,0 0 1 0,-2 2 0 0,-5-3 0 16,3 1-1-16,-6 0 1 0,2 2-1 0,-5 4 1 15,3 0-181-15,-2 2 0 0,0 2 0 0,3 4 0 16,-1 4-1-16,-2 3 1 0,6 1 0 0,2 4 0 16,4 5-21-16,-1 0 0 0,10 1 0 0,5 5 0 15,6 0 0-15,8-3 0 0,3 5 0 0,5-2 0 0,3-3-27 16,4-3 1-16,-7 2 0 0,1-3 0 0,-1-1-1 16,-3-1 1-16,-9 1-1 0,3-3 1 0,-13 1-15 15,-4-5 0-15,-4-4 0 0,-6 0 1 0,-6-3-1 16,-3-3 0-16,-3 0 0 0,-2-4 1 0,-4-4-4 0,-3-5 1 15,1 1-1-15,-5-6 1 0,3 0-1 0,1-7 0 16,3 1 0-16,6-3 1 0,5 0 0 0,5-3 1 16,6 1 0-16,4-2 0 0,5 5-1 0,3-5 1 15,2 1 0-15,2 1 0 0,3-2 4 0,1 1 1 16,-2 1-1-16,3 5 1 0,-1-1-1 0,-2 3 1 16,-8 3-1-16,-1 3 1 0,-7 4-3 0,-4-1 1 15,-2 1-1-15,-7 2 1 0,-1 0-1 0,-4 2 0 16,2 0 0-16,-7 4 1 0,-1-4 1 0,2 2 0 0,-3 0 0 15,1 4 0-15,-3 0 0 0,3 2 0 0,0 0 0 16,5-2 0-16,-1 2-4 0,4 0 0 0</inkml:trace>
  <inkml:trace contextRef="#ctx0" brushRef="#br0" timeOffset="-19944.97">23770 17608 740 0,'0'0'0'0,"-12"2"0"0,-1-2 0 0,-1 2 204 16,-8 2 1-16,-1 0-1 0,1 0 1 16,-5 2-1-16,1 2 0 0,6 3 0 0,-9 1 1 15,7 2-134-15,-1 1 0 0,11 1 0 0,0 3 0 0,8-1 0 16,8 2 0-16,4-3 0 0,6 3 0 0,1 1-24 15,7 1 0-15,-4-1 0 0,7 6 0 0,-5-1-1 16,2-1 1-16,1 0 0 0,-11 3 0 0,0-3-27 0,-6-3 0 16,-6 3 0-16,-6-2 0 0,-4-1-1 0,-4-5 1 15,-9 3 0-15,-3-4 0 0,-2 1-20 0,-7-5 1 16,-4-2-1-16,-3-1 1 0,-7-5-1 0,-4-2 0 16,0 0 0-16,2-4 1 0,-10-8-1 0,61 10-2610 0</inkml:trace>
</inkml:ink>
</file>

<file path=ppt/ink/ink4.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4:58:24.831"/>
    </inkml:context>
    <inkml:brush xml:id="br0">
      <inkml:brushProperty name="width" value="0.05292" units="cm"/>
      <inkml:brushProperty name="height" value="0.05292" units="cm"/>
      <inkml:brushProperty name="color" value="#FF0000"/>
    </inkml:brush>
  </inkml:definitions>
  <inkml:trace contextRef="#ctx0" brushRef="#br0">26182 4296 52 0,'0'0'0'0,"0"0"0"0,0 0 0 0,0 0 143 0,0 0 1 0,0 0-1 0,0 0 1 16,0 0-1-16,0 0 0 0,0 0 0 0,0 0 1 0,0 0-128 15,0 0 0-15,8-2 0 0,-6 2 0 0,-2 2-1 16,2-2 1-16,-2 2 0 0,2 3 0 0,-2-5 8 16,2 0 0-16,-2 4 0 0,0-4 0 0,-2 4-1 15,0-4 1-15,0 0 0 0,0 4 0 0,-2-4-10 16,2 4 0-16,0-4 0 0,0 0 0 0,-1 0 0 0,1 0 0 15,2 0 0-15,0 0 0 0,2-4-14 0,1 4 1 16,1-4 0-16,0 0 0 0,2 0-1 0,0-1 1 16,2 3-1-16,-6-2 1 0,2 4 0 0,2 0 0 15,-2 0 0-15,0 0 1 0,-2-4-1 0,0 4 0 16,0 0 0-16,0 0 0 0,-2 0 5 0,0 0 0 16,0 4 0-16,0-4 1 0,0 2-1 0,0 2 0 15,0 1 0-15,-2-1 0 0,0 0 2 0,0 0 1 16,-2 0 0-16,2-2 0 0,0 2-1 0,0-2 1 0,0 0-1 15,0 2 1-15,0-4 2 0,2 4 0 0,0-4 0 16,0 0 1-16,0 0-1 0,0 0 0 0</inkml:trace>
  <inkml:trace contextRef="#ctx0" brushRef="#br0" timeOffset="152035.72">27968 8273 16 0,'0'0'0'0,"0"0"0"0,0 0 0 0,0 0 0 0,0 0-12 0</inkml:trace>
  <inkml:trace contextRef="#ctx0" brushRef="#br0" timeOffset="-203503.14">11017 8544 744 0,'0'0'0'0,"0"0"0"15,0 0 0-15,0 0 167 0,0 0 0 0,-8-6 0 0,6 6 1 16,2-4-1-16,0 4 0 0,0 0 0 0,0 0 0 15,0 0-112-15,2 0 1 0</inkml:trace>
  <inkml:trace contextRef="#ctx0" brushRef="#br0" timeOffset="-152938.25">5570 8177 76 0,'0'0'0'0,"0"0"0"0,0 0 0 0,0-10 93 0,-4 8 0 16,4 0 0-16,0 2 1 0,0-5-1 0,0 5 0 16,0-4 0-16,0 0 1 0,0 4-19 0,0-4 0 15,4 4 0-15,-4 0 0 0,5 0 0 0,-1 4 0 16,-2 0 0-16,2 5 0 0,0-3-5 0,0 10 0 0,0 1 0 15,0 3 1-15,0 7-1 0,-4 1 0 0,0 9 0 16,0 2 0-16,0 0-20 0,-4 2 1 0,0 2 0 16,0 0 0-16,0 3-1 0,-4-3 1 0,2 2 0 15,-3-6 0-15,1 2-62 0,4-6 0 0,-4-5 0 16,2 1 1-16,2-8-1 0,-4-7 1 0,4-1-1 16,4-11 1-16,0-4 10 0,0 0-1728 0</inkml:trace>
  <inkml:trace contextRef="#ctx0" brushRef="#br0" timeOffset="-152137.02">5892 8487 432 0,'0'0'0'0,"0"0"0"0,0 0 0 0,0 0 200 0,0 0 0 0,0 0 0 0,0 0 1 0,0 0-1 15,0 0 0-15,0 0 0 0,-2 12 0 0,2-8-138 16,0 0 0-16,0 4 0 0,0 7 0 0,0-3-1 15,-2 7 1-15,2-3 0 0,-4 6 0 0,4 1-24 16,0 8 0-16,-4 0 0 0,0-5 0 0,0 5-1 0,0 0 1 16,0-5 0-16,0 1 0 0,4 0-15 0,-5-11 1 15,3 3 0-15,2-5 0 0,0-2-1 0,0-6 1 16,0-1-1-16,0-3 1 0,0-2-27 0,2-2 0 16,3-3 0-16,-5-1 0 0,4-6 0 0,4-2 0 15,-4-3 0-15,4 3 1 0,-4-11 6 0,6 1 0 16,2-1 0-16,-3 2 1 0,1-3-1 0,2-1 0 15,0 5 0-15,0-3 0 0,3 2 2 0,1 5 1 16,-4-1-1-16,2 3 1 0,-1 4-1 0,1 2 0 16,2 1 0-16,-4 3 1 0,3 2-1 0,1 2 0 0,-4 2 0 15,2 0 1-15,3 2-1 0,-7 4 0 0,2 2 0 16,0 1 0-16,0 1 0 0,3 6 1 0,-7-3-1 16,0 5 1-16,-4 5-1 0,0-1 1 0,-2 3-1 15,-2-3 1-15,0 5-1 0,0-4 0 0,-2-1 0 16,0 3 1-16,0-1-1 0,2-3 0 0,0-5 0 15,0 1 1-15,0-5-2 0,0-4 0 0</inkml:trace>
  <inkml:trace contextRef="#ctx0" brushRef="#br0" timeOffset="-150771.78">6912 8191 48 0,'0'0'0'0,"0"0"0"0,0 0 0 0,0 0 271 0,0 0 1 0,0 0 0 0,-8 0 0 16,4 2-1-16,-1-2 1 0,1 2-1 0,0 0 1 0,2 3-232 15,-2 1 1-15,-4 2-1 0,4-4 1 0,-4 4-1 16,4 2 1-16,-2-1-1 0,2 1 1 0,-5 6-25 16,5 1 1-16,0 1-1 0,0 5 1 0,-4 3-1 15,4 5 1-15,0 6-1 0,-2 2 1 0,2 8-13 0,0 3 0 16,4 3 0-16,0 4 1 0,0-1-1 0,4-3 0 16,0 0 0-16,2-3 1 0,6-7-2 0,4-6 0 15,1-3 0-15,5-3 0 0,1-8-1 0,1-5 1 16,-2-1 0-16,3-5 0 0,-25-12-3 0,0 0-2051 0</inkml:trace>
  <inkml:trace contextRef="#ctx0" brushRef="#br0" timeOffset="-146534.93">7762 8419 68 0,'0'0'0'0,"0"0"0"0,0 0 0 0,0-8 48 0,0 0 1 0,0 1 0 0,0 3 0 16,0-4-1-16,5-2 1 0,-5 2-1 0,4-5 1 16,-4 1 17-16,4 2 1 0,0-3 0 0,2 3 0 15,-2-2-1-15,4 2 1 0,-4 1 0 0,0 5 0 0,0-4 2 16,0 4 1-16,-2 2 0 0,2 2 0 0,1 2-1 15,-5 6 1-15,4 0 0 0,-4 3 0 0,0 5-11 0,-4 7 1 16,-1-1-1-16,-1 13 1 0,-2 6-1 16,0 6 0-16,-4 0 0 0,-2 9 1 0,-3-3-78 0,5 3 0 15,2-3 0-15,-2-8 0 0,0 2 0 0,-1-6 0 16,7-2 0-16,-2-8 1 0,4-11 55 0,4 1 0 16,-4-5 0-16,4-7 0 0,0-3-1 0,0 0 1 15,0 0 0-15,0-6 0 0,0 0-38 0,0 0-1638 0</inkml:trace>
  <inkml:trace contextRef="#ctx0" brushRef="#br0" timeOffset="-146167.87">7471 8706 484 0,'0'0'0'0,"0"0"0"15,0 0 0-15,-10 4 185 0,6 0 0 0,-4-2 0 0,0 2 0 16,-2 3-1-16,2-1 1 0,-5 2 0 0,5-2 0 16,-2 4-125-16,2 5 0 0,0-7 0 0,0 6 0 15,-1 1 0-15,5 1 0 0,2 3 0 0,2-1 0 16,0-2-19-16,6 3 0 0,-1 1 0 0,3-1 0 16,4-5-1-16,-2-1 1 0,6 1 0 0,1-2 0 15,1 0-22-15,2-1 1 0,-1-3 0 0,3 0 0 0,2-8-1 16,-1 0 1-16,1 0-1 0,-1-8 1 0,-3-2-19 15,2-3 0-15,-3-3 0 0,1-2 1 0,-4 3-1 16,3-9 0-16,-7 1 0 0,-2 0 0 0,-2 1-1 16,0-5 1-16,-4 5-1 0,-4-1 1 0,0 7-1 15,0-5 1-15,-8 3-1 0,0-1 1 0,0 5 9 0,-2 4 0 16,-2 3 0-16,-7-1 1 0,3 2-1 16,-4 4 0-16,1 2 0 0,-3 2 0 0,2 4 1 0,-3 2 0 15,3 1 0-15,2 1 1 0,18-10-12 0,0 0-2300 16</inkml:trace>
  <inkml:trace contextRef="#ctx0" brushRef="#br0" timeOffset="-145670.36">8241 8181 260 0,'0'0'0'0,"0"0"0"0,0 0 0 0,0 0 223 0,0-10 0 0,0 8 0 0,0 0 1 0,0 0-1 0,2 0 0 16,-2 2 0-16,2 0 0 0,2 2-168 0,0 2 0 15,0 4 0-15,4 0 0 0,-4 9-1 0,0 1 1 16,2 9 0-16,3 6 0 0,-5 10-20 0,0 6 0 16,0 8 0-16,-4 13 0 0,-4 0 0 0,-4 10 0 15,-3-4 0-15,-1 12 0 0,-4-12-17 0,-2-9 0 16,1-3 0-16,-1-11 0 0,-2-6 0 0,1-8 0 0,-1-4 0 16,4-6 0-16,1-6-17 0,-3-7 1 0,6-6-1 15,0-10 1-15,8-4-1 0,-5-2 0 0</inkml:trace>
  <inkml:trace contextRef="#ctx0" brushRef="#br0" timeOffset="-143120.09">5640 9397 452 0,'0'0'0'0,"0"0"0"0,0 0 0 0,0 0 172 0,0 0 1 0,0 0 0 0,0 0 0 0,0 0-1 16,0 0 1-16,0 0 0 0,0 11 0 0,0-3-101 16,4 10 1-16,-4-1 0 0,0 5 0 0,0 7-1 15,0 12 1-15,0 4-1 0,-4 12 1 0,4 1-19 0,-4-1 0 16,0 5 0-16,-1-5 0 0,1-3-1 0,0-1 1 15,2-8 0-15,-2-2 0 0,0-8-31 0,0-4 0 16,0-5 0-16,0-11 1 0,4-15-24 0,0 0-2205 16</inkml:trace>
  <inkml:trace contextRef="#ctx0" brushRef="#br0" timeOffset="-142738.62">5860 9748 592 0,'0'0'0'0,"0"0"0"15,0 12 0-15,0 1 178 0,0 1 1 0,0 2 0 16,-5 3 0-16,5 3-1 0,0 1 1 0,0 0 0 16,0 3 0-16,0-3-115 0,0 1 1 0,5 3-1 15,-5-4 1-15,0-7-1 0,0 2 0 0,0 1 0 16,0-3 1-16,0-3-17 0,0-3 1 0,0-6 0 0,0 2 0 15,4-4-1-15,-4-2 1 0,4-4-1 0,4 0 1 16,-4-4-25-16,0-7 1 0,2-1 0 0,2-2 0 16,0-1-1-16,5-1 1 0,-3-3-1 0,2 1 1 15,0-1-25-15,-2 2 0 0,3 3 0 0,-1-3 0 16,0 7 0-16,-2-2 0 0,2 5 0 0,1 1 0 16,-3 4 3-16,2 2 1 0,0 2-1 0,0 4 1 0,3 4-1 15,-3 4 1-15,-4-1-1 0,2 5 1 0,2 4-1 16,-4 3 1-16,-3 1-1 0,-1 1 1 0,0 0-1 15,-2 1 0-15,0-1 0 0,-2-5 1 0,0 1 1 0,0 1 0 16,0-5 0-16,0 1 1 0,0-16-6 0,0 0-2400 16</inkml:trace>
  <inkml:trace contextRef="#ctx0" brushRef="#br0" timeOffset="-142472.16">6541 9397 568 0,'0'0'0'0,"0"0"0"16,0 0 0-16,0 0 212 0,0 0 1 0,-8 0 0 16,8 0 0-16,0 2-1 0,-4 7 1 0,0-3-1 15,0 6 1-15,0 4-147 0,-4 7 1 0,2 0 0 16,-2 16 0-16,-1 10-1 0,-3 8 1 0,-2 13-1 0,6 6 1 15,0 0-20-15,4-2 1 0,-1 10 0 0,10-15 0 16,-1-11-1-16,8-5 1 0,0-14-1 16,6-4 1-16,3-10-30 0,5-5 0 0,-3-6 0 0,7-5 0 15,-30-9-18-15,0 0-2442 0</inkml:trace>
  <inkml:trace contextRef="#ctx0" brushRef="#br0" timeOffset="-140437.97">7182 9888 140 0,'0'0'0'0,"0"0"0"0,0 0 0 0,0 0 235 0,0 0 0 0,0 0 0 0,-8 0 1 16,8 0-1-16,0-3 0 0,-4 3 0 0,4 0 1 15,-4 0-176-15,4-2 0 0,-2 2 0 0,2 0 0 16,-2 0 0-16,0 0 0 0,0 0 0 0,0 2 0 16,-2 1-26-16,0 1 1 0,0 2-1 0,0-2 1 15,0 2-1-15,0 0 1 0,-5 0-1 0,3 3 1 0,2-5-19 16,0 0 1-16,0-2 0 0,4 2 0 0,-4 0-1 15,4-2 1-15,-4 0 0 0,4 2 0 0,-4-4-18 16,4 0 1-16,0 0 0 0,0 0 0 0,0 0-1 16,0 0 1-16,0 0 0 0,0 0 0 0,4-6 1 0,0 2 0 15,0-2 0-15,4 0 1 0,-2 2-1 0,7-7 0 16,-1 1 0-16,0 0 0 0,-12 10-1 0,0 0 0 16,45-35 0-16,-29 23 1 0,2 1-1 0,3-1 0 15,-5 2 0-15,2-3 0 0,3 3 4 0,-7 2 1 16,2-2-1-16,-4 4 1 0,3-1-1 0,-3 3 1 15,-4 0-1-15,2 0 1 0,-2 4 0 0,0 0 1 16,-3 0-1-16,3 0 1 0,-8 4-1 0,2 0 1 0,0-2-1 16,-2 5 1-16,0 1 3 0,0 2 0 15,-2 2 0-15,0 3 0 0,-2-1 0 0,-5 2 0 0,5 7 0 16,-4-2 0-16,0 3-1 0,2 1 1 0,-6 1-1 16,4 5 1-16,-5-4-1 0,3-1 0 0,2 1 0 15,0 0 1-15,4-9-1 0,-4 3 1 0,6-3-1 16,2-1 1-16,0-3-1 0,0-4 1 0,4-2-1 15,2-1 1-15,-2-1-4 0,4-2 1 0,-4-4-1 0,6-4 1 16,3-4-1-16,-1-3 1 0,0 3-1 0,2-8 1 16,3 1-1-16,-3-3 0 0,2-1 0 0,0 3 0 15,-1-2-1-15,-3 1 1 0,2-5 0 0,2 1 0 16,-3 7 1-16,-3-7 0 0,2 3 0 0,0 3 0 16,-4-3-1-16,0 6 1 0,3 1 0 0,-7 1 0 15,0 4-2-15,4-2 1 0,-8 4-1 0,4 4 1 0,-4 4-1 16,-4 0 1-16,4 2-1 0,-4 6 1 0,0 5-1 15,-4 1 1-15,-3 3-1 0,3 3 1 0,-4 1-1 16,4 2 1-16,-4-1-1 0,6 1 1 0,-3 0-1 16,1-1 0-16,0-1 0 0,2-3 1 0,2 1-1 0,0-5 0 15,4-1 0-15,-4-3 0 0,4-4-1 0,0 1 0 16,4-1 0-16,-4-6 0 0,0-4-3 0,0 0-2591 16</inkml:trace>
  <inkml:trace contextRef="#ctx0" brushRef="#br0" timeOffset="-139938.72">7944 9621 336 0,'0'0'0'0,"0"0"0"0,0 0 0 0,0 0 215 0,0 0 0 16,0 0 0-16,0 0 0 0,0 0 0 0,8-6 0 15,-4 8 0-15,0 2 0 0,0 2-151 0,2 4 0 16,2-2 0-16,-4 7 1 0,4 1-1 0,1 7 0 15,-5 8 0-15,2-1 0 0,2 11-17 0,-4 7 1 16,-4 1-1-16,4-2 1 0,-4 6-1 0,-4-4 0 16,0 5 0-16,-4-7 1 0,2-2-22 0,2-2 0 0,-5-2 0 15,1-6 0-15,-6 0 0 0,2-6 0 0,0-3 0 16,-3-1 0-16,-1-9-28 0,0-1 0 0,2-11 0 16,1-2 1-16,13-2 1 0,0 0-2362 0</inkml:trace>
  <inkml:trace contextRef="#ctx0" brushRef="#br0" timeOffset="-84138.31">9315 13690 152 0,'0'0'0'0,"0"0"0"0,9-6 0 0,-1-2 67 0,-4 4 1 0,4-2 0 0,-4 1 0 0,4-3-1 16,2 2 1-16,-2-2-1 0,1 2 1 0,-3 4-12 0,4-7 1 16,4 1 0-16,-2 2 0 0,0 0-1 0,3 0 1 15,-1 0 0-15,6-1 0 0,-1 1-26 0,5 2 0 16,-2 0 0-16,7-4 0 0,-7 4-1 0,9 2 1 16,-3 0 0-16,7-2 0 0,-5 2-7 0,9 0 0 15,0-1 0-15,0 3 1 0,3 0-1 0,3-4 0 16,6 4 0-16,4-4 0 0,6 2-28 0,2 0 0 15,6 0 0-15,9 0 1 0,3-2-1 0,39 0 0 16,-24 2 0-16,-3 2 1 0,3 0 13 0,4 0 0 16,-7 2 0-16,5 0 1 0,2 0-1 0,8 0 0 0,-9-2 0 15,11 2 1-15,-2-2-4 0,8 2 0 0,4 0 0 16,0-2 1-16,-2 0-1 0,4-2 0 0,1 2 0 16,-3 2 1-16,0-2-3 0,4 0 0 0,-4 2 0 15,2 0 0-15,0-2 0 0,0 4 0 0,2-4 0 16,1 4 0-16,-5-4 9 0,2 3 0 0,0-1 0 15,0 0 0-15,-2 0 0 0,0 0 0 0,0 0 0 16,0 0 0-16,-2 0-2 0,2 2 0 0,-4 2 0 16,7-6 1-16,-5 4-1 0,2-4 0 0,-4 4 0 0,4 0 0 15,-4-2 3-15,0 1 1 0,0 1-1 0,0 0 1 16,0 2-1-16,0-4 1 0,-4 4-1 0,0 0 1 16,-4-2-3-16,4 0 1 0,2 1-1 0,-5-1 1 15,1-4-1-15,-2 0 1 0,4 2-1 0,-4 0 1 0,2 0-1 16,0 0 0-16,-2 0 0 0,2-2 0 0,-3 0 0 15,5 2 0-15,-2-4 0 0,0 2 0 0,2-2 1 16,-2 2 1-16,2-2-1 0,-4 2 1 0,0 0-1 16,0-2 0-16,-5 2 0 0,-1-2 1 0,-4 2-2 15,2 0 0-15,-9 0 0 0,3 0 0 0,-1-2-1 16,-1 2 1-16,-2 0 0 0,5 0 0 0,-1-4-4 0,-3-1 1 16,-1 3 0-16,4 2 0 0,-5-2-1 0,1 0 1 15,1 2 0-15,-1 2 0 0,-3-2-1 0,3 2 0 16,-3 0 0-16,1 3 1 0,3-5-1 0,-5 4 0 15,-5-4 0-15,5 0 1 0,-3 2-2 0,3 2 1 16,3-2-1-16,-1 0 1 0,-3 0-1 0,1 0 1 0,1-4-1 16,5 2 1-16,0 2-4 0,-1-2 1 0,1 0-1 15,3 0 1-15,1 2-1 0,2-2 1 0,-1 2-1 16,1 0 1-16,4 0-1 0,-2 2 0 0,3-4 0 16,3 4 0-16,0-2-1 0,2 1 1 0,4-1 0 15,0 0 0-15,2 0-2 0,4 0 0 0,0 0 0 16,0-2 0-16,2 0-1 0,2 0 1 0,6 0 0 15,3 0 0-15,1-2-2 0,2 2 0 0,7-2 0 0,-3 2 0 16,7-2-1-16,3 2 1 0,5-2 0 16,1 2 0-16,1 0 1 0,4-2 0 0,2 4 0 0,-1 0 0 15,-1 0 0-15,2 0 0 0,-2-2 0 0,-1 2 0 16,1-4 0-16,-2 0 0 0,-2-4 0 0,1 1 0 16,-1 1-1-16,-2-4 1 0,-5 0 0 0,-5 2 0 15,-5 2-2-15,-2 4 1 0,-3-4-1 0,-3 4 1 16,-8 0-1-16,-4 4 1 0</inkml:trace>
  <inkml:trace contextRef="#ctx0" brushRef="#br0" timeOffset="-78490.36">9425 15167 340 0,'0'0'0'0,"0"0"0"0,0 0 0 0,0 0 126 0,0 0 1 0,0 0-1 0,-8-4 1 0,8 4-1 16,-4-2 0-16,4 0 0 0,-4 2 1 0,4-2-43 0,0 2 1 15,0 0 0-15,4 0 0 0,-4 2-1 0,4 0 1 16,4 4 0-16,-4 2 0 0,4 0-24 0,3 7 0 16,-3 1 0-16,0 3 0 0,2 7 0 0,2 5 0 15,1 2 0-15,-3 8 0 0,2 2-19 0,0 4 1 16,-2 0-1-16,3 2 1 0,-1-6-1 0,0 3 0 15,-4-9 0-15,6-1 1 0,-1-5-50 0,-3-6 0 16,2-3 0-16,-4-1 1 0,4-9-1 0,-4-2 1 0,7-5-1 16,-3-5 1-16,-4-2 24 0,2-3 0 0,2-3 0 15,-3-4 1-15,-1-7-1 0,2-3 0 0,-2-1 0 16,4-7 1-16,-6-7-12 0,2-2 0 0,1-4 0 16,-1 0 0-16,0-3 0 0,-4 3 0 0,2 0 0 15,2 6 0-15,-4 0 10 0,4 5 0 0,-3 5 0 16,3 2 0-16,-6 7-1 0,6 6 1 0,0 5 0 15,-4 3 0-15,4 2-2 0,-4 2 0 0,0-2 0 16,2 2 1-16,-6 0-16 0,0 0-2401 0</inkml:trace>
  <inkml:trace contextRef="#ctx0" brushRef="#br0" timeOffset="-78074.39">10414 15347 232 0,'0'0'0'0,"0"0"0"0,0 0 0 0,-8 0 269 16,4-4 0-16,0 2 0 0,0 0 1 0,0-2-1 0,-2 0 0 15,6 0 0-15,-8 0 1 0,4-2-214 0,-4-1 1 16,1 3 0-16,1 0 0 0,0 0-1 0,2 0 1 16,-4 0-1-16,0 0 1 0,0 2-22 0,2 2 0 15,-7 0 0-15,5 0 1 0,-2 6-1 0,2-2 0 16,-4 4 0-16,4 0 0 0,-3 5-21 0,3 3 1 15,-4 3 0-15,4 1 0 0,-2-1-1 0,4 3 1 16,0 3 0-16,1-3 0 0,1-1-13 0,4-1 0 16,4-1 0-16,1-1 1 0,-1-3-1 0,4-3 0 0,2-2 0 15,2-4 0-15,-2-2-3 0,3 1 1 0,-1-5 0 16,2 0 0-16,2-5-1 0,-4 1 1 0,3-2 0 16,1-2 0-16,-4 2 0 0,-2-6 1 0,3-1-1 15,-5-1 1-15,0 0-1 0,-2-1 0 0,0 1 0 16,0 1 1-16,-2 3 3 0,0-4 1 0,0 6 0 15,0 4 0-15,-4-5-1 0,5 5 1 0,-5 4-1 16,4 0 1-16,-4 4 0 0,2 5 1 0,2-1-1 16,0 4 1-16,0 4-1 0,0 1 0 0,0 3 0 0,4 1 1 15,-4 1 0-15,4 1 0 0,1 0 0 0,1-3 0 16,-2 1 0-16,0-3 0 0</inkml:trace>
  <inkml:trace contextRef="#ctx0" brushRef="#br0" timeOffset="-77756.88">10685 15343 596 0,'0'0'0'0,"0"0"0"0,0 0 0 0,0 13 204 0,0-7 1 0,0 6 0 0,4-2 0 0,-4 1-1 0,4 3 1 15,0 4-1-15,-2 1 1 0,2 1-140 0,0 3 1 16,1 2 0-16,-1 1 0 0,0 5-1 0,0-2 1 15,0-1 0-15,0 1 0 0,-4-4-22 0,4-3 0 16,-4-3 0-16,0-3 1 0,0-6-1 0,0-1 0 16,0-5 0-16,0-6 0 0,-4-5-17 0,4-3 0 15,0-6 0-15,0-5 1 0,0-7-1 0,0-5 0 0,4-4 0 16,0-6 1-16,2 2-32 0,2 0 0 0,0 2 0 16,1 2 1-16,1 8-1 0,2-2 0 0,4 7 0 15,-2 3 1-15,7 3 8 0,-3 1 1 0,3 5 0 16,1 4 0-16,-2 2-1 0,3 2 1 0,-1 4 0 15,2 0 0-15,-24 0-6 0,0 0-2510 0</inkml:trace>
  <inkml:trace contextRef="#ctx0" brushRef="#br0" timeOffset="-77289.41">11434 15064 392 0,'0'0'0'0,"0"0"0"0,0 0 0 0,-6 4 205 0,-2 1 0 0,4-1 0 0,-4 2 1 16,2 4-1-16,-1 4 0 0,1 3 0 15,2-1 0-15,0 7-136 0,0 5 0 0,4 9 0 0,0 4 1 16,0 11-1-16,4 5 0 0,4 7 0 0,5 1 1 16,5 1-22-16,0 0 0 0,7-13 0 0,13 8 1 15,1-15-1-15,0-9 0 0,3-11 0 0,5-3 1 16,2-13-49-16,-49-10-2230 0</inkml:trace>
  <inkml:trace contextRef="#ctx0" brushRef="#br0" timeOffset="-75974.31">11841 15179 224 0,'0'0'0'0,"0"0"0"0,0 0 0 0,0 0 195 0,0 0 1 0,0 0-1 0,0 0 1 0,0 0-1 0,0 0 0 15,0 0 0-15,0 8 1 0,0 1-125 16,4 1 1-16,0 2-1 0,0 3 1 0,-2 5-1 0,4 5 0 15,1 5 0-15,1 13 1 0,-4 7-27 0,4 11 1 16,-2 5 0-16,2 2 0 0,0-3-1 0,5 1 1 16,-5-9 0-16,2-12 0 0,2-8-34 0,-4-8 1 15</inkml:trace>
  <inkml:trace contextRef="#ctx0" brushRef="#br0" timeOffset="-75539.54">11837 15048 112 0,'0'0'0'0,"0"0"0"16,0-6 0-16,0 2 184 0,0-2 0 0,0 3 0 16,0-1 1-16,0 4-1 0,0 0 0 0,4 0 0 15,0 0 1-15,4 4-119 0,-2 1 0 0,7 1 0 16,-1 0 1-16,-2 6-1 0,6 0 0 0,1 5 0 16,1-1 0-16,2 5-23 0,-1-1 1 0,1 7 0 0,2-2 0 15,-3 1-1-15,1 5 1 0,-4 0-1 0,-4-2 1 16,-1 5-20-16,-3-1 0 0,-4 2 0 0,-4 2 1 15,0-2-1-15,-4 2 0 0,0-6 0 0,0-5 0 16,0 1-25-16,-3-11 1 0,3-1 0 0,0-11 0 16,2-2-1-16,0-4 1 0,2-2 0 0,0-3 0 0,0-1 5 15,2-2 0-15,2 0 0 0,2-1 0 0,5 3-1 16,-3 4 1-16,0-4 0 0,4 6 0 0,6 4 4 16,-1 2 1-16,1 2-1 0,2 4 1 0,3 5-1 15,-1-3 0-15,5 7 0 0,5 1 1 0,-1 1-1 16,-5 3 1-16,1 3 0 0,1 0 0 0,-5 3-1 15,-3-1 1-15,-2 0-1 0,-6 2 1 0,-3-1-3 0,-3-1 1 16,-4 2-1-16,-2 0 1 0,-4-5-1 0,-4 1 1 16,-5-3-1-16,-5-7 1 0,-2-5 0 0,-3-4 1 15,1-3-1-15,-3-5 1 0,3-7-1 0,-6-1 1 16,-3 0-1-16,0-4 1 0,1-3-2 0,4-1 0 16,1-3 0-16,-1 1 0 0,5 4-1 0,3-5 1 15,6 3 0-15,4-1 0 0,8 17-7 0,0 0-2272 0</inkml:trace>
  <inkml:trace contextRef="#ctx0" brushRef="#br0" timeOffset="-75007.06">12627 15087 260 0,'0'0'0'0,"0"0"0"0,0 0 0 0,0 0 221 0,0 0 1 0,0-8 0 16,0 6 0-16,0 0-1 0,2 2 1 0,0 0-1 16,-2 4 1-16,4 4-162 0,2 0 1 0,-2 6-1 15,0 5 1-15,0 3-1 0,4 9 0 0,-4 6 0 16,3 10 1-16,1 5-22 0,-4 9 0 0,0 3 0 16,0 3 1-16,0 1-1 0,0 0 0 0,-2-5 0 15,4-5 0-15,0-3-19 0,2 1 1 0,-4-9 0 0,1-8 0 16,1-7-1-16,-2-5 1 0,0-4 0 0,0-13 0 15,0-4-22-15,0-4 1 0</inkml:trace>
  <inkml:trace contextRef="#ctx0" brushRef="#br0" timeOffset="-74172.41">12981 15130 284 0,'0'0'0'0,"0"0"0"0,0 0 0 0,0 0 196 0,-8 0 1 0,6 0 0 0,2 0 0 0,-2 0-1 0,2 4 1 0,-2 2-1 0,2 2 1 15,0 5-149-15,0 3 0 0,2 3 0 0,0 3 1 16,0 3-1-16,0 8 0 0,2 8 0 0,2 4 1 16,-2 6-21-16,0 8 1 0,0 1-1 0,0-1 1 15,0 3-1-15,-2-7 1 0,2-3-1 0,0-5 1 16,1-6-17-16,-1-2 1 0,0-6-1 0,0-7 1 16,-4-26-13-16,0 0-1891 0</inkml:trace>
  <inkml:trace contextRef="#ctx0" brushRef="#br0" timeOffset="-74022.98">13272 15753 368 0,'0'0'0'16,"0"0"0"-16,0 11 0 0,0-3 168 0,0 4 1 15,-4 1-1-15,4 1 1 0,0 0-1 0,0-1 1 16,0 3-1-16,0 2 1 0,0-18-169 0,0 0-1287 0</inkml:trace>
  <inkml:trace contextRef="#ctx0" brushRef="#br0" timeOffset="-73905.81">13282 15499 380 0,'0'0'0'0,"0"0"0"16,0 0 0-16,-10 0 142 0,6-2 0 0,4 2 0 15,-4 0 0-15,0 0 0 0,0 0 0 0,0 2 0 16,2 2 0-16,-1-2-113 0,3 0 0 0</inkml:trace>
  <inkml:trace contextRef="#ctx0" brushRef="#br0" timeOffset="-73274.05">13394 15066 248 0,'0'0'0'0,"0"0"0"0,0 0 0 0,-2-8 119 0,-2 6 0 0,4-6 0 0,-4 2 0 15,4 2-1-15,-4-2 1 0,4-1 0 0,-4 3 0 16,4-2-83-16,0 0 1 0,0 0-1 0,0 2 1 0,0 0-1 15,4 4 1-15,-4 0-1 0,4 0 1 0,4 4-3 16,0 2 0-16,6 2 0 0,-1 4 1 0,-1 5-1 16,10 3 0-16,1 9 0 0,7 6 0 0,3 6 2 0,-3 6 0 15,1 4 0-15,3 5 0 0,-5 7-1 0,-3 3 1 16,5 16 0-16,-13-6 0 0,-2-11-52 0,-7 1 1 16,-9-8-1-16,-5-5 1 0,1-2-1 0,-8-4 1 15,-2-2 0-15,-2-4 0 0,-3-4 36 0,3-6 1 16,-2-6-1-16,-3-7 1 0,3-10-1 0,2-10 1 15</inkml:trace>
  <inkml:trace contextRef="#ctx0" brushRef="#br0" timeOffset="-72755.77">14342 15401 344 0,'0'0'0'0,"0"0"0"0,0 0 0 0,0 0 195 0,0 0 0 0,0 0 0 16,0 0 0-16,0 0 0 0,0 0 0 0,0 0 0 15,0 0 0-15,13-4-138 0,-5 4 0 0,6 0 0 16,-2 0 0-16,7 0-1 0,1 0 1 0,6 0 0 15,-1 0 0-15,3-2-23 0,5 2 0 0</inkml:trace>
  <inkml:trace contextRef="#ctx0" brushRef="#br0" timeOffset="-72522.24">14363 15731 460 0,'0'0'0'0,"0"0"0"0,0 0 0 0,0 0 164 0,0 0 1 16,0 0-1-16,2 8 1 0,6-4-1 0,-4-2 0 15,8 0 0-15,-2-2 1 0,7 2-130 0,3 2 1 16,2-4 0-16,3 0 0 0,32-4-36 0,-57 4-1439 0</inkml:trace>
  <inkml:trace contextRef="#ctx0" brushRef="#br0" timeOffset="-71402.39">15382 15493 64 0,'0'0'0'0,"0"0"0"0,0 0 0 0,0 0 186 0,0 0 0 0,0 0 0 0,-4-10 0 15,4 6-1-15,-4 0 1 0,4-3 0 0,0 1 0 16,0 0-140-16,0 0 0 0,0 0 0 0,0 0 0 0,0 4 0 16,0-3 0-16,4 5 0 0,-4 5 0 0,4-1-12 15,-4 6 1-15,5 2-1 0,-5 7 1 0,4 1-1 16,-4 9 1-16,4 8-1 0,0 4 1 0,0 6 0 16,0 0 0-16,-2 0 0 0,2 3 0 0,0-3-1 15,-4 0 1-15,4-6 0 0,-4 0 0 0,4-4-49 0,-4-8 0 16,0-3 0-16,0-5 0 0,0-21 14 0,0 0-1814 15</inkml:trace>
  <inkml:trace contextRef="#ctx0" brushRef="#br0" timeOffset="-70973.08">15368 15659 104 0,'0'0'0'0,"0"0"0"16,0 0 0-16,0 0 222 0,-8 0 0 0,6 0 0 16,-2 0 0-16,2 0 0 0,2 0 0 0,-4 0 0 15,4 2 0-15,-4 2-159 0,4 0 1 0,0 3 0 0,0-1 0 16,0 0-1-16,4 2 1 0,0 2-1 16,0 1 1-16,4-1-23 0,2 0 0 0,3 0 0 0,1 1 0 15,2-1-1-15,0-2 1 0,7 0 0 0,-3-4 0 16,2 0-22-16,3 1 1 0,-3-3 0 0,1-2 0 15,1 0-1-15,-2-2 1 0,1-3-1 0,-3-1 1 0,-3 0-19 16,1-2 1-16,-4-2 0 0,-2 1 0 0,0-3-1 16,-1-2 1-16,-3-5-1 0,-2 1 1 0,0-1-2 15,-6-1 1-15,0-3-1 0,0-1 1 0,-6 1-1 16,0 1 0-16,-2-1 0 0,-3 3 1 0,-1 1 12 16,0 3 0-16,-2-1 0 0,-2 5 1 0,1 0-1 15,-1 1 0-15,-4 5 0 0,1 0 0 0,1 0-2 0,2 4 1 16,-5 0 0-16,7 0 0 0,-4 2-1 0,2 0 1 15,3 0 0-15,-3 0 0 0,2 0-3 0,0 2 1 16,1 2 0-16,1 0 0 0,0 2-1 0,4 0 1 16,0 3-1-16,2-1 1 0,6-8-10 0,0 0-2374 0</inkml:trace>
  <inkml:trace contextRef="#ctx0" brushRef="#br0" timeOffset="-67490.39">16152 15144 112 0,'0'0'0'0,"0"0"0"0,0 0 0 0,0 0 219 0,0 0 1 0,0 0 0 0,-8-8 0 0,6 6-1 16,0 0 1-16,0 0-1 0,-3 2 1 0,3-2-167 0,0 0 0 15,0 0 0-15,0 0 0 0,0 2 0 0,0 0 0 16,2 0 0-16,0 2 0 0,0 4-21 0,0 0 1 16,0 6-1-16,0 3 1 0,0 5-1 0,-4 7 1 15,4 6-1-15,0 14 1 0,-4 6-16 0,4 13 0 16,-4 8 0-16,4 2 0 0,0 4-1 0,4 8 1 15,4-16 0-15,4-11 0 0,7-10-17 0,5-12 0 16,3-8 0-16,7-10 0 0,7-25 0 0,-41 4-2016 0</inkml:trace>
  <inkml:trace contextRef="#ctx0" brushRef="#br0" timeOffset="-66240.33">16549 15323 180 0,'0'0'0'0,"0"0"0"0,0 0 0 0,0 0 212 0,0-6 1 15,0 2-1-15,0-1 1 0,0 3-1 0,2 2 1 0,0-2-1 16,0 2 1-16,0 0-151 0,0 2 0 0,0 0 0 16,0 7 1-16,0-1-1 0,-2 6 0 0,4 5 0 15,-4 1 1-15,0 3-21 0,0 7 0 0,0 7 0 16,-4 2 0-16,0 6 0 0,2-1 0 0,-2 3 0 15,0-4 0-15,2 0-27 0,0-6 1 0,2 0-1 16,0-7 1-16,0-30-16 0,0 0-2082 0</inkml:trace>
  <inkml:trace contextRef="#ctx0" brushRef="#br0" timeOffset="-66006.19">16907 15552 236 0,'0'0'0'0,"0"0"0"0,0 0 0 0,0 0 173 0,0 0 0 16,0 0 0-16,0 0 1 0,0 0-1 0,10 0 0 15,-6 0 0-15,4 0 1 0,4 3-109 0,3-3 1 16,1 0-1-16,2 2 1 0,3-2-1 0,5 0 1 15,-3 0-1-15,3 0 1 0,2 0-43 0,-1 0 1 16</inkml:trace>
  <inkml:trace contextRef="#ctx0" brushRef="#br0" timeOffset="-65706.61">17432 15425 352 0,'0'0'0'0,"0"0"0"0,0 0 0 16,0 0 138-16,0 0 0 0,0 0 0 0,0 0 1 15,4-8-1-15,-4 8 0 0,0 0 0 0,2 2 0 16,0 2-86-16,0 2 1 0,0 5-1 0,0 3 1 15,-2 4-1-15,2 3 0 0,-2 10 0 0,0 6 1 0,0 6-5 16,0 6 0-16,-2 4 0 0,-2 3 0 0,0 1-1 16,0-2 1-16,2-3 0 0,-2-3 0 0,0-6-19 15,0-4 0-15,4-6 0 0,0-11 1 0,0-22-30 16,0 0-1782-16</inkml:trace>
  <inkml:trace contextRef="#ctx0" brushRef="#br0" timeOffset="-65423.56">17452 15669 496 0,'0'0'0'16,"0"0"0"-16,0 0 0 0,0 0 180 0,0 0 1 16,0 0-1-16,11 4 1 0,-3-1-1 0,-4 1 0 15,6 0 0-15,2 0 1 0,0 0-115 0,5 0 1 16,1-4 0-16,2 0 0 0,5 0-1 0,-1 0 1 0,1-6-1 16,1 2 1-16,-4-2-22 0,3-1 0 0,-3-1 0 15,-6 2 1-15,-1-4-1 0,-3 0 0 0,0-3 0 16,-6 1 0-16,2 0-14 0,-4-1 1 0,-4 1-1 15,5 2 1-15,-5-2-1 0,-5-1 0 0,-3 1 0 16,0 2 1-16,-2-1-38 0,-2 1 0 0,-2 4 0 16,-3-2 0-16,-3 4 0 0,2-2 0 0,-7 1 0 15,3 1 0-15,-3 2 16 0,1 0 0 0,4 2 0 16,-5 0 1-16,7 0-1 0,0 0 0 0,1 0 0 16,-1 0 0-16,6 0-2 0,0 0 1 0,3-4 0 0,3 2 0 15,6 2-9-15,0 0-2364 0</inkml:trace>
  <inkml:trace contextRef="#ctx0" brushRef="#br0" timeOffset="-65207.55">17965 15146 216 0,'0'0'0'0,"0"0"0"0,10-2 0 0,-4-2 253 16,5 0 1-16,1 2 0 0,-2 0 0 0,4 0-1 16,5 2 1-16,-7 0-1 0,6 0 1 0,0 6-199 0,3 4 1 15,-7 5 0-15,6 3 0 0,-3 7-1 0,-1 4 1 16,-2 7 0-16,0 5 0 0,3 7-19 0,-5 1 1 15,-4 6 0-15,-2-1 0 0,-2 1-1 0,-4 4 1 16,0-3 0-16,-4-3 0 0,-2-8-13 0,0-2 0 16,-4-8 0-16,0-2 0 0,2-8 0 0,-1-9 0 15,1-4 0-15,0-3 0 0,8-9-25 0,0 0-2395 0</inkml:trace>
  <inkml:trace contextRef="#ctx0" brushRef="#br0" timeOffset="-64622.94">19168 15341 612 0,'0'0'0'0,"0"0"0"0,0 0 0 0,0 0 201 0,0 0 0 0,0 0 0 0,6-8 1 15,-4 6-1-15,2-2 0 0,0 2 0 0,2 2 0 16,-1 0-145-16,-1 0 1 0</inkml:trace>
  <inkml:trace contextRef="#ctx0" brushRef="#br0" timeOffset="-64407.02">19276 15717 404 0,'0'0'0'16,"0"0"0"-16,0 0 0 0,-12 10 202 0,6-6 0 16,-1 2 0-16,1 2 1 0,2 3-1 0,-4 1 0 15,-4 0 0-15,2 2 1 0,2 3-152 0,-5-5 0 16,-1 1 0-16,2 1 1 0,0 0-1 16,-5 1 0-16,3-3 0 0,6 0 0 0,-6-2-23 0,2 1 0 15,-1-5 0-15,1 2 1 0,12-8-29 0,0 0-1908 0</inkml:trace>
  <inkml:trace contextRef="#ctx0" brushRef="#br0" timeOffset="-64005.04">19964 15411 416 0,'0'0'0'0,"0"0"0"0,0 0 0 0,0 0 156 0,0 0 1 15,0-6 0-15,0 2 0 0,4 2-1 0,-4 2 1 16,0 0-1-16,0 2 1 0,0 4-95 0,4 2 1 16,-4 4-1-16,0 3 1 0,0 5-1 0,0 1 0 15,0 7 0-15,0 5 1 0,0 4-20 0,0 2 1 0,0 2 0 16,0 2 0-16,0 0-1 0,2-4 1 0,2-2 0 15,2-4 0-15,0-2-23 0,2-7 0 0</inkml:trace>
  <inkml:trace contextRef="#ctx0" brushRef="#br0" timeOffset="-63706.79">20049 15598 492 0,'0'0'0'0,"0"0"0"0,-4 10 0 15,4-4 170-15,0 2 1 0,0 0 0 0,0 3 0 16,0-1-1-16,4 0 1 0,0 2-1 0,5-1 1 16,1 1-105-16,6-6 0 0,0 0 0 0,7-2 0 15,-3-4-1-15,4 0 1 0,5-4 0 0,-3-2 0 0,5 0-19 16,-3-2 0-16,-1-4 0 0,-5-3 0 0,1 3 0 16,-5-7 0-16,-4 1 0 0,-4-1 0 0,-4-1-17 15,-1-1 0-15,-3-1 0 0,-4-1 0 0,-3 1-1 16,-1 1 1-16,0 1 0 0,-6 1 0 0,0 1-35 15,0 6 1-15,-3-1 0 0,-1 5 0 0,-2 0-1 0,2 2 1 16,-3 4 0-16,-1 2 0 0,-3 2 13 0,3 2 0 16,-2 2 0-16,3 2 0 0,3-4-1 0,-4 2 1 15,6 1 0-15,-1-1 0 0,5 0-2 0,4 0 0 16</inkml:trace>
  <inkml:trace contextRef="#ctx0" brushRef="#br0" timeOffset="-62940.64">20872 15462 624 0,'0'0'0'0,"0"0"0"0,0 0 0 0,0 0 173 0,0 0 0 0,0 0 0 0,-9 0 1 0,7 2-1 0,2-2 0 16,-2 2 0-16,2 0 1 0,0-2-174 0,0 0-1508 16</inkml:trace>
  <inkml:trace contextRef="#ctx0" brushRef="#br0" timeOffset="-62723.1">20833 15645 492 0,'0'0'0'0,"0"0"0"15,0 0 0-15,0 0 169 0,0 0 0 0,0 0 0 0,0 0 1 16,0 0-1-16,0 0 0 0,0 8 0 0,0-8 0 16,2 2-132-16,0-2 1 0</inkml:trace>
  <inkml:trace contextRef="#ctx0" brushRef="#br0" timeOffset="-62453.86">21163 15481 348 0,'0'0'0'16,"0"0"0"-16,0 0 0 0,0 0 169 0,-9-2 1 15,9 2-1-15,0 0 1 0,0 0-1 0,0-2 1 0,0 2-1 16,5 0 1-16,-1-2-122 0,0 2 1 0,4-3 0 16,2 3 0-16,6-2-1 0,-1 0 1 0,1 0-1 15,2 0 1-15,2 0-18 0,3 2 0 0,1 0 0 16,1 0 1-16,13 0-32 0,-38 0-1664 0</inkml:trace>
  <inkml:trace contextRef="#ctx0" brushRef="#br0" timeOffset="-62255.37">21218 15739 192 0,'0'0'0'0,"0"0"0"0,-9 0 0 16,3 0 170-16,0 2 0 0,2 0 0 0,-4 0 0 0,2 0-1 15,0 0 1-15,2 2 0 0,2-1 0 0,2 1-117 16,0-2 1-16,2 2-1 0,2-2 1 0,2 0-1 15,2-2 0-15,6 0 0 0,-4 0 1 0,7-2-30 16,1-2 1-16</inkml:trace>
  <inkml:trace contextRef="#ctx0" brushRef="#br0" timeOffset="-61539.76">21942 15136 356 0,'0'0'0'0,"0"0"0"0,0 0 0 0,0 0 120 0,0 0 0 0,0 0 0 16,0 0 0-16,0 0 0 0,0 0 0 0,0 0 0 0,0 0 0 16,0 0-72-16,-4 8 1 0,6 1-1 0,0 3 1 15,2 4-1-15,0 5 1 0,-2 5-1 0,2 11 1 16,-2 6 8-16,0 13 0 0,-2 3 0 0,0 7 1 16,0 6-1-16,2-1 0 0,3-3 0 0,-1 4 0 15,2-13-28-15,0-13 0 0,2-7 0 0,2-15 1 0,-10-24-30 16,0 0-1709-16</inkml:trace>
  <inkml:trace contextRef="#ctx0" brushRef="#br0" timeOffset="-60989.79">21859 15440 460 0,'0'0'0'16,"0"0"0"-16,0 0 0 0,0 0 174 0,8 0 1 15,-2 2 0-15,0-2 0 0,4 0-1 0,-2 0 1 16,5 2-1-16,5 0 1 0,-4 0-111 0,4 0 1 16,1-2-1-16,1 0 1 0,2 0-1 0,1 0 1 0,-3 0-1 15,3-2 1-15,-3-2-26 0,0-2 0 0,-1-3 0 16,-5 1 1-16,0-2-1 0,-2-2 0 0,1 1 0 16,-7 1 0-16,2-4-20 0,-2-1 1 0,-2-1-1 15,0 0 1-15,2 3-1 0,-6-1 1 0,4-5-1 16,0 3 1-16,-4 0-19 0,2 1 1 0,0 5-1 15,2-2 1-15,-2 1-1 0,0 5 0 0,1 0 0 16,-1 4 1-16,-2 4-2 0,2 2 1 0,-2 4-1 16,2 5 1-16,0 1-1 0,2 5 0 0,0 3 0 0,4-1 1 15,-4 3-1-15,0 3 0 0,2 4 0 0,0 2 0 16,0 1 0-16,3 1 0 0,-5-2 0 0,0 2 0 16,-2-2 3-16,-2-5 0 0,0 3 0 0,-2-2 0 15,-2-4-1-15,0-1 1 0,-5-3 0 0,3-5 0 16,-2-2 0-16,4-3 1 0,-2-3-1 0,0-2 1 15,2-4-1-15,4-2 1 0,0-2-1 0,4-4 1 0,0-2 1 16,2-3 1-16,0-3-1 0,4-2 1 0,3-3-1 16,-1-1 1-16,2 1-1 0,2-1 1 0,-1 1 1 15,1 1 1-15,-2 3-1 0,0 3 1 0,1 2-1 16,-3 2 0-16,2 2 0 0,-2 4 1 0,0 2 1 0,1 4 1 16,1 2-1-16,-4 0 1 0,2 4-1 0,1-2 0 15,-3 5 0-15,2-1 1 0,0 2-3 0,0 3 0 16,1-3 0-16,-1 5 1 0,-2-1-1 0,-2-4 0 15,0 3 0-15,-2-1 1 0,0-3-1 0,1-1 0 16,-3 0 0-16,0-2 0 0,-4-3-1 0,0-1 1 16</inkml:trace>
  <inkml:trace contextRef="#ctx0" brushRef="#br0" timeOffset="-60673.34">22679 15616 64 0,'0'0'0'0,"0"0"0"0,0 0 0 0,0 0 272 0,0 0 1 0,0 0 0 16,8 0 0-16,-4 0-1 0,2 0 1 0,2 0-1 15,-2 0 1-15,5-2-215 0,3 0 1 0,-4 0 0 16,4 0 0-16,1 2-1 0,1-6 1 0,2 0 0 16,-2-1 0-16,3 1-27 0,-1 0 1 0,0 0-1 0,1-2 1 15,-5-3-1-15,2 1 0 0,-6 2 0 0,-1 0 1 16,-5 2-13-16,0-5 0 0,-4 5 0 0,0 2 0 16,-4 0-1-16,0 2 1 0,-5 2 0 0,-1 0 0 15,-2 2-20-15,0 2 1 0,-2 2-1 0,-1 0 1 16,1 3-1-16,-2 1 1 0,2 0-1 0,-1 2 1 15,5 1-1-15,-2-1 0 0,0 4 0 0,4 1 0 0,-3 1 0 16,5 3 0-16,0-1 0 0,2 3 0 16,2 2 0-16,2-3 1 0,4 1-1 0,2-1 1 0,2-1-1 15,7-3 0-15,-3 1 0 0,4-5 1 0,0-2 3 16,5-1 1-16,1-5-1 0,3-2 1 0,-1-4-1 16,6-2 1-16,1-4-1 0,6-3 1 0,26-9-5 0,-63 18-2382 15</inkml:trace>
  <inkml:trace contextRef="#ctx0" brushRef="#br0" timeOffset="-60308.09">23629 15528 192 0,'0'0'0'0,"0"0"0"0,0 0 0 0,0 0 262 0,0 0 1 0,0-8-1 0,0 8 1 16,0-4-1-16,0 2 1 0,0 2-1 0,0-3 1 15,0 3-200-15,0 0 0 0,0 0 0 0,0 3 0 16,0 3 0-16,0 0 0 0,-4 4 0 0,4 4 0 0,-4-1-22 16,4 5 0-16,-6 3 0 0,4 3 1 0,0 5-1 15,-2 0 0-15,0 6 0 0,0-1 0 0,0-1-19 16,2 0 0-16,0-4 0 0,-2 0 1 0,4-3-1 0,-4-5 0 16,4-1 0-16,0-3 1 0,0-17-23 0,0 0-2478 15</inkml:trace>
  <inkml:trace contextRef="#ctx0" brushRef="#br0" timeOffset="-60006.66">23625 15596 272 0,'0'0'0'16,"0"0"0"-16,0 0 0 0,0 0 240 0,-12 8 1 0,10-2 0 16,2 0 0-16,0 0-1 0,0 0 1 0,0 5 0 15,4-5 0-15,2 2-181 0,2-2 1 0,3 0-1 16,1 0 1-16,0 1-1 0,4-1 0 0,3-2 0 15,-1-2 1-15,2-2-25 0,-1-4 1 0,5-2 0 16,-4-1 0-16,3-1-1 0,-3 0 1 0,-2-4-1 16,-1-3 1-16,1-1-24 0,-8 0 1 0,2-1-1 15,1-1 1-15,-7-1-1 0,0 1 0 0,-4-1 0 16,-2 1 1-16,0 1-9 0,-2 1 1 0,-2 2 0 0,0-1 0 16,-5 3-1-16,1 4 1 0,0 2 0 0,-2 0 0 15,-2 3-4-15,0 1 0 0,1 2 0 0,-1 0 0 16,0 0 0-16,-2 2 0 0,2 1 0 0,-1-1 0 15,3 2-1-15,2 0 0 0,4 0 0 0,-4-2 0 16,8-2-1-16,0 0-2361 0</inkml:trace>
  <inkml:trace contextRef="#ctx0" brushRef="#br0" timeOffset="-59689.93">24091 15388 300 0,'0'0'0'0,"0"0"0"0,0 0 0 0,0 0 243 0,0 0 0 15,4 9 0-15,-2-5 1 0,3 2-1 0,-3 0 0 16,2 2 0-16,0 7 0 0,2-5-189 0,0 6 0 16,-2-1 0-16,0 1 1 0,0 0-1 0,0 3 0 15,-4 3 0-15,2-3 1 0,-2 1-19 0,0 3 0 16,0 0 0-16,-2-3 0 0,0-2 0 0,-2 1 0 16,0-1 0-16,2-1 0 0,-2-5-13 0,-4-4 0 0,4-2 0 15,-2-1 0-15,2-3 0 0,-1-4 0 0,3-3 0 16,0-1 0-16,0 0-23 0,0-6 0 0,2 0 0 15,0-3 1-15,0-1-1 0,2-1 0 0,2-1 0 16,3-1 0-16,1-1 0 0,2 1 1 0,2 1-1 16,-2 2 1-16,4-3-1 0,1 3 0 0,-1 1 0 15,2 3 1-15,-4 0 5 0,3 4 0 0,-3-3 0 16,2 3 1-16,-2 2-1 0,1 0 0 0</inkml:trace>
  <inkml:trace contextRef="#ctx0" brushRef="#br0" timeOffset="-59416.61">24421 15438 28 0,'0'0'0'0,"0"0"0"0,0 0 0 15,0 0 278-15,0 0 1 0,0 0 0 0,-4 8 0 16,2-4-1-16,0 0 1 0,-2 4-1 0,2-2 1 16,0 3-232-16,-4-1 0 0,2 4 0 0,-5 2 1 0,3 3-1 15,2 1 0-15,0 1 0 0,2-3 1 0,2 5-20 16,0-3 1-16,4 1 0 0,2-3 0 0,5-2-1 16,-1-3 1-16,0 1-1 0,8-4 1 0,-2-2-11 0,3-2 0 15,1-4 0-15,3 0 0 0,1-4-1 16,-2-2 1-16,3-2 0 0,-1-4 0 0,1-3-13 0,-3 1 1 15,-2-5-1-15,-3-1 1 0,1-1-1 0,-8 1 1 16,-2-1-1-16,-2-3 1 0,-6 3-5 0,-2 1 0 16,-4 3 0-16,-4 3 1 0,0 2-1 0,-8-1 0 15,1 5 0-15,-1 2 0 0,-2 2 0 0,-3 4 0 16,3 0 0-16,-5 0 1 0,3 2-1 0,2 0 0 16,-1 2 0-16,3 0 0 0,2 0 7 0,2-2 0 0,3 0 0 15,-1 3 0-15,12-5-8 0,0 0-2326 0</inkml:trace>
  <inkml:trace contextRef="#ctx0" brushRef="#br0" timeOffset="-59156.93">24901 15120 80 0,'0'0'0'0,"0"0"0"0,0 0 0 15,0 0 247-15,0 0 0 0,0 0 0 0,-8 0 0 16,8 2 0-16,0 2 0 0,-4 0 0 0,2 0 0 0,-2 6-191 16,2 3 1-16,-2 5 0 0,0-2 0 0,0 7-1 15,2 0 1-15,-2 5 0 0,0 3 0 0,0 2-11 16,4 4 0-16,-5-2 0 0,3 4 0 0,0 0-1 16,2-2 1-16,0-1 0 0,0-3 0 0,2 0-21 15,5-2 0-15,-3-4 0 0,-2-3 0 0,4-3-1 16,0-5 1-16</inkml:trace>
  <inkml:trace contextRef="#ctx0" brushRef="#br0" timeOffset="-58889.29">24912 15659 348 0,'0'0'0'16,"0"0"0"-16,0 0 0 0,-9 6 215 0,3-2 0 16,2 0 0-16,-2 5 1 0,2-1-1 0,0 2 0 0,2 2 0 15,0-1 0-15,2-1-151 0,2 0 0 0,4-4 0 16,0 3 1-16,4-3-1 0,3-2 0 0,1 0 0 15,0-4 1-15,2 0-24 0,3-2 1 0,-1-2 0 16,2-2 0-16,-3-1-1 0,5-5 1 0,-8 0 0 16,7 0 0-16,-7-3-20 0,-2 1 0 0,0-1 0 15,-6 1 0-15,0 4-1 0,-4 0 1 0,-2-5 0 16,-2 3 0-16,-2 0-23 0,0 1 1 0,0 3 0 16,-6-2 0-16,2 0 0 0,-2-1 0 0,0 3 0 15,-3 2 0-15,3 0 1 0,-2 0 1 0,-6 2-1 0,1 4 1 16,1 0-1-16,0 0 1 0,2 0-1 0,-3 0 1 15,3 4-1-15,6-4 1 0</inkml:trace>
  <inkml:trace contextRef="#ctx0" brushRef="#br0" timeOffset="-58674.02">25376 15635 516 0,'0'0'0'16,"0"0"0"-16,0 0 0 0,0 0 192 0,0 0 1 15,0 0-1-15,-9 6 1 0,7-4-1 0,0-2 1 16,0 2-1-16,2 0 1 0,0 0-134 0,0-2 1 16,0 0 0-16,0 0 0 0,2 0-1 0,2 0 1 15</inkml:trace>
  <inkml:trace contextRef="#ctx0" brushRef="#br0" timeOffset="-57951.99">26147 15520 268 0,'0'0'0'0,"0"0"0"0,0 0 0 0,-8 0 209 0,4 0 0 0,0 0 0 0,0 4 0 16,-7-4-1-16,3 4 1 0,0 0 0 0,0 2 0 15,0 0-150-15,0 2 0 0,0 1 0 0,-1 1 1 16,3 0-1-16,2 2 0 0,-2 3 0 0,4-1 1 16,2 3-15-16,0-3 0 0,4-2 0 0,4 1 1 15,0-1-1-15,5-2 0 0,1-2 0 0,2-1 1 16,3-3-20-16,-1-4 0 0,6-2 0 0,-3-5 1 0,1-1-1 16,0-2 0-16,-1-4 0 0,-5-3 0 0,2 1-29 15,-5-3 0-15,-3 1 0 0,-4-7 0 0,-4 7 0 16,-2-3 0-16,-4 1 0 0,-2-1 1 0,-4 3 8 0,-3 1 0 15,1 3 0-15,0 2 1 0,0 1-1 16,-3 3 0-16,1 2 0 0,0 2 0 0,0 4-1 0,1 0 0 16,1 2 0-16,0 2 1 0,2 2-1 0,4-2 0 15,0 3 0-15,2-1 1 0,4 2 2 0,-4 0 1 16</inkml:trace>
  <inkml:trace contextRef="#ctx0" brushRef="#br0" timeOffset="-57570.05">26692 15477 200 0,'0'0'0'0,"0"0"0"16,0 0 0-16,0 0 245 0,0 0 1 0,0 0-1 16,0 0 1-16,0 0-1 0,0 0 0 0,0-9 0 15,4 5 1-15,3-2-196 0,-1 0 1 0,2-2 0 16,2 0 0-16,4-5-1 0,-4 1 1 0,3 0-1 0,-1-1 1 15,-2 1-20-15,2-6 0 0,0 1 0 0,1-1 1 16,-1 1-1-16,-2-3 0 0,2-1 0 0,-6-1 0 16,0-1-17-16,1 3 0 0,-3-3 0 0,-4 1 1 15,0-1-1-15,-2 7 0 0,-5-7 0 0,1 5 0 16,2 1-13-16,-4 3 0 0,0 4 0 0,0-1 0 16,-2 3-1-16,2 2 1 0,-1 4 0 0,1 2 0 0,0 2-2 15,2 4 1-15,2 2 0 0,0 5 0 0,-4 3-1 16,2 4 1-16,0 5 0 0,-3 6 0 0,3 4 0 15,-2 6 0-15,0-4 0 0,2 6 1 0,0-2-1 16,2 2 0-16,2-2 0 0,0 0 1 0,2-4 8 0,0 2 0 16,2-4 0-16,0-3 1 0,2-1-1 0,2-4 0 15,-2-5 0-15,2-1 0 0,2-3 4 0,-4-1 1 16,2-9 0-16,1 0 0 0,-1-4-1 0,0-2 1 16</inkml:trace>
  <inkml:trace contextRef="#ctx0" brushRef="#br0" timeOffset="-57358.01">26593 15493 528 0,'0'0'0'0,"0"0"0"16,-11 0 0-16,5 0 227 0,0 0 1 0,0 0 0 16,0 0 0-16,2 0-1 0,2 0 1 0,-2 0 0 15,4 0 0-15,0 0-155 0,4 2 1 0,2 0-1 16,2 0 1-16,4 0-1 0,3 2 0 0,3-2 0 15,0 2 1-15,5 1-37 0,-1-1 0 0,2-4 0 0,3 4 0 16,1-4-1-16,3 0 1 0,-3-4 0 0,3 0 0 16,0-3-30-16,-1 1 1 0</inkml:trace>
  <inkml:trace contextRef="#ctx0" brushRef="#br0" timeOffset="-56889.79">27682 15313 304 0,'0'0'0'0,"0"0"0"16,0 0 0-16,-9 0 181 0,5 0 0 0,-4 0 0 16,2 4 0-16,0-4-1 0,-2 4 1 0,0 0 0 15,0 2 0-15,-1 2-128 0,1 2 0 0,0 3 0 16,0-1 0-16,2 2-1 0,0 3 1 0,4 1 0 15,0 3 0-15,2-1-18 0,2-1 1 0,0 1-1 0,4 1 1 16,4-1-1-16,2 1 1 0,0-5-1 0,3 3 1 16,-1-1-9-16,-2-1 1 0,0-1-1 0,1-2 1 15,-5 3-1-15,-2-3 0 0,2 0 0 0,-8-1 1 16,0-1-36-16,-4 0 1 0,-2-3 0 0,-2-1 0 16,-3 0-1-16,1-4 1 0,-6-2 0 0,2-2 0 15,0-4 16-15,-1-2 1 0,1-4 0 0,0-1 0 0,4 1-1 16,-3-4 1-16,1-1 0 0,4 3 0 0,8 12-10 15,0 0-2023-15</inkml:trace>
  <inkml:trace contextRef="#ctx0" brushRef="#br0" timeOffset="-56606.93">27916 15464 340 0,'0'0'0'16,"0"0"0"-16,0 0 0 0,-9 8 219 0,5-1 0 15,2-3 0-15,-6 6 0 0,2 2 0 0,0 3 0 16,0-3 0-16,0 6 0 0,2-1-160 0,2-1 0 0,2 3 0 16,0-1 1-16,4 1-1 0,2-9 0 0,4 0 0 15,4 0 0-15,-2-3-18 0,5-1 0 0,1-4 0 16,2-2 0-16,-1-2-1 0,3-4 1 0,1-1 0 16,1-3 0-16,-2-2-13 0,-1 0 1 0,-3-3-1 15,0 3 1-15,-1-5-1 0,-3 1 1 0,-2 2-1 16,-2-1 1-16,-2 1-36 0,-2 2 1 0,3-3 0 15,-9 3 0-15,2 2-1 0,-2 4 1 0,0-1 0 0,0 1 0 16,-2 0 14-16,2 2 1 0,-4 0-1 0,-1 2 1 16,5 2-9-16,0 0-2328 0</inkml:trace>
  <inkml:trace contextRef="#ctx0" brushRef="#br0" timeOffset="-56306.99">28520 15405 148 0,'0'0'0'0,"0"0"0"0,0 0 0 0,0 0 250 0,-8-6 1 16,6 4-1-16,0 0 1 0,0-1-1 0,0 1 0 16,-2-2 0-16,0 2 1 0,0 0-189 0,-1 0 0 15,3 0 0-15,-2 2 1 0,0 0-1 0,0 0 0 16,0 4 0-16,-2 0 0 0,-2 2-24 0,-2 1 0 15,0 3 0-15,1 0 0 0,-1 7-1 0,-4-1 1 16,0 4 0-16,0 1 0 0,-3 2-20 0,1 3 0 16,2 1 0-16,1-3 0 0,3 3 0 0,4-4 0 0,0-1 0 15,4 3 0-15,4-5-17 0,2 1 0 0,4-5 0 16,5 1 1-16,-1-5-1 0,2 0 0 0,4-3 0 16,-5-3 1-16,-13-6-2 0,0 0-2329 0</inkml:trace>
  <inkml:trace contextRef="#ctx0" brushRef="#br0" timeOffset="-54607.59">28852 15354 216 0,'0'0'0'0,"0"0"0"0,0 0 0 0,0 0 262 0,0 0 1 0,-8-5-1 16,8 3 1-16,-2 2-1 0,0-4 1 0,-2 4-1 15,-1 0 1-15,3 0-228 0,-2 4 1 0,2-4-1 16,0 2 1-16,-4 0-1 0,2 3 1 0,-2-1-1 0,-2 4 1 16,0 2-11-16,0 2 1 0,-3 3-1 0,1 1 1 15,-2 7-1-15,-6 8 1 0,-3 1-1 16,-1 11 1-16,2-2-7 0,3 7 0 0,3-5 0 0,4 2 0 15,2-8 0-15,6 2 0 0,4-6 0 0,4-5 0 16,2-3-16-16,2-3 1 0,4-7 0 0,1-7 0 0,1-2-1 16,6-4 1-16</inkml:trace>
  <inkml:trace contextRef="#ctx0" brushRef="#br0" timeOffset="-54258.3">29074 15536 324 0,'0'0'0'16,"0"0"0"-16,-11 2 0 0,7-4 218 0,0 4 0 16,-2-2 0-16,2 0 1 0,0 2-1 0,0-2 0 15,2 2 0-15,0 0 0 0,4 0-156 0,-2 2 1 16,2-4 0-16,6 0 0 0,0-4-1 0,2 2 1 16,5 0 0-16,-1-2 0 0,4 0-32 0,3-2 0 0,-5-2 0 15,-2 2 1-15,-2-1-1 0,3-1 0 0,-7 2 0 16,0 0 1-16,-2 2-19 0,-4 0 1 0,-2 0-1 15,-4-3 1-15,-2 5-1 0,-4 0 1 0,0 0-1 16,-3 2 1-16,-1 2-11 0,-2 2 0 0,-5 3 0 16,-1 1 0-16,0 2-1 0,1 4 1 0,-1 3 0 15,0 1 0-15,-1 5-8 0,3-3 0 0,3 3 0 16,1-1 1-16,6 3-1 0,2-4 1 0,4 3-1 16,2 3 1-16,4-7 3 0,6 1 0 0,0-3 0 0,4 1 1 15,3-3-1-15,-1-4 1 0,6-3-1 0,-2-3 1 16,3-2-1-16,-3 0 1 0,7-4 0 0,-1-4 0 15,0-2-1-15,3-2 1 0,-3-3 0 0,9-1 0 16,30-23 0-16,-63 35-2181 0</inkml:trace>
  <inkml:trace contextRef="#ctx0" brushRef="#br0" timeOffset="-53957.5">29495 15358 384 0,'0'0'0'0,"-8"4"0"0,0 0 0 0,-3 0 206 0,-3 0 0 16,0 4 0-16,2 0 1 0,2 1-1 0,-3 1 0 16,3 0 0-16,4 0 0 0,2 1-155 0,6 1 1 15,0 0 0-15,0 1 0 0,8-3-1 0,-4 2 1 16,3 0-1-16,3 1 1 0,0 1-20 0,0 0 1 0,2 1 0 16,-1-1 0-16,1-2-1 0,-2 3 1 0,0-1-1 15,-6-1 1-15,3-1-16 0,-7 0 0 0,0-2 0 16,-4 1 1-16,-2 1-1 0,-3-2 0 0,-3 0 0 15,0 1 1-15,-2-3-19 0,-4-2 0 0,-1 0 0 16,1-2 1-16,0 2-1 0,-3-6 1 0,3 0-1 16,0 0 1-16,0-4-1 0,3 2 1 0,3 0 0 15,0-4 0-15,8 2 0 0,-4-2 0 0</inkml:trace>
  <inkml:trace contextRef="#ctx0" brushRef="#br0" timeOffset="-53607.97">30093 15374 348 0,'0'0'0'0,"-10"0"0"0,2 0 0 0,-2 0 188 0,-6 4 1 16,-1-4 0-16,1 4 0 0,-6 0-1 0,-1 2 1 16,3 3-1-16,-3 1 1 0,1 0-131 0,2 7 1 15,3-3-1-15,1 2 1 0,6 1-1 0,4-1 1 16,6 3-1-16,4-1 1 0,6-1-15 0,4-1 0 16,5 0 0-16,1 1 0 0,4 1 0 0,5 1 0 0,-1-1 0 15,3 1 0-15,-1-1-19 0,-1 1 1 0,-7 1 0 16,-1-2 0-16,-7-3-1 0,-6 1 1 15,-6 1-1-15,-6-3 1 0,-6-4-29 0,-4 1 0 0,-5-5 0 16,-1 0 1-16,-4-2-1 0,-5-2 0 0,1-2 0 16,-5 0 1-16,-36 2 2 0,69-2-2145 0</inkml:trace>
  <inkml:trace contextRef="#ctx0" brushRef="#br0" timeOffset="-33725.89">3731 15753 56 0,'0'0'0'0,"0"0"0"0,0 0 0 0,-9-6 16 0,5 4 1 0,4 0-1 0,-4 0 1 0,0-4-1 0,0 0 0 15,0 0 0-15,0 0 1 0,2-1 23 0,-2 1 1 16,4 4-1-16,-4 0 1 0,4 8-1 0,-4 5 0 16,4 3 0-16,0 2 1 0,-4 9 18 0,4 8 1 15,0 6-1-15,0 8 1 0,0 6-1 0,4 7 0 16,4-3 0-16,-2 1 1 0,6 1-23 0,-4-8 1 15,1-1 0-15,-1-7 0 0,2-6-1 0,-2-9 1 16,0-1 0-16,-4-7 0 0,-4-3-45 0,4-9 0 0,-4 0 0 16,0-2 1-16,0-6 6 0,0 0-945 0</inkml:trace>
  <inkml:trace contextRef="#ctx0" brushRef="#br0" timeOffset="-33307.06">3771 15907 120 0,'0'0'0'0,"0"0"0"0,-6-2 0 0,2 0 140 16,0 2 1-16,-4-2 0 0,0 2 0 0,0-2-1 15,2 2 1-15,-3 0 0 0,1 0 0 0,0-4-101 16,4 4 1-16,-2 0 0 0,2 4 0 0,4-4-1 16,0 0 1-16,4 4-1 0,0 0 1 0,6 2-13 0,2 5 0 15,1-3 0-15,5 4 1 0,2 1-1 0,7-5 0 16,3 2 0-16,9-2 1 0,4-4 6 0,4-4 0 16,-1 0 0-16,3-8 1 0,2 0-1 0,-4 0 0 15,-4 2 0-15,-5-9 1 0,-7 5-53 0,-1 2 1 16,-11-5 0-16,1 1 0 0,-8 0-1 0,-6-3 1 15,-4 1 0-15,-4 0 0 0,0 1 37 0,-10-1 0 16,4-2 0-16,-10-1 0 0,5-1-1 0,-9-1 1 16,-2 1 0-16,-3-3 0 0,-3 3-4 0,-5 1 1 0,-2 3 0 15,-3 4 0-15,1 2-1 0,0 6 1 0,-3-2 0 16,3 4 0-16,4 4 0 0,3 0 0 0,5 2 0 16,5 2 0-16,22-8-18 0,0 0-1748 0</inkml:trace>
  <inkml:trace contextRef="#ctx0" brushRef="#br0" timeOffset="-32706.42">4665 15729 228 0,'0'0'0'0,"0"0"0"0,0 0 0 0,0 0 203 0,-8-8 1 0,6 6 0 0,2 0 0 0,0 0-1 15,0-1 1-15,0 1-1 0,6 2 1 0,2 0-169 16,8 0 0-16,-6-2 0 0,11 0 0 0,1 0 0 16,7 0 0-16,-3 2 0 0,9 2 0 0,-1 0-23 0,1 2 1 15,3 1-1-15,-5 1 1 0,51 6-13 16,-84-12-1641-16</inkml:trace>
  <inkml:trace contextRef="#ctx0" brushRef="#br0" timeOffset="-32257.75">4836 15930 348 0,'0'0'0'0,"0"0"0"0,0 0 0 0,-8-6 125 0,4 6 1 0,-1-2-1 0,5 0 1 0,-4 0-1 0,4 0 0 15,4-1 0-15,1 1 1 0,3-4-81 0,4 0 0 16,2 0 0-16,7 0 1 0,1 0-1 0,4-1 0 15,3 1 0-15,1 0 0 0,1 2-13 0,4 0 0 16</inkml:trace>
  <inkml:trace contextRef="#ctx0" brushRef="#br0" timeOffset="-30324.06">5648 15831 128 0,'0'0'0'0,"0"0"0"0,0 0 0 0,-8-8 142 0,0 4 1 0,-1 0 0 0,3 0 0 15,-6 0-1-15,4 0 1 0,-4 0-1 0,2 2 1 16,-3-1-93-16,1 1 0 0,-2 4 0 0,2 1 1 15,-1 1-1-15,-1 0 0 0,6 6 0 0,-4-2 0 16,2 5-4-16,2 3 1 0,3 4 0 0,1 1 0 16,0 2-1-16,4 3 1 0,4 3 0 0,5 0 0 15,5-1-20-15,2 1 0 0,2-4 0 0,11-5 0 0,1-3-1 16,9-3 1-16,0-8 0 0,4-4 0 0,7-4-30 16,-1-4 0-16,2-10 0 0,-4 1 1 0,0-5-1 15,-2-3 0-15,-13 1 0 0,-1-3 1 0,-9 2 11 16,-6-3 1-16,-6 1 0 0,-5 0 0 0,-5-1-1 15,-9-3 1-15,-1 4-1 0,-10-3 1 0,-7 1 3 0,1 2 0 16,-11 7 0-16,1-2 0 0,-3 1 0 0,0 5 0 16,-3 3 0-16,3 5 0 0,4 2 0 0,1 4 1 15,1 4-1-15,7 2 1 0,-1 5-1 0,7 5 1 16,2 1-1-16,9 1 1 0,9-18-14 0,0 0-1895 0</inkml:trace>
  <inkml:trace contextRef="#ctx0" brushRef="#br0" timeOffset="-29822.82">6499 16092 311 0,'0'0'0'0,"0"0"0"0,0 0 0 0,0 0 77 0,0 0 1 0,0-8 0 0,-4 6 0 0,4-2 31 16,0 1 1-16,-5 3-1 0,5-4 1 0,0 2-1 16,-4 0 0-16,4 4 0 0,0 0 1 0,-4 2-63 15,4-1 0-15,-4-1 0 0,0 2 1 0,4 0-1 16,-4 0 0-16,2 0 0 0,0 2 0 0,0-6-16 0,-2 4 0 15,0-2 0-15,0 0 1 0,0-2-1 0,4 0 0 16,-4 0 0-16,4-2 0 0,0-2-9 0,0 2 1 16,0-4-1-16,4 0 1 0,-4 0-1 0,4-3 1 15,0 3-1-15,0-2 1 0,2 2-30 0,2 2 0 16,-4 0 0-16,0 2 1 0,0-2-1 0,0 2 0 16,1 0 0-16,-1 2 1 0,-4 2 17 0,4-4 1 15,-4 4-1-15,0-2 1 0,0 2-1 0,0-2 1 16,0 0-1-16,2 0 1 0,-4 4-2 0,2-4 1 15,-4 0-1-15,0 0 1 0,4 0-1 0,-5-4 1 0,1 4-1 16,0 0 1-16,0-2 0 0,0 0 1 0,-2-1-1 16,2 1 1-16,0 0-1 0,0 0 1 0,0 0-1 15,0 0 1-15,0 0 2 0,0 0 1 0,-1 0-1 16,1-2 1-16,2 2-1 0,0-2 0 0</inkml:trace>
  <inkml:trace contextRef="#ctx0" brushRef="#br0" timeOffset="-29357.57">7604 15587 104 0,'0'0'0'0,"0"0"0"0,-8-6 0 0,4 0 231 0,-7 2 0 0,3-2 0 0,-8-2 0 0,2 1-1 0,-3-3 1 16,-1 4 0-16,-2 0 0 0,-1 2-183 0,-1 4 0 15,-4-4 0-15,-5 4 0 0,2 0-1 0,-1 4 1 16,-1 0 0-16,-3 2 0 0,-1 4-11 0,7 1 0 15,1-1 0-15,1-2 0 0,3 2-1 0,7 3 1 0,8-1 0 16,4 0 0-16,4 0-21 0,4 1 0 0,4-1 0 16,6 0 0-16,7-1 0 0,1 1 0 0,9 2 0 15,1 1 0-15,7 1-15 0,4 0 0 0,-5 5 0 16,1 2 1-16,-4-1-1 0,-5 1 0 0,-8-3 0 16,-1 1 1-16,-3-3-2 0,-10 1 0 0,-4-5 0 15,-8 0 1-15,0-1-1 0,-8-5 0 0,2 2 0 16,-6 0 1-16,-3-4 3 0,-1 3 1 0,-7-5-1 15,1 0 1-15,-11-2-1 0,3 2 1 0,-7-4-1 0,0-4 1 16,7 2 2-16,-3 2 0 0,5-2 0 0,5 0 0 16,1-2 0-16,13 2 0 0</inkml:trace>
  <inkml:trace contextRef="#ctx0" brushRef="#br0" timeOffset="4358.39">10162 17962 308 0,'0'0'0'0,"0"0"0"0,0 0 0 0,0 0 93 0,2-8 1 0,-2 6 0 0,2 2 0 0,0-2-1 16,0 0 1-16,2 0-1 0,-4 0 1 0,0 2-15 15,4 0 1-15,-4 2 0 0,0-2 0 0,4 2-1 16,-4 2 1-16,4-2 0 0,-4 2 0 0,5 5-25 15,-5 1 0-15,4-2 0 0,-2 2 0 0,0 1 0 0,0-1 0 16,-2 2 0-16,2 0 0 0,-2-1-18 0,0-1 0 16,2 0 0-16,0 2 0 0,0-1-1 0,-2-5 1 15,4 2 0-15,-4-2 0 0,4-2-42 0,0 0 1 16,0 1 0-16,0-3 0 0,0 0-1 0,-2 0 1 16,2-2 0-16,-2 0 0 0,5 0 19 0,-3 0 1 15,0-2-1-15,4 0 1 0,-4 2-1 0,4-7 1 16,0 3-1-16,6-4 1 0,-1 2-7 0,1-2 0 15,2 0 0-15,-2-1 1 0,3-1-1 0,-1 0 0 0,6 0 0 16,-5-1 1-16,5-1-2 0,-4-2 1 0,3-1-1 16,-3 1 1-16,-2-2-1 0,1 1 1 0,-1-3-1 15,-2-1 1-15,-2 3 0 0,-2-1 1 0,-1 1-1 16,-5 2 1-16,-4-1-1 0,4 1 0 0,-8 2 0 16,4-1 1-16,-4 7-2 0,-2-4 1 0,1 4-1 15,1 0 1-15,0 2-1 0,0-1 0 0,4 1 0 16,-4 2 1-16,4 0-2 0,-4 0 0 0</inkml:trace>
  <inkml:trace contextRef="#ctx0" brushRef="#br0" timeOffset="5007.19">10860 17487 20 0,'0'0'0'0,"0"0"0"0,0 0 0 0,0 0 234 0,-8-11 0 0,8 7 0 16,0 0 1-16,0 0-1 0,0-2 0 0,0 0 0 0,0 0 0 15,2-3-225-15,2 3 1 0,4-2-1 0,-4 4 1 16,4-2-1-16,1 0 0 0,-1-1 0 0,2 1 1 16,2 4 2-16,-4 0 0 0,2 0 0 0,3 2 0 15,-5 2-1-15,0 0 1 0,-2 2 0 0,2 0 0 16,-4 5-11-16,0-1 0 0,0-2 0 0,-4 4 0 16,0 1-1-16,-4-1 1 0,0 0 0 0,0 2 0 0,-4 1 4 15,2-1 0-15,-2-2 0 0,0 3 1 16,-5-3-1-16,3 0 0 0,2-4 0 0,4 0 1 15,-4-2-6-15,2-2 1 0,0 1-1 0,4-1 1 0,-2 0-1 16,0-2 1-16,4-2-1 0,0 2 1 0,0 0 0 16,4-2 0-16,-4 2 0 0,0 0 1 0,4 0-1 0,-4 0 0 15,4 2 0-15,2-2 1 0,2 0 15 0,-4 2 0 16,4-2 0-16,0 0 0 0,3 0 0 0,1 0 0 16,0 0 0-16,-2 0 0 0,2 2-2 0,-4 0 0 15,5 0 0-15,-7 2 1 0,2-2-1 0,0 0 0 16,0 0 0-16,-2 2 1 0,-2 0-1 0,2-2 0 15,1 0 0-15,-3 0 1 0,4-2-1 0,-4 2 0 0,0 1 0 16,-2 1 0-16,-2-4-15 0,0 0-1879 0</inkml:trace>
  <inkml:trace contextRef="#ctx0" brushRef="#br0" timeOffset="6941">10229 17729 68 0,'0'0'0'0,"0"0"0"0,0 0 0 0,0 0 229 0,0-9 1 0,0 5-1 16,0 0 1-16,0 0-1 0,-4 2 1 0,4-2-1 0,0 0 1 15,0 2-191-15,0 0 0 0,0 0 0 0,0 0 1 16,-4 0-1-16,4 2 0 0,0 2 0 0,0 2 1 16,0 0-22-16,0 6 0 0,0 0 0 0,0 3 1 15,0 3-1-15,0 7 0 0,0-1 0 0,0 3 1 16,0 4-14-16,4 1 0 0,-4 5 0 0,4 0 1 15,0-2-1-15,0 0 0 0,0-5 0 0,0 1 1 0,3-2-3 16,-7-3 0-16,4-3 0 0,4-5 0 0,-8-1 0 16,4-5 0-16,-4-4 0 0,4-2 0 0,0 0-4 15,-2 0 1-15,2-4-1 0,0 0 1 0,4-2-1 16,0-4 1-16,1-2-1 0,-1 0 1 0,6-7 0 0,-2-3 1 16,2-1-1-16,7-1 1 0,-7-5-1 0,6 1 1 15,1-1-1-15,-3 1 1 0,-2 1 1 16,-1 0 0-16,1 5 0 0,-4-3 1 0,-2 1-1 15,-2 3 0-15,5-1 0 0,-7 6 0 0,6-5 10 0,-4 3 0 16,-4 4 0-16,0-3 1 0,2 5-1 0,-2 2 0 16,-2 0 0-16,0 2 0 0,1 0 2 0,-1 2 1 15,-2 0-1-15,0 0 1 0,0-1-1 0,0 3 0 0,-2 0 0 16,-1 0 1-16,3 0-4 0,-2 3 1 0</inkml:trace>
  <inkml:trace contextRef="#ctx0" brushRef="#br0" timeOffset="12606.84">11528 17661 292 0,'0'0'0'0,"0"0"0"0,0 0 0 0,8 2 189 0,-4 0 1 0,2-2 0 0,2 2 0 0,0 0-1 16,0 2 1-16,5-2 0 0,-3 0 0 0,6 0-156 0,-2-2 0 15,7 2 0-15,-3-2 0 0,6 2-1 0,1-2 1 16,1 0 0-16,9-2 0 0,46 0-34 0,-81 2-1561 0</inkml:trace>
  <inkml:trace contextRef="#ctx0" brushRef="#br0" timeOffset="12940.95">11575 17884 476 0,'0'0'0'0,"0"0"0"0,0 0 0 0,8-4 91 15,0 4 1-15,2 0 0 0,2-4 0 0,-2 4-1 16,7-2 1-16,-1 0 0 0,0 0 0 0,7 0-57 0,-7 0 1 16</inkml:trace>
  <inkml:trace contextRef="#ctx0" brushRef="#br0" timeOffset="22075.87">12710 17532 116 0,'0'0'0'0,"0"0"0"0,-2-15 0 0,2 9 139 0,-2 0 1 15,2-2 0-15,-4-2 0 0,2-1-1 0,2 1 1 16,-4 2-1-16,0 0 1 0,0 2-113 0,0-5 1 15,0 7-1-15,0 0 1 0,0 2-1 0,-3 2 0 16,3-2 0-16,-4 4 1 0,4 0-6 0,-4 2 0 0,-2 2 0 16,2 5 1-16,0 5-1 0,-5 0 0 0,-3 7 0 15,2 8 0-15,-11 6-12 0,3 8 1 0,0 6-1 16,1 0 1-16,3 5-1 0,6-3 1 0,2-2-1 16,7-4 1-16,8-8-12 0,3-4 1 0,8-6 0 15,-2-6 0-15,7-5 0 0,5-6 0 0,5-5 0 16,1-7 0-16,5-9 0 0,-1-9 0 0,5-5 0 15,2-10 1-15,0-6-1 0,-1-4 0 0,1-4 0 0,-8-2 0 16,-3-4 4-16,-7-3 1 0,-9 5-1 0,-4 0 1 16,-12 2-1-16,-4-13 0 0,-8 21 0 0,-2 4 1 15,-11 6 4-15,-1 5 1 0,-1 3 0 0,-1 9 0 16,-3 1-1-16,5 9 1 0,-5 2-1 0,1 2 1 16,-1 4 7-16,7 3 1 0,-3 3-1 0,11-2 1 15,2 6-1-15,2 1 0 0</inkml:trace>
  <inkml:trace contextRef="#ctx0" brushRef="#br0" timeOffset="22824.19">13290 18108 72 0,'0'0'0'0,"0"0"0"0,0 0 0 0,0 0 199 0,0 0 1 0,0 0 0 0,0 0 0 0,0 0-1 16,0 0 1-16,0 0-1 0,0 0 1 0,0 0-159 16,0 0 1-16,0 0 0 0,-2-8 0 0,2 8-1 0,0-2 1 15,0 0 0-15,0 0 0 0,0 0-28 0,0 0 1 16,0 0-1-16,0 0 1 0,0-1-1 0,0 3 1 16,0-4-1-16,2 2 1 0,-2 0-13 0,0 2 1 15,0 0-1-15,0-2 1 0,0 4-1 0,0-2 1 16,0 0-1-16,0 2 1 0,0-2 1 0,0 0 1 15,0 0 0-15,0 2 0 0,-2 2-1 0,2-1 1 16,-2-1-1-16,-2 2 1 0,0-2-15 0,2 0 1 16,-2 2 0-16,4-2 0 0,-4 0 0 0,0 0 0 0,4-2 0 15,0-2 0-15,0 2 7 0,0 0 1 0,0 0-1 16,0 0 1-16,0 0-1 0,0 0 1 0,0 0 0 16,0 0 0-16,12-43 0 0,-10 37 0 0,0 2 0 15,0 0 1-15,0 1-1 0,0-1 1 0,0 4-1 16,-2-2 1-16,0 2 3 0,2 0 1 0,-2 0 0 15,0 0 0-15,0 0-1 0,0 0 1 0,0 0 0 16,0 0 0-16,0 2 7 0,0-2 1 0,0 0-1 0,0 0 1 16,-2 0-1-16,2 2 0 0,-2 3 0 0,0-3 1 15,2 2 2-15,-2 0 1 0,0 0-1 0,0 0 1 16,2-2-1-16,0 0 1 0,-2 2-1 0,2-2 1 16,0 0 1-16,0 0 0 0</inkml:trace>
  <inkml:trace contextRef="#ctx0" brushRef="#br0" timeOffset="23407.82">13964 17722 264 0,'0'0'0'0,"0"0"0"0,0 0 0 0,4-14 205 0,-2 6 0 0,4 0 0 16,-2 2 0-16,6-5 0 0,-2 1 0 0,1 0 0 16,-3 2 0-16,2-1-173 0,0 1 0 0,0 0 0 0,0 0 0 15,2 4-1-15,3-2 1 0,-5 1 0 0,0 3 0 16,0 0-13-16,2 0 1 0,3 0 0 0,-5 6 0 16,0 0-1-16,2-2 1 0,-2 7 0 0,0 1 0 15,-8 4-5-15,4 3 0 0,-4 1 0 0,-4 1 0 16,0 3 0-16,-4 3 0 0,-2-5 0 0,-2 5 0 15,-5 0-10-15,1-1 0 0,2 1 0 0,-2-5 1 0,-3 3-1 16,-1-1 0-16,2-3 0 0,-3-5 0 0,7 3-4 16,-2-7 0-16,3 0 0 0,3 0 1 0,-2-6-1 15,8 1 0-15,-6-1 0 0,4 0 1 0,2-4 2 0,2 2 0 16,2 0 0-16,0 0 1 0,2-2-1 16,0 4 0-16,2-4 0 0,4 0 1 0,2 0 3 0,2 0 1 15,1-4-1-15,1 4 1 0,-2 0-1 0,4 0 1 16,3 0-1-16,-3-2 1 0,2 2-1 0,0 0 0 15,-1-2 0-15,-3 4 0 0,2-2-1 0,1 2 1 16,-1 2 0-16,-2-4 0 0,0 2-2 0,3-2 1 16,-1 4 0-16,6-4 0 0,-5 0-1 0,5-2 1 15</inkml:trace>
  <inkml:trace contextRef="#ctx0" brushRef="#br0" timeOffset="23821.89">15098 17513 472 0,'0'0'0'0,"0"0"0"0,0 0 0 0,0 0 186 0,-11-6 1 0,9 2-1 0,-2 2 1 0,-4 2-1 16,-4-4 0-16,2 2 0 0,-2 0 1 0,-9 0-135 15,3 4 1-15,-7 0 0 0,3 4 0 0,-8-4-1 16,1 6 1-16,3-2-1 0,-1 5 1 0,-3 1-14 0,3 2 1 16,3 1-1-16,3 1 1 0,7 0-1 0,2 3 0 15,6 1 0-15,4 1 1 0,4 1-17 0,2-3 0 16,6 1 0-16,2 1 0 0,2-3 0 0,3 1 0 15,3 3 0-15,2 1 0 0,-1 0-26 0,1-3 0 16,-3 3 0-16,1-5 0 0,-8 1 0 0,2-1 0 16,-5-2 0-16,-1 1 1 0,-6-1 6 0,0-1 1 15,-6 1-1-15,0-8 1 0,-5 2-1 0,-3 1 0 16,-2-7 0-16,-2 0 1 0,-3 0 3 0,-1-6 0 0,0 0 0 16,-3-4 0-16,-17-11-8 0,40 17-2196 0</inkml:trace>
  <inkml:trace contextRef="#ctx0" brushRef="#br0" timeOffset="37444.3">10083 15815 112 0,'0'0'0'0,"0"0"0"0,0 0 0 0,0 0 41 0,0 0 1 0,0 0 0 0,0 0 0 16,0 0-1-16,0 0 1 0,0 0 0 0,-8 8 0 15,3 2 12-15,1-1 1 0,0 1 0 0,0 4 0 16,0 3-1-16,2-1 1 0,4 3-1 0,-2-3 1 16,4 2-9-16,4 1 1 0,1-1-1 0,-1-1 1 15,-2-1-1-15,6 1 0 0,-4-1 0 0,0 4 1 16,2-5-38-16,3-1 0 0,-5 3 0 0,0-3 1 0,0-2-1 16,2 1 0-16,-6-3 0 0,4 0 0 0,-8-10-9 15,0 0-996-15</inkml:trace>
  <inkml:trace contextRef="#ctx0" brushRef="#br0" timeOffset="37772.64">9826 16088 108 0,'0'0'0'16,"0"0"0"-16,0 0 0 0,0 0 101 0,0 0 0 0,4-8 0 15,0 6 0-15,-4 2 0 0,0-3 0 0,0 3 0 16,4 0 0-16,-4 0-90 0,0 3 0 0,5-3 0 16,-5 4 1-16,4 0-1 0,0 2 0 0,-2 4 0 15,4-6 1-15,4 7-2 0,-2 1 1 0,4 0 0 16,3-2 0-16,-3 3-1 0,4-5 1 0,2 0 0 16,3-2 0-16,-3-2 6 0,4-2 1 0,3-4-1 15,-3 2 1-15,-1 0-1 0,1-8 0 0,-2 2 0 16,3-2 1-16,-5 0-17 0,2-1 0 0,1-1 0 15,-3 2 1-15,-2-4-1 0,3-1 0 0,-7 3 0 0,2 0 1 16,2-3-1-16,-1 3 1 0,-3 0-1 0,0 0 1 16,-12 10-2-16,0 0-936 0</inkml:trace>
  <inkml:trace contextRef="#ctx0" brushRef="#br0" timeOffset="38375.04">10526 16092 80 0,'0'0'0'0,"0"0"0"0,0 0 0 0,0 0 159 0,0 0 0 0,0 0 0 0,0 0 0 0,0 0-1 16,0 0 1-16,0 0 0 0,0 0 0 0,0 0-126 15,13-2 1-15,-9 0-1 0,0 0 1 0,4-4-1 16,2-3 0-16,-2 1 0 0,2 0 1 0,3 0-15 0,-1 0 0 16,0-3 0-16,0 3 1 0,2 0-1 0,-5 2 0 15,-3 2 0-15,2 2 0 0,0 0-10 0,-4-1 0 16,0 6 0-16,-4 1 1 0,4 2-1 0,-4 0 0 16,0 2 0-16,-4 4 0 0,4 3-5 0,-4 1 1 15,4 1 0-15,0-1 0 0,-4-2-1 0,4 3 1 16,0-1 0-16,0 3 0 0,0-3-5 0,0-4 1 15,0 3 0-15,0-1 0 0,0 0-1 0,0-1 1 0,0-1 0 16,0-2 0-16,0-10-1 0,0 0-1416 0</inkml:trace>
  <inkml:trace contextRef="#ctx0" brushRef="#br0" timeOffset="38556.61">10500 16260 340 0,'0'0'0'0,"0"0"0"16,0 0 0-16,0 0 145 0,0 0 1 0,0 0-1 15,0 0 1-15,4-8-1 0,-2 6 1 0,2 0-1 0,2-6 1 16,4-1-112-16,3 3 1 0,-3-2-1 0,6 0 1 16,-4 2-1-16,2-3 0 0,3 5 0 0,-1 0 1 15,2 0-14-15,-1-2 0 0,-3 2 0 0,6 2 1 16,-20 2-22-16,0 0-1398 0</inkml:trace>
  <inkml:trace contextRef="#ctx0" brushRef="#br0" timeOffset="38706.04">11003 16160 192 0,'0'0'0'0,"0"0"0"0,0 0 0 0,0 0 128 0,-9 0 1 16,9 4 0-16,-4-2 0 0,0 2-1 0,0 0 1 15,0 4 0-15,0 0 0 0,0 1-101 0,-2 3 1 16,2 2-1-16,-4 1 1 0,0-1-1 0,4 0 0 16,-1-1 0-16,1 1 1 0,2 0-14 0,-2 1 0 15</inkml:trace>
  <inkml:trace contextRef="#ctx0" brushRef="#br0" timeOffset="39090.37">11249 15971 224 0,'0'0'0'0,"0"0"0"0,-8 4 0 15,6 0 99-15,-2 0 1 0,0 0 0 0,-1 0 0 16,1 5-1-16,-4-1 1 0,0 2 0 0,0-2 0 16,2 11-66-16,2-5 1 0,-4 7 0 0,4 1 0 15,4-5-1-15,0 5 1 0,4 1 0 0,0-7 0 0,8-2-11 16,0 3 0-16,6-7 0 0,1-2 1 0,1-4-1 15,7 1 0-15,-5-8 0 0,2-1 1 0,3-4 2 16,-3-2 0-16,-1-4 0 0,-3 1 1 0,-2-3-1 16,-1-3 0-16,-3 1 0 0,-2-5 1 0,-4 3-40 0,-8-3 1 15,0 1-1-15,-4-1 1 0,0 5-1 0,-4-3 1 16,-6 5-1-16,1 1 1 0,-3 3 26 0,2 4 1 16,-2 0-1-16,-7 4 1 0,7 2-1 0,-6 2 0 15,5 2 0-15,-3 2 1 0,6 2 14 0,-3 4 0 16</inkml:trace>
  <inkml:trace contextRef="#ctx0" brushRef="#br0" timeOffset="39705.69">10634 15924 128 0,'0'0'0'0,"0"0"0"0,0 0 0 0,-10 2 228 0,6-2 0 0,0 0 0 16,0 4 0-16,-4-4-1 0,0 0 1 0,1 0 0 15,3 2 0-15,0-2-205 0,0-2 0 0,0 2 0 16,4 0 0-16,0-4-1 0,0 2 1 0,4 2 0 16,0-2 0-16,0 0-11 0,2-2 1 0,3-3-1 15,-1 3 1-15,0 0-1 0,2 2 0 0,2-4 0 16,-4 2 1-16,-4 2-12 0,5 0 0 0,-1 0 0 15,-2 4 0-15,-2 0 0 0,0 2 0 0,0 0 0 16,-4 4 0-16,4 2 1 0,-8 1 1 0,4 3-1 16,0 0 1-16,-4 3-1 0,0 1 1 0,0 3-1 0,0-3 1 15,0 5-8-15,0-3 0 0,2 3 0 0,-2-3 0 16,-1 3 0-16,1-3 0 0,0 1 0 0,0-3 0 16,0 3 4-16,-2-3 1 0,2-1 0 0,0-1 0 15,4-16 0-15,0 0-1665 0</inkml:trace>
  <inkml:trace contextRef="#ctx0" brushRef="#br0" timeOffset="39871.65">10530 16235 284 0,'0'0'0'0,"0"0"0"0,0 0 0 0,0 0 162 0,0 0 1 16,0 0 0-16,13 3 0 0,-9-3-1 0,4-3 1 15,2 1 0-15,2 0 0 0,0-2-134 0,3 0 1 16,1 2-1-16,2-2 1 0,-1 2-1 0,-3 0 0 15,2 0 0-15,0 2 1 0,-16 0-30 0,0 0-1366 0</inkml:trace>
  <inkml:trace contextRef="#ctx0" brushRef="#br0" timeOffset="40355.6">11359 15887 124 0,'0'0'0'0,"0"0"0"0,0 0 0 0,0 0 94 16,0 0 1-16,-8-6-1 0,4 6 1 0,-1 0-1 15,1-2 1-15,-4 4-1 0,-2 0 1 0,2 0-79 0,-4 2 1 16,0 2-1-16,-3 4 1 0,-1 1-1 0,2-1 0 16,-3 4 0-16,1 3 1 0,2 3 15 0,2 3 0 15,-3-3 0-15,3 5 0 0,4-5-1 0,0 3 1 16,4-5 0-16,4-1 0 0,4-3-11 0,4-4 0 15,2-2 0-15,7-3 0 0,-5-1-1 0,4-2 1 16,2-2 0-16,1-2 0 0,1-2-28 0,2-3 1 16,3-1 0-16,-7 0 0 0,7-2 0 0,-3-5 0 15,-4 5 0-15,3-8 0 0,-5 1 17 0,-4-1 0 16,-6 1 0-16,-2-1 0 0,-4 4-1 0,-4 1 1 0,-2-5 0 16,-2 6 0-16,0-5 8 0,-4 7 0 0,-5-2 0 15,3-1 1-15,2 3-1 0,-4 2 0 0,1-2 0 16,1 1 0-16,2 1 0 0,4 4 0 0,-4 2 0 15,-3 0 1-15,15 2-20 0,0 0-1276 0</inkml:trace>
  <inkml:trace contextRef="#ctx0" brushRef="#br0" timeOffset="42270.54">18468 17072 64 0,'0'0'0'0,"0"0"0"0,0 0 0 0,0 0 233 0,4-6 0 15,-2 0 0-15,0 2 0 0,0 0-1 0,2-2 1 16,0-1 0-16,0 1 0 0,0 0-195 0,0 2 1 16,1 2-1-16,-1-2 1 0,0 2-1 0,-4 2 1 0,2 4-1 15,-2 0 1-15,0 4-9 0,-2 3 0 0,-2 3 0 16,0 0 1-16,-1 7-1 0,-5 1 0 0,2 1 0 15,0 4 0-15,-4-1-14 0,4 1 1 0,-3 2-1 16,3-5 1-16,0 1-1 0,-4-1 1 0,2-3-1 16,2 1 1-16,-23 22-17 0,31-44-1956 0</inkml:trace>
  <inkml:trace contextRef="#ctx0" brushRef="#br0" timeOffset="42671.68">18777 17142 594 0,'0'0'0'0,"0"0"0"0,0 0 0 0,0 0 148 15,-4 10 0-15,0-6 0 0,0 0 1 0,0 7-81 16,0-1 1-16,0 0-1 0,0 1 1 0,0 1-1 15,0 2 1-15,2 1-1 0,-2-3 1 0,-1 4-20 0,5-1 1 16,-4-1 0-16,0-2 0 0,4 1-1 0,-2-3 1 16,0-2-1-16,2-2 1 0,2 0-12 0,-2-2 0 15,0-2 0-15,2-2 0 0,2-2 0 0,-4 0 0 16,4 0 0-16,5-6 0 0,-3 0-16 0,4 0 1 16,4-5-1-16,-4-1 1 0,5 0-1 0,3-1 1 0,-4 1-1 15,2 0 1-15,1 3-30 0,-1-1 1 0,2 2-1 16,-3 2 1-16,1-1-1 0,-4 3 1 0,-2 4 0 15,2 0 0-15,-3 2 19 0,-3 2 1 0,-2 2 0 16,0 2 0-16,-4 5-1 0,0-3 1 0,-2 2-1 16,0 2 1-16,-2 1-2 0,2 1 0 0,-7 3 0 15,5-1 0-15,-6 0 0 0,6 1 0 0,-2-5 0 16,0 2 0-16,6-14-12 0,0 0-2078 0</inkml:trace>
  <inkml:trace contextRef="#ctx0" brushRef="#br0" timeOffset="42972.06">19477 17013 324 0,'0'0'0'0,"0"0"0"0,-4-10 0 0,0 3 215 15,0-1 0-15,0 2 0 0,0 0 1 0,2-2-1 16,-2-1 0-16,0-1 0 0,0 2 0 0,0 0-180 0,0 2 1 15,4 2 0-15,-4-1 0 0,0 5-1 0,-1-4 1 16,5 8 0-16,-6-1 0 0,0 1-14 0,0 6 0 16,-2 0 0-16,-4 7 1 0,4-1-1 0,-5 4 0 15,-1 5 0-15,-2 4 0 0,4-1-15 0,2 5 1 16,-1-2-1-16,7-4 1 0,2-1-1 0,4-1 1 16,8-2-1-16,-1-9 1 0,-1 2-4 0,4-3 1 15,2-3 0-15,0 0 0 0,1 0-1 0,-1-3 1 0,6-3 0 16,3 0 0-16,17-2-5 0,-40-2-1955 0</inkml:trace>
  <inkml:trace contextRef="#ctx0" brushRef="#br0" timeOffset="43739.93">19620 17124 76 0,'0'0'0'0,"0"0"0"0,0 0 0 0,0 0 222 0,0 0 1 0,0 0 0 0,-8 2 0 0,4 0-1 0,2 0 1 16,-2-2-1-16,-1 2 1 0,1 2-182 0,0-2 0 15,0 2 0-15,0-2 0 0,4 0 0 0,-4 0 0 16,4 2 0-16,-4-4 0 0,4 2-14 0,0-2 0 0,0 0 0 15,0 2 0-15,4-4-1 0,0 2 1 0,0 0 0 16,0-2 0-16,2-2-16 0,3 0 1 16,3 0-1-16,-4-2 1 0,2-2-1 0,-2 4 0 0,4-5 0 15,-1 3 1-15,1 2-7 0,0-2 1 0,0 4-1 16,-6-6 1-16,5 6-1 0,-1-3 1 0,2 1-1 16,-6 2 1-16,2 0-5 0,0 2 0 0,0 0 0 15,-3 2 0-15,-5-2-1 0,4 2 1 0,-2-2 0 16,-2 2 0-16,0 0 2 0,-2 3 1 0,2-1 0 15,-4 2 0-15,-1 2-1 0,1 2 1 0,-4 1 0 0,0 3 0 16,-2 0 7-16,2 1 1 0,-2-1-1 0,4-2 1 16,-1 5-1-16,3-7 0 0,0 0 0 0,0 0 1 15,4-1 1-15,0 1 0 0,4-2 0 0,-4-4 0 16,2 0-1-16,0 0 1 0,4-2 0 0,1 1 0 0,-1-1-3 16,2-2 0-16,0-2 0 0,0-1 0 0,0 1-1 15,2-2 1-15,-1-2 0 0,1 0 0 0,4-2-2 16,0 0 0-16,0-3 0 0,3 1 0 0,-1-2-1 15,0 0 1-15,3-3 0 0,-3 3 0 0,2 0-1 16,-6 3 0-16,3 1 0 0,-3 0 0 0,-2 2 0 16,-4 4 0-16,-4 2 0 0,0 0 0 0,-2 4-2 0,-2 0 0 15,0 0 0-15,-2 0 0 0,2 4-1 0,-2-4 1 16,2 5 0-16,-2-1 0 0,4 0-1 0,-4 0 1 16,4 3-1-16,0-3 1 0,0 0-1 0,-4 0 1 15,4 0-1-15,0 3 1 0,-4-5-1 0,2 4 0 16,0 0 0-16,0 0 1 0,0 1-1 0,2-1 0 15,-2 0 0-15,4-2 1 0,-2-1-1 0,0-1 0 0</inkml:trace>
  <inkml:trace contextRef="#ctx0" brushRef="#br0" timeOffset="44026.1">20230 16849 420 0,'0'0'0'0,"0"0"0"0,0 0 0 0,0 0 204 0,0 0 1 0,0 0-1 0,0 0 1 0,0 0-1 15,5 12 1-15,-5-10-1 0,4 4 1 0,2 4-149 16,-2 5 1-16,0 1 0 0,0 7 0 0,-2 1-1 15,0 3 1-15,-2 8 0 0,-2 4 0 0,-2 0-19 16,-2 2 1-16,0-2-1 0,-2 0 1 0,-5-6-1 16,1 2 1-16,-2-5-1 0,0-5 1 0,-1-3-32 0,1 3 0 15</inkml:trace>
  <inkml:trace contextRef="#ctx0" brushRef="#br0" timeOffset="45205.68">18260 17743 280 0,'0'0'0'0,"0"0"0"0,0 0 0 0,0 0 175 0,6-8 0 0,-2 2 0 0,1 2 1 0,-1-1-1 15,-2 3 0-15,2-2 0 0,-2 2 0 0,0 2-108 16,0 2 0-16,0 2 0 0,-4 3 0 0,2 3 0 16,0 4 0-16,-4 3 0 0,0 1 0 0,0 7-25 15,-5 1 0-15,-1 3 0 0,0 6 1 0,0 4-1 16,-8-4 0-16,1 4 0 0,1-7 0 0,6 1-25 0,-2-2 0 16,-1-6 0-16,3-1 0 0,2-3-1 0,4-7 1 15</inkml:trace>
  <inkml:trace contextRef="#ctx0" brushRef="#br0" timeOffset="45591.71">18486 17911 468 0,'0'0'0'0,"0"0"0"16,-2 8 0-16,-2-4 173 0,2 1 1 0,-2 1 0 15,2 2 0-15,-6 2-1 0,4-2 1 0,-4 3-1 0,4 1 1 16,-3 0-120-16,3 1 0 0,0-3 0 0,0 0 1 16,0-2-1-16,4-4 0 0,0 0 0 0,4-1 1 15,-4-1-17-15,6-4 1 0,-2-1-1 0,5-1 1 16,-3-2-1-16,4-2 0 0,2-2 0 0,0-3 1 15,3-1-17-15,-1 0 1 0,2-1 0 0,0 3 0 0,-3-2-1 16,1 3 1-16,-2 3-1 0,-4 0 1 0,0 2-26 16,-2 4 1-16,-2 2-1 0,1 2 1 0,-1 2-1 15,-4 0 1-15,0 4-1 0,-4 3 1 0,4-1 6 0,-5 4 1 16,-1 1-1-16,2 1 1 0,0 0-1 16,0 1 1-16,0-1-1 0,0-4 1 0,0 3-3 0,4-1 0 15,-4 1 0-15,4-3 0 0,0-12-2 0,0 0-2103 16</inkml:trace>
  <inkml:trace contextRef="#ctx0" brushRef="#br0" timeOffset="45906.87">19131 17690 180 0,'0'0'0'0,"0"0"0"0,0 0 0 0,0 0 224 0,-10 2 1 0,6 2-1 0,0 0 1 15,-2 0-1-15,-4 0 0 0,2 4 0 0,-3 3 1 16,-1-1-177-16,0 6 1 0,-2 1-1 0,0 1 1 15,-3 7-1-15,1 3 1 0,0 1-1 0,1 6 1 0,-3 0-16 16,6-2 0-16,0 2 0 0,0-5 0 0,7-3-1 16,1 0 1-16,6-5 0 0,2-3 0 0,5-5-18 15,1-4 0-15</inkml:trace>
  <inkml:trace contextRef="#ctx0" brushRef="#br0" timeOffset="46291.73">19701 17671 480 0,'0'0'0'0,"0"0"0"0,0 0 0 15,0 0 167-15,0 0 1 0,0 0 0 0,0 0 0 16,0 0-1-16,0 0 1 0,0 0-1 0,-8 8 1 15,8 1-106-15,0 3 0 0,-4 4 0 0,0 5 1 16,0 1-1-16,0 5 0 0,-4 6 0 0,2 2 0 0,-3 0-15 16,1 2 0-16,4-5 0 0,-2 3 1 0,2-2-1 15,0-8 0-15,2-1 0 0,2-1 0 0,0-7-29 16,0-1 0-16</inkml:trace>
  <inkml:trace contextRef="#ctx0" brushRef="#br0" timeOffset="46608.66">19370 17973 392 0,'0'0'0'0,"0"0"0"16,0 0 0-16,-9 0 152 0,5 2 0 0,4-2 0 15,-4 4 1-15,0 0-1 0,0 2 0 0,-2 2 0 16,2 1 1-16,2 1-87 0,2 0 1 0,0-4 0 15,2 2 0-15,4 1-1 0,2-3 1 0,0 2 0 16,5-2 0-16,-3 0-29 0,6-2 0 0,-4 0 0 16,2 1 1-16,1-3-1 0,-3-2 0 0,0-2 0 0,0-3 0 15,1-1-17-15,1-2 1 0,-4 0 0 0,0-2 0 16,4-1-1-16,-1-3 1 0,-5 0-1 0,0-1 1 16,-6 3-22-16,-2 2 0 0,-4-1 0 0,-4 1 0 15,-2 6 0-15,-7 0 0 0,1 2 0 0,2 0 0 16,-7 2 3-16,1 4 0 0,2 0 0 0,-3-2 1 15,3 2-1-15,4 2 0 0</inkml:trace>
  <inkml:trace contextRef="#ctx0" brushRef="#br0" timeOffset="48923.13">19903 17671 88 0,'0'0'0'0,"0"0"0"0,0 0 0 0,0 0 243 0,0 0 0 0,4-12 0 16,-4 8 1-16,0-2-1 0,2-1 0 0,0 1 0 16,0 2 0-16,0-2-193 0,0 2 0 0,2 2 0 15,-4 0 1-15,0 0-1 0,4 2 0 0,-4 2 0 16,4 2 0-16,0 4-16 0,2 2 0 0,1 1 0 15,1 3 0-15,2 2-1 0,0 3 1 0,2 3 0 0,5 1 0 16,-7 4-19-16,4-1 1 0,-4 9 0 16,-2-2 0-16,0 2-1 0,-2 4 1 0,-6-2 0 0,-4 2 0 15,-6-2-16-15,2 2 1 0,-8-2 0 0,2-3 0 16,-9 1-1-16,3-8 1 0</inkml:trace>
  <inkml:trace contextRef="#ctx0" brushRef="#br0" timeOffset="51689.88">21138 17636 512 0,'0'0'0'0,"0"0"0"0,-10-4 0 0,6 2 171 0,0 0 0 0,0 0 0 0,0 0 0 0,2 0 0 15,2 0 0-15,0 0 0 0,2 0 0 0,2 0-114 16,4 0 1-16,-2 0 0 0,2 0 0 16,8 0-1-16,-3 0 1 0,7-1 0 0,0 1 0 0,1 2-19 15,-1-2 1-15,7 2 0 0,-5-2 0 0,4 2-1 16,-1-2 1-16,-1 0-1 0,3 0 1 0,-1 2-27 0,-3-4 0 16</inkml:trace>
  <inkml:trace contextRef="#ctx0" brushRef="#br0" timeOffset="52005.78">21246 17688 492 0,'0'0'0'0,"0"0"0"0,0 0 0 16,0 0 189-16,0 0 1 0,8-9 0 0,-4 7 0 16,2 0-1-16,5 0 1 0,-5-2 0 0,2 0 0 15,0 2-132-15,4 0 0 0,-2 0 0 0,3 0 1 16,-1 0-1-16,2 0 0 0,-2 0 0 0,0 0 1 15,1 0-27-15,-1 2 1 0,0 0-1 0,2 0 1 16,-14 0-33-16,0 0-1955 0</inkml:trace>
  <inkml:trace contextRef="#ctx0" brushRef="#br0" timeOffset="52405.91">21541 17386 208 0,'0'0'0'16,"0"0"0"-16,-8 0 0 0,6 0 191 0,0 0 1 0,-2 0-1 16,0 0 1-16,0 0-1 0,2 0 0 0,-2-4 0 15,4 2 1-15,-4 2-140 0,4-2 1 0,4 0-1 16,-4 0 1-16,0 0-1 0,4 0 1 0,0 0-1 15,0 0 1-15,4 0-15 0,2-1 0 0,-2 3 0 16,-2 3 1-16,5-3-1 0,3 4 0 0,-4-2 0 16,4 2 1-16,0 0-16 0,-3 4 1 0,3-2-1 0,4 2 1 15,-4 1-1-15,1 1 1 0,-1-2-1 16,0 9 1-16,3-3-28 0,-9 2 1 0,0 1 0 0,-4-1 0 16,-2 1-1-16,-4 1 1 0,-2-2 0 0,-4 3 0 15,-5-1 9-15,3-1 0 0,-4 1 0 0,0-1 0 16,0 1-1-16,-3-2 1 0,3-1 0 0,-2 1 0 15,3 1-3-15,-1-3 1 0,-2 0 0 0,2-1 0 16,-1-5-1-16,5 2 1 0,-4 0-1 0,2 1 1 16,0-5 1-16,3 2 1 0,-1-4-1 0,2 0 1 0,8-4-6 15,0 0-2044-15</inkml:trace>
  <inkml:trace contextRef="#ctx0" brushRef="#br0" timeOffset="52989.28">21120 17821 180 0,'0'0'0'0,"0"0"0"0,0 0 0 0,-8-4 208 0,2 2 0 0,0 0 0 0,-1 0 1 0,-1-2-1 0,0-1 0 16,2 1 0-16,0 0 0 0,2 2-144 0,0-4 0 15,4 2 0-15,2 0 1 0,4 2-1 0,0-2 0 16,4 0 0-16,-2-1 1 0,0 1-20 0,1-2 0 0,5 4 0 16,-2-2 0-16,0 0-1 0,3 2 1 0,-3 0 0 15,0 0 0-15,2 0-26 0,-6 2 0 0,5-4 0 16,1 4 0-16,-6-2 0 0,2 2 0 0,2 0 0 15,1-2 0-15,-3 2-25 0,2-2 1 0</inkml:trace>
  <inkml:trace contextRef="#ctx0" brushRef="#br0" timeOffset="58572.27">23540 17556 88 0,'0'0'0'0,"0"0"0"0,0 0 0 0,0 0 30 16,0 0 0-16,0 0 0 0,4-8 0 0,-4 6 0 0,0 0 0 0,4 0 0 0,-4-2 0 0,4 0 40 0,-4 2 1 0,0-4 0 15,2-1 0-15,-2 1-1 0,2 2 1 0,0-2-1 16,0 4 1-16,-2-6 8 0,0 4 0 0,2 2 0 15,-2-3 1-15,2 3-1 0,-2 0 0 0,0 2 0 16,0 2 1-16,0 3-19 0,2 1 1 0,-2 4-1 16,2 0 1-16,0 5-1 0,0 5 1 0,0 3-1 15,2 1 1-15,1 1-78 0,3 4 0 0,-4-3 0 16,4 1 1-16,0 0-1 0,2-3 0 0,0-1 0 16,3-3 1-16,3-3 53 0,-6-1 1 0,4-4-1 0,1-1 1 15,-3-3-1-15,0-4 0 0,2-2 0 0,-6-2 1 16,5 0-18-16,-1-4 1 0,0 0-1 0,-2-4 1 15,0-1-1-15,3-3 0 0,-1 0 0 0,0-3 1 0,-2 1-3 16,2 0 1-16,1-5-1 0,-3 1 1 16,4-3-1-16,0 1 0 0,0-1 0 0,5-1 1 0,-3-3 1 15,0 3 0-15,3 3 0 0,-3-4 0 0,-2 3 0 16,2-1 0-16,1 5 0 0,-3 2 0 0,2 1-5 16,-6 1 0-16,1 4 0 0,-3 0 1 0,2 4-1 15,-4 2 0-15</inkml:trace>
  <inkml:trace contextRef="#ctx0" brushRef="#br0" timeOffset="59222.95">24336 17191 132 0,'0'0'0'0,"0"0"0"0,-9-4 0 0,5 2 255 0,2 0 0 0,-6 0 0 0,-2-2 1 0,4 0-1 0,-2-2 0 0,2 2 0 0,-2-1 1 0,3 1-202 0,1 2 0 16,0-4 0-16,2 2 0 0,2 2 0 0,0 0 0 15,2 0 0-15,0 0 0 0,2 0-22 0,3 2 0 16,1 0 0-16,-2 0 0 0,2 4 0 0,2-2 0 16,4 2 0-16,-4 0 0 0,3 2-21 0,-1-4 1 15,-2 2 0-15,0 1 0 0,0 1-1 0,-1 0 1 0,-3 0-1 16,-4 2 1-16,0 2-9 0,-4 1 1 15,-2-3-1-15,-4 2 1 0,-1 2-1 0,-1-1 1 0,0 1-1 16,0 2 1-16,-2-1-6 0,1-1 1 0,3 0-1 16,0 1 1-16,4-5-1 0,0 2 1 0,0 0-1 15,4-4 1-15,0-1 1 0,0 1 0 0,2-2 0 16,0 0 1-16,2 2-1 0,0-2 0 0,4 0 0 0,-4 0 0 16,2 3 0-16,3-3 0 0,-1 0 0 15,0 0 1-15,4-2-1 0,2 0 0 0,3-4 0 0,-3 2 0 16,6 0 4-16,5-2 1 0</inkml:trace>
  <inkml:trace contextRef="#ctx0" brushRef="#br0" timeOffset="59538.77">24751 17579 304 0,'0'0'0'0,"0"0"0"0,0 0 0 0,0 0 219 0,0 0 0 0,8-8 0 0,-4 6 0 0,2-2 0 0,2 1 0 0,0-1 0 16,5 0 0-16,-1 2-202 0,2 0 0 0,-2 0 0 16,2 0 0-16,1 2 0 0,-1 0 0 0,0 2 0 15,-2 0 0-15,-12-2-17 0,0 0-1644 0</inkml:trace>
  <inkml:trace contextRef="#ctx0" brushRef="#br0" timeOffset="59755.81">24572 17827 424 0,'0'0'0'0,"0"0"0"0,16-8 0 0,-8 4 104 16,6 0 0-16,3 0 0 0,3-1 1 0,0 1-1 15,-1 0 0-15,3 2 0 0,0-4 0 0,-1 4-60 0,1 0 0 16,-2 0 0-16,-1 2 0 0,1 0 0 15,3 0 0-15,-3 0 0 0,2-2 0 0,-5 2-21 0,1 0 0 16</inkml:trace>
  <inkml:trace contextRef="#ctx0" brushRef="#br0" timeOffset="61304.73">25701 17515 192 0,'0'0'0'0,"0"0"0"0,0 0 0 0,-8-6 118 0,6 0 1 0,-2 0-1 16,0-2 1-16,0-1-1 0,-2 1 1 0,0 0-1 16,-3 0 1-16,3 2-84 0,-2 0 0 0,2-1 0 15,-2 3 0-15,-2 0-1 0,0 2 1 0,1 0 0 16,1 2 0-16,0 4-12 0,-6 0 0 0,-2 2 0 15,1 5 0-15,-1-1-1 0,4 4 1 0,-6 3 0 0,1-1 0 16,3 5-12-16,-2 1 0 0,4 3 0 0,-1-1 1 16,3 3-1-16,2 0 0 0,4-1 0 0,4-1 0 15,2 0-11-15,6-3 1 0,2 1-1 0,5-5 1 16,-1 1-1-16,2-3 1 0,4-4-1 0,3-1 1 0,-3-7-1 16,5 0 0-16,-3-6 0 0,0 0 1 0,-1-4-1 15,-1-3 0-15,-2-1 0 0,-3-4 0 0,-1-1 17 16,-4 1 1-16,0-4 0 0,-2-3 0 0,-1 1-1 15,-5-3 1-15,0 0-1 0,-2 1 1 0,-4-1 10 16,-1 1 1-16,-1 3 0 0,-2-1 0 0,0 1-1 16,-2 3 1-16,0 2 0 0,0 3 0 0,-5 5-4 0,3 0 1 15,0 4-1-15,-2-2 1 0,3 2-1 0,1 0 1 16,-2 2-1-16,0 0 1 0,2 2-3 0,2 0 1 16</inkml:trace>
  <inkml:trace contextRef="#ctx0" brushRef="#br0" timeOffset="62021.99">26068 17800 84 0,'0'0'0'15,"0"0"0"-15,0 0 0 0,0 0 211 0,0 0 1 0,0 0-1 0,0 0 1 0,0 0-1 0,0 0 0 0,0 0 0 16,0 0 1-16,0 0-199 0,0 0 1 0,0 0 0 16,0 0 0-16,-5-8-1 0,8 8 1 0,-3-4-1 15,0 2 1-15,2-4-2 0,0 2 1 0,0 0 0 16,0-2 0-16,2-1-1 0,0 1 1 0,2 0 0 16,-2 2 0-16,0 0-11 0,0 0 1 0,-2 4 0 15,2-4 0-15,0 2-1 0,-2 4 1 0,2-2-1 16,-2 4 1-16,0-4 9 0,5 0 1 0,-7 0-1 15,0 4 1-15,4 0-1 0,-4-2 0 0,0 2 0 16,0-2 1-16,-4 2-11 0,4 0 0 0,0 0 0 0,-7-1 1 16,5 1-1-16,0-2 0 0,-2 0 0 0,0 0 0 15,4-2 3-15,-2 0 0 0,0 0 0 0,0 0 0 16,0 0 0-16,0-2 0 0,0 0 0 0,0 0 0 16,0 0 11-16,2 0 1 0,0-1 0 0,0-1 0 15,0 0-1-15,0 2 1 0,0 0-1 0,2 0 1 16,0 0-4-16,0 0 1 0,0 0 0 0,-2 0 0 0,2 0-1 15,0 2 1-15,2 0 0 0,-2-2 0 0,2 2 1 16,-2 0 0-16,0 0 0 0,0 0 0 0,1 2-1 16,1-2 1-16</inkml:trace>
  <inkml:trace contextRef="#ctx0" brushRef="#br0" timeOffset="63572.42">26428 17444 212 0,'0'0'0'0,"0"0"0"0,0 0 0 0,0 0 217 0,0 0 1 0,-4-11-1 0,2 9 1 0,0-2-1 0,0 0 0 0,0 2 0 16,0-2 1-16,2 0-178 0,0 4 1 0,2-6-1 15,0 2 1-15,0-1-1 0,0 1 1 0,2 2-1 16,2-2 1-16,2 2-15 0,0-6 1 0,2 4-1 15,7 0 1-15,-5 0-1 0,4-3 1 0,2 3-1 16,1-2 1-16,1 2-16 0,0 2 1 0,1 0-1 16,-1 0 1-16,1 6-1 0,-9-2 1 0,2 2-1 15,-2 2 1-15,-4 0-12 0,-2 3 1 0,-4-1 0 16,0 2 0-16,-2 0-1 0,-4 5 1 0,0-5 0 0,-2 4 0 16,-4 3-2-16,4-1 1 0,-8 1 0 0,4-1 0 15,-5-2-1-15,1 5 1 0,0-1 0 0,0-1 0 16,1 1 0-16,1-3 0 0,2 1 0 0,0 0 1 15,2-1-1-15,2-3 0 0,1 2 0 0,3-3 1 0,4-1 5 16,1 0 0-16,-1-2 0 0,2 1 0 0,0-5 0 16,4 2 0-16,0-2 0 0,-2 0 0 0,2 0 2 15,0-4 1-15,5 0 0 0,-3 0 0 0,0 0-1 16,0-2 1-16,2 0-1 0,1-2 1 0,-1 0-1 16,-2-2 0-16,4-1 0 0,2-1 1 0,27-6-9 15,-43 14-2052-15</inkml:trace>
  <inkml:trace contextRef="#ctx0" brushRef="#br0" timeOffset="63940.02">27445 17312 364 0,'0'0'0'0,"0"0"0"0,-8-6 0 0,2 4 211 0,-2 0 1 0,0-2-1 15,-2 0 1-15,-2 0-1 0,-5 2 1 0,3 0-1 16,-2 2 1-16,-1 2-156 0,1 0 1 0,-2 2 0 16,0 0 0-16,-1 0-1 0,5 2 1 0,-4 0 0 15,3 3 0-15,5-1-19 0,2-4 1 0,2 4-1 16,2 4 1-16,4-6-1 0,2 5 1 0,4-1-1 0,0 0 1 16,2 1-22-16,2 1 1 0,3 0-1 15,-1 5 1-15,0-3-1 0,0 2 0 0,-2 3 0 0,-1-1 1 16,-1 3-18-16,0-3 0 0,-2 3 0 0,-4-1 0 15,0-3 0-15,-4 1 0 0,-2-2 0 0,-2 1 0 16,-2-1-1-16,-2-1 1 0,-3 1 0 0,-3-2 0 16,0 1 0-16,-1-5 0 0,1 0 0 0,0 1 0 15,2-1 1-15,-3-8 1 0,7 2-1 0,0-2 1 0,4-4-1 16,2 0 1-16,0 0-1 0,0 0 1 0,4 2-2 16,0 0-2226-16</inkml:trace>
  <inkml:trace contextRef="#ctx0" brushRef="#br0" timeOffset="65138.9">27958 16949 224 0,'0'0'0'0,"0"0"0"0,0 0 0 0,-10 2 220 0,6 0 0 0,0 2 0 0,0 1 1 0,-8 5-1 16,4 0 0-16,-3 4 0 0,3 5 1 0,-6 3-164 15,2 5 1-15,0 4 0 0,-5 8 0 0,5 6-1 16,-2 4 1-16,2 2-1 0,1 3 1 0,3-1-32 0,4-4 0 15,4 3 0-15,4-7 1 0,0-4-1 0,7-2 0 16,1-4 0-16,2-7 1 0,-14-28-27 0,0 0-1993 16</inkml:trace>
  <inkml:trace contextRef="#ctx0" brushRef="#br0" timeOffset="65623.42">28345 17023 132 0,'0'0'0'0,"0"0"0"0,0 0 0 0,0 0 149 0,0 0 1 0,0 0-1 0,0 0 1 0,0 0-1 0,0 0 1 15,0 0-1-15,0 0 1 0,0 0-110 0,0 0 0 16,-6 14 0-16,2-1 0 0,0 3 0 0,0 3 0 16,0 5 0-16,-7 5 0 0,1 4-14 0,-4 10 0 15,0-2 0-15,0 4 1 0,-1-2-1 0,3 0 0 0,-2-4 0 16,4 0 0-16,-1-2-16 0,1-6 0 0,2-3 0 15,0-3 0-15,4-4-1 0,-2-5 1 0</inkml:trace>
  <inkml:trace contextRef="#ctx0" brushRef="#br0" timeOffset="66424.31">28451 17333 12 0,'0'0'0'0,"0"0"0"0,0 0 0 0,0 0 145 0,0 0 0 0,0 0 0 0,0 0 1 15,-2-8-1-15,4 6 0 0,-4-3 0 16,2-1 1-16,0 2-115 0,0-2 1 0,2 2-1 0,-2-4 1 16,0 2-1-16,2-1 1 0,-2 1-1 0,2 2 1 15,-2 4 8-15,2-6 0 0,0 4 0 0,-2 0 1 16,0 4-1-16,0 2 0 0,0 0 0 0,2 2 1 0,-4 5-18 16,0 3 1-16,0 0-1 0,-2 3 1 0,0-1-1 15,0 5 0-15,0-1 0 0,-4 3 1 0,-1-3-29 16,1 3 1-16,0-1 0 0,-2 1 0 0,2-5-1 15,2-1 1-15,0-1 0 0,1-4 0 0,1-1 13 16,2-3 1-16,0-4 0 0,0 2 0 0,2-6-1 16,0 2 1-16,0-4-1 0,2-4 1 0,0 0 3 0,4-2 0 15,-1-5 0-15,3 1 0 0,2 0 0 0,2-9 0 16,0 5 0-16,3-5 0 0,-1 1 3 0,2-1 1 16,0 5-1-16,1-5 1 0,-3 5-1 0,2 2 0 15,0 3 0-15,-1-1 1 0,-3 4 1 0,-2 4 1 16,0 2-1-16,-2 2 1 0,1 2-1 0,-3 2 0 15,0 2 0-15,0 4 1 0,-2 0-2 0,0 1 1 16,-2 3-1-16,0 0 1 0,0 1-1 0,-2-3 0 16,-2 5 0-16,0-1 1 0,0-2-4 0,-4 1 0 15,2 1 0-15,0-6 1 0,-2 3-1 0,0-1 0 0,-1-2 0 16,1 0 0-16,6-10-14 0,0 0-1959 0</inkml:trace>
  <inkml:trace contextRef="#ctx0" brushRef="#br0" timeOffset="67256.9">28982 17103 160 0,'0'0'0'0,"0"0"0"0,0 0 0 0,-6 10 206 0,0-6 0 0,2 3 0 16,-2 3 1-16,-2 2-1 0,-1 0 0 0,-1 5 0 15,2 5 1-15,-2 1-178 0,0 4 1 0,0 1-1 16,-3 7 1-16,1-2-1 0,2 4 0 0,2-2 0 15,2-2 1-15,4-5-17 0,2 1 1 0,2-6-1 16,4-1 1-16,2-3-1 0,0-3 1 0</inkml:trace>
  <inkml:trace contextRef="#ctx0" brushRef="#br0" timeOffset="67771.75">29049 17398 276 0,'0'0'0'0,"0"0"0"0,0 0 0 0,0 0 102 0,0 0 0 15,0 0 0-15,0 0 1 0,8-8-1 0,-2 6 0 16,-1 0 0-16,1-4 0 0,2 0-70 0,2 0 0 15,4-3 0-15,0 1 1 0,1-2-1 0,3 0 0 16,0-3 0-16,3 1 1 0,-1 0-4 0,-4 2 0 16,3-1 0-16,-7 5 0 0,2-4-1 0,-2 2 1 0,-6 6 0 15,1 0 0-15,-5 0 5 0,0 2 0 0,0 2 0 16,-4 0 1-16,0 0-1 0,-3 2 0 0,1 0 0 16,-2 6 0-16,-2-2-50 0,0 5 0 0,-2 3 0 15,-2-2 1-15,-1 3-1 0,1-3 0 0,-2 5 0 16,2 1 1-16,-2 1 36 0,3-5 0 0,3 5 0 15,0-3 1-15,4 0-1 0,0 1 0 0,4-9 0 16,0 3 0-16,2-3-1 0,2-4 1 0,0-2 0 16,2 0 0-16,0-4-1 0,0-2 1 0,5 0 0 15,-1-4 0-15,4 0-4 0,0-5 0 0,0 1 0 0,1 0 0 16,-1-6 0-16,0 1 0 0,0 1 0 0,-1 2 0 16,-1-3-3-16,-4 7 0 0,0 0 0 0,-2-2 1 15,0 3-1-15,-2 3 0 0,-1 2 0 0,-1 0 0 16,-2 0-10-16,0 2 1 0,0 0-1 0,-2 4 1 15,2 2-1-15,-5 5 0 0,1-3 0 0,0 0 1 0,0 6-3 16,0 3 0-16,-2-1 0 0,2 3 0 0,0-3-1 16,0 0 1-16</inkml:trace>
  <inkml:trace contextRef="#ctx0" brushRef="#br0" timeOffset="68059.02">29648 17017 276 0,'0'0'0'0,"0"0"0"0,0 0 0 0,0 0 136 0,0 0 0 0,0 0 0 15,0 0 0-15,0 0-1 0,0 0 1 0,0 0 0 16,0 10 0-16,2-2-101 0,2 3 0 0,2 3 0 15,0 0 1-15,0 7-1 0,2 1 0 0,-2 3 0 16,-2 2 0-16,0 6-7 0,-2 1 1 0,-4 1-1 16,-2 0 1-16,0 0-1 0,-6 0 1 0,0 2-1 0,-4-11 1 15,-3 5-5-15,1 0 1 0,0-8 0 0,-3-1 0 16,3 1-1-16,4-7 1 0,-6-2-1 0,5-3 1 16,13-11-25-16,0 0-1552 0</inkml:trace>
  <inkml:trace contextRef="#ctx0" brushRef="#br0" timeOffset="71288.1">30075 17359 196 0,'0'0'0'0,"0"0"0"0,0 0 0 0,0 0 178 0,0 0 0 0,0 0 0 0,0 0 1 0,2-8-1 16,4 4 0-16,4 2 0 0,-6 0 1 0,7 0-133 15,1 0 1-15,0 0-1 0,2 0 1 0,3 2-1 0,1 0 0 16,2 0 0-16,1 0 1 0,-3 0-19 0,6 0 0 16,1-2 0-16,1 2 1 0,1-2-1 0,-5 2 0 15,-2-2 0-15,1 4 0 0,-21-2-28 0,0 0-1664 0</inkml:trace>
  <inkml:trace contextRef="#ctx0" brushRef="#br0" timeOffset="71638.23">30850 17009 252 0,'0'0'0'0,"0"0"0"0,0 0 0 15,7-8 153-15,-5 5 1 0,2-1 0 0,-2 2 0 16,0 0-1-16,2 2 1 0,-2 0-1 0,0 2 1 16,0 2-85-16,-2 1 0 0,0 1 0 0,-4 2 0 0,2 4 0 15,-2 5 0-15,0 3 0 0,-5-1 0 0,1 9-25 16,-2 7 1-16,0 2-1 0,-4 4 1 0,2 2-1 15,-3-2 1-15,5 0-1 0,0 0 1 0,0-6-17 0,2 0 1 16,-1 0 0-16,5-9 0 0,-6 15-29 0,10-41-1878 16</inkml:trace>
  <inkml:trace contextRef="#ctx0" brushRef="#br0" timeOffset="71970.61">30954 17386 172 0,'0'0'0'0,"0"0"0"16,0 0 0-16,0 0 216 0,-2 8 1 0,2-4-1 15,0 5 1-15,-2-1-1 0,2 0 1 0,-2 2-1 16,0 1 1-16,0 1-160 0,0 0 0 0,0-2 0 16,0 1 0-16,2 1-1 0,-2-8 1 0,0 2 0 15,2-4 0-15,2 2-29 0,-2-2 0 0,2-2 0 16,2-2 0-16,2 0 0 0,-2-2 0 0,4-4 0 0,0 0 0 15,3 0-19-15,1-5 0 0,0 3 0 0,2-2 0 16,-1-1-1-16,3 1 1 0,2 4 0 0,0-2 0 16,1 1-4-16,-3 1 0 0,0 2 0 0,-1 6 1 15,-3-4-1-15,0 8 0 0,-2-4 0 0,-2 4 1 16,0 4-14-16,-3 3 1 0,-1-1-1 0,0 0 1 16,-4 5-1-16,2-3 1 0,-2 4-1 0,-2-1 1 0,2-1 1 15,-4-2 1-15,2 3-1 0,-3-3 1 0,5-12 5 16,0 0-1961-16</inkml:trace>
  <inkml:trace contextRef="#ctx0" brushRef="#br0" timeOffset="72205.68">31636 17060 508 0,'0'0'0'15,"-6"8"0"-15,2-6 0 0,0 4 148 0,-4 5 0 16,0-1 0-16,-3 2 0 0,1 5 0 0,0-1 0 0,0 5 0 16,-2 1 0-16,3 7-97 0,-1 4 1 0,0 1-1 15,2 1 1-15,4-2-1 0,0 4 0 0,6-8 0 16,0 0 1-16,6-5-15 0,4 1 0 0,2-5 0 16,-1-1 1-16,3-3-1 0,2-6 0 0,-1 1 0 0,-1-5 1 15,-16-6-38-15,0 0-1801 0</inkml:trace>
  <inkml:trace contextRef="#ctx0" brushRef="#br0" timeOffset="72471.64">32080 17056 572 0,'0'0'0'0,"0"0"0"0,0 0 0 0,-6-4 152 0,6 2 0 16,-2 2 0-16,2 0 0 0,-2 0-1 16,2 2 1-16,-2 2 0 0,2 4 0 0,-3-2-93 0,1 7 1 15,0 1-1-15,-2 4 1 0,2 5-1 0,-2-1 1 16,0 7-1-16,2 0 1 0,0 0-20 0,2-3 1 16,0 1-1-16,0 0 1 0,0-7-1 0,2 1 0 15,-4-3 0-15,2-1 1 0,-2-3-21 0,2-6 1 16</inkml:trace>
  <inkml:trace contextRef="#ctx0" brushRef="#br0" timeOffset="72754.45">31744 17452 436 0,'0'0'0'0,"0"0"0"15,-8 10 0-15,6-6 185 0,0 4 0 0,0-2 0 16,4 5 0-16,0-1 0 0,0-4 0 0,6 0 0 15,0 0 0-15,4 3-130 0,2-3 1 0,1-2 0 16,1 2 0-16,-2-2-1 0,3-2 1 0,-1-4 0 0,-2 0 0 16,0 0-20-16,-1-4 1 0,-5 0 0 0,0-2 0 15,2-1-1-15,-2 3 1 0,-2-2-1 0,0-2 1 16,-2-3-19-16,0 1 0 0,3 0 0 0,-3-3 1 16,0 3-1-16,2 0 0 0,-2 0 0 0,0 1 0 0,-2 1-18 15,0 2 1-15,0 0-1 0,0 1 1 0,-2 3-1 16,-2-2 1-16,0 4-1 0,-2-2 1 0,0 2-1 15,0-2 0-15,-4 2 0 0,2 2 1 0,-3-4-1 16,5 2 0-16,-4 0 0 0,0 2 0 0,8 0 0 0,0 0-2104 16</inkml:trace>
  <inkml:trace contextRef="#ctx0" brushRef="#br0" timeOffset="73088.59">32241 17025 120 0,'0'0'0'0,"0"0"0"15,0 0 0-15,0-12 212 0,0 8 1 0,2 2 0 16,0-2 0-16,2-1-1 0,0 1 1 0,-2 2-1 15,2 0 1-15,0 0-182 0,2 2 0 0,-2 0 0 0,0 4 1 16,0 0-1-16,2 7 0 0,0-3 0 0,-2 4 1 16,1 5-5-16,-3 3 1 0,0 1-1 0,0 7 1 15,0 5-1-15,0 2 0 0,-4 4 0 0,-2 0 1 16,0 0-7-16,-5-2 0 0,1-2 0 0,-2 0 0 16,0-5-1-16,-2-1 1 0,0 0 0 0,-1-5 0 15,-1-1-21-15,0-3 0 0,0-3 0 0,-1-5 0 0,15-12 0 16,0 0-1843-16</inkml:trace>
  <inkml:trace contextRef="#ctx0" brushRef="#br0" timeOffset="73554.28">32505 16834 200 0,'0'0'0'0,"0"0"0"0,0 0 0 0,0 0 202 0,-6-10 1 0,4 6 0 0,0-2 0 16,0 2-1-16,2 0 1 0,0 2-1 0,0-2 1 16,0 1-150-16,0 3 1 0,2 0-1 0,2 3 1 15,2 1-1-15,0-2 0 0,0 4 0 0,2 4 1 16,1 0-16-16,1 7 0 0,0-1 0 0,0 7 0 15,2-1-1-15,-2 9 1 0,1 4 0 0,-1 4 0 0,-4 2-18 16,0 0 1-16,-4 4 0 0,-2-4 0 0,-4 0-1 16,-2-2 1-16,-2-4 0 0,-4 2 0 0,-3-4-23 15,-1 2 1-15,-4-7-1 0,-3 3 1 0,1-2-1 16,2-9 1-16,-3 3 0 0,-1-5 0 0,24-18 1 0,0 0-2030 16</inkml:trace>
  <inkml:trace contextRef="#ctx0" brushRef="#br0" timeOffset="74721.73">32729 16525 116 0,'0'0'0'0,"0"0"0"0,0 0 0 0,0 0 211 0,0 0 1 15,0 0 0-15,0 0 0 0,0 0-1 0,8-9 1 16,-6 7 0-16,2 0 0 0,2-4-193 0,0 2 0 0,1 0 0 16,1 2 1-16,2-2-1 0,0 0 0 0,2 2 0 15,0 0 0-15,1 0-4 0,-1 2 1 0,0-5 0 16,0 5 0-16,-2 0-1 0,1 5 1 0,-1-3 0 15,-2 2 0-15,0 0-11 0,-2 4 1 0,0 0-1 16,-2 3 1-16,-2-1-1 0,0 0 0 0,0 0 0 16,-2 5 1-16,-4-1-7 0,2 0 1 0,-2 3 0 15,-2-3 0-15,-2 0 0 0,-2 1 0 0,0-3 0 0,0 2 0 16,-1-1-1-16,-1-1 1 0,-2 0-1 16,-2-5 1-16,1 1-1 0,1-2 1 0,0-2 0 0,0 2 0 15,-1-4 0-15,3-2 0 0,4 0 0 0,-2 0 1 16,2-2-1-16,2 2 0 0,2-4 0 0,2 2 1 15,2-2-1-15,2 0 1 0,2 2-1 0,0-2 1 0,0 2-1 16,4-2 0-16,0 1 0 0,-2 3 1 0,4-2 9 16,3 2 0-16,-1 2 0 0,0-2 1 15,0 3-1-15,2 1 0 0,1 0 0 0,-1 0 1 0,0 2 3 16,2 2 0-16,-1 0 0 0,1 1 0 0,-2 1-1 16,0-2 1-16,1 0 0 0,-1 3 0 0,-2-5 0 0,-2 0 1 15,1 2-1-15,-1-2 1 0,-2 0-1 0,0 0 0 16</inkml:trace>
</inkml:ink>
</file>

<file path=ppt/ink/ink5.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5:07:53.230"/>
    </inkml:context>
    <inkml:brush xml:id="br0">
      <inkml:brushProperty name="width" value="0.05292" units="cm"/>
      <inkml:brushProperty name="height" value="0.05292" units="cm"/>
      <inkml:brushProperty name="color" value="#FF0000"/>
    </inkml:brush>
  </inkml:definitions>
  <inkml:trace contextRef="#ctx0" brushRef="#br0">9151 7878 440 0,'0'0'0'0,"0"0"0"0,0 0 0 0,0 0 158 0,0 0 0 0,0 0 0 0,0 0 0 0,0 12 0 16,0-8 0-16,0 0 0 0,0 0 0 0,0 2-69 16,0 2 1-16,4 5 0 0,0-3 0 0,-4 2-1 15,4 5 1-15,0 1 0 0,2-3 0 0,-2 3-25 16,0 3 0-16,0 1 0 0,0-1 0 0,-4 1 0 15,4 5 0-15,-4-5 0 0,4-3 0 0,-2 3-19 0,2-1 0 16,-2-3 0-16,5-1 0 0,-3 1-1 0,0-5 1 16,0 1 0-16,4-2 0 0,-4-6-55 0,2 3 1 15,2-5 0-15,0 0 0 0,1 0-1 0,-1-4 1 16,-2 0 0-16,6-4 0 0,-4 0 27 0,0 0 1 16,2-7-1-16,-1 3 1 0,3-6-1 0,-4-3 1 15,4-1-1-15,-2 1 1 0,3-9-13 0,-1 3 0 16,2-3 0-16,-2-1 1 0,-2 0-1 0,3 1 0 0,-1 5 0 15,-4-1 0-15,2-1 5 0,2 5 1 0,-4 5 0 16,-3 1 0-16,1 0-1 0,0 5 1 0,-2-1-1 16,-2 0 1-16,2 4 0 0,-4 0 0 0</inkml:trace>
  <inkml:trace contextRef="#ctx0" brushRef="#br0" timeOffset="534.94">9769 7629 500 0,'0'0'0'0,"0"0"0"0,0 0 0 0,0 0 234 0,0 0 1 0,-4-10-1 0,4 6 1 0,0-2-1 0,4 0 0 16,0 2 0-16,-2-7 1 0,4 3-182 0,1 0 0 0,1 0 0 15,4-1 1-15,0 3-1 0,2 2 0 0,3-4 0 16,-3 4 1-16,2 4-20 0,0 4 1 0,-1 0-1 16,1 0 1-16,-6 2-1 0,2 7 0 0,-3-1 0 15,-1 2 1-15,-2 3-20 0,-2-5 1 0,-4 2-1 16,0 3 1-16,-2 1-1 0,-2 1 1 0,0-5-1 16,-4 3 1-16,-1-5-16 0,-3 2 1 0,2 1 0 15,-2-3 0-15,4 0-1 0,-5-6 1 0,3 0 0 16,2 1 0-16,0-7-3 0,4 4 0 0,-2-4 0 0,2 0 1 15,4-4-1-15,0 4 1 0,0-4-1 0,2 1 1 16,2 1 0-16,4 0 1 0,0 0 0 0,0 2 0 16,4 0 0-16,3 4 0 0,-3 1 0 0,2 3 0 15,2-4 0-15,3 2 0 0,-3 2 0 0,0 0 0 16,3 1 0-16,1-1 0 0,-2-2 0 0,-1 2 0 16,1-4 3-16,2-4 0 0</inkml:trace>
  <inkml:trace contextRef="#ctx0" brushRef="#br0" timeOffset="1050.88">10500 7925 620 0,'0'0'0'0,"0"0"0"0,0 0 0 0,0 0 188 0,0 0 1 0,0 0-1 0,0 0 1 0,12 0-1 15,-6 0 1-15,6 0-1 0,1 0 1 0,-3 0-116 0,6-4 0 16,2 4 0-16,3-5 1 0,-21 5-74 0,0 0-1816 16</inkml:trace>
  <inkml:trace contextRef="#ctx0" brushRef="#br0" timeOffset="1219.12">10585 8103 736 0,'0'0'0'0,"0"0"0"16,0 0 0-16,0 0 182 0,0 0 1 0,2 8 0 15,0-8 0-15,5 0-1 0,1 0 1 0,4-2 0 16,0 0 0-16,6 0-119 0,-3 0 1 0,5 0 0 15,2-2 0-15,3 0-1 0,1-2 1 0,-3 2 0 16,1 0 0-16,-24 4-65 0,0 0-2037 0</inkml:trace>
  <inkml:trace contextRef="#ctx0" brushRef="#br0" timeOffset="3484.28">11802 7646 332 0,'0'0'0'0,"0"0"0"0,0 0 0 0,0 0 217 0,0 0 0 16,0 0 0-16,0 0 1 0,0 0-1 0,0 0 0 15,0 0 0-15,0 0 0 0,0 0-166 0,0 0 0 0,0 0 0 16,9 10 0-16,-5-6-1 0,-4 4 1 0,4 3 0 16,-2 1 0-16,0 2-17 0,0 3 1 0,0 1 0 15,-2 3 0-15,0 1-1 0,0 5 1 0,0-5 0 16,-2 1 0-16,0 2-18 0,-2-3 1 0,0 5-1 15,0-5 1-15,0 1-1 0,-1-7 0 0,1 3 0 16,4-1 1-16,-4 1-19 0,0-3 1 0</inkml:trace>
  <inkml:trace contextRef="#ctx0" brushRef="#br0" timeOffset="3733.17">11515 8163 999 0,'0'0'0'0,"0"0"0"0,0 0 0 0,0 0 249 15,13 2 1-15,-9-2 0 0,8 2 0 0,-2-2-191 0,6 0 1 16,3 0-1-16,9 0 1 0,3 0-1 0,7-2 0 15,5 0 0-15,0 2 1 0,4 0-17 0,2 0 0 16,-3 0 0-16,-3 0 0 0,16 0-43 0,-59 0-1984 16</inkml:trace>
  <inkml:trace contextRef="#ctx0" brushRef="#br0" timeOffset="4367.09">11701 8411 176 0,'0'0'0'0,"0"0"0"0,0 0 0 15,0 0 232-15,0 0 0 0,0 0 0 0,0 0 1 16,0 0-1-16,0 0 0 0,0 0 0 0,0 0 0 15,0 0-170-15,0 0 0 0,0 0 0 0,0 0 0 16,-6-4-1-16,2 12 1 0,-1-4 0 0,1 4 0 16,-4 0-14-16,2 3 0 0,0 1 0 0,0-2 1 0,2 3-1 15,-4-1 0-15,4 2 0 0,-7-6 0 0,5 7-12 16,0-5 0-16,2 0 0 0,0 1 1 0,0-1-1 16,0 0 0-16,-2 0 0 0,4-2 1 0,0-3-47 15,0 1 0-15,2 2 0 0,0-4 1 0,0 0-1 16,2-2 1-16,2 2-1 0,2-2 1 0,-2 0 23 0,0 0 1 15,4 0-1-15,-4 3 1 0,4-5-1 0,3 0 1 16,1 0-1-16,0 4 1 0,2-4-4 0,-1 0 0 16,1 0 0-16,-2 0 0 0,4 0-1 0,-1-4 1 15,1 4 0-15,-4-7 0 0,6 1-3 0,-5 0 1 16,1 2 0-16,-2-6 0 0,0 4-1 0,-2-1 1 16,3-1 0-16,-5 0 0 0,0 2 0 0,-4-2 1 0,2 0-1 15,0-1 1-15,0 1-1 0,-2 2 1 0,-4-2-1 16,4 0 1-16,-4 1 1 0,4 3 1 0,-4 0-1 15,0 0 1-15,0 4-1 0,0-4 1 0,0 4-1 16,0 0 1-16,0 0-2 0,0 0 1 0,0 0-1 16,0 0 1-16,0 4-1 0,-4 0 1 0,4 2-1 15,-4 0 1-15,0 9-2 0,0-5 0 0,0 7 0 16,0 1 1-16,0 2-1 0,2 3 0 0,-2 4 0 0,0-5 0 16,0 3-5-16,0 2 1 0,0-1-1 15,0 1 1-15,1-5-1 0,-1 5 1 0,2-4-1 0,0-7 1 16,2-2-4-16,0 1 1 0,-4-3 0 0,4 0 0 15,0-3-1-15,0-3 1 0,0 2-1 0,0-4 1 16,0 0 0-16,0-2 0 0,0 0 0 0,0-2 1 16,0 0-1-16,0 0 0 0</inkml:trace>
  <inkml:trace contextRef="#ctx0" brushRef="#br0" timeOffset="4950.22">12405 8013 492 0,'0'0'0'0,"0"0"0"0,0 0 0 0,0 0 250 0,0 0 0 0,0 0 0 0,0 0 0 0,0 0 0 0,-8 0 0 16,8 4 0-16,0-2 0 0,-2 4-179 0,2 4 0 16,0 1 0-16,0 5 1 0,0-2-1 0,0 11 0 15,2 6 0-15,0 2 0 0,2 6-26 0,2 4 1 16,-2 0 0-16,4 2 0 0,-4-4-1 0,2 2 1 16,0-8-1-16,1 2 1 0,1-4-28 0,-4-1 1 15,4-1-1-15,-2-6 1 0,2-1-1 0,4-3 1 16,-3-7-1-16,1-1 1 0,-10-13-19 0,0 0-2681 0</inkml:trace>
  <inkml:trace contextRef="#ctx0" brushRef="#br0" timeOffset="6183.77">12855 7960 44 0,'0'0'0'0,"0"0"0"0,0 0 0 0,0 0 268 0,0 0 0 15,-8-9 0-15,8 9 0 0,0 0-1 0,-5 0 1 0,5 0 0 16,-4 4 0-16,4 1-217 0,0 3 0 0,-4 2 0 16,4 2 1-16,0 7-1 0,-4 7 0 0,4 1 0 15,0 8 0-15,0 2-15 0,0 6 0 0,0 4 0 16,0-2 0-16,0 0 0 0,0-2 0 0,4-4 0 16,-4-4 0-16,4-2-28 0,-4-2 0 0,0-7 0 15,4-1 0-15,-4-23-8 0,0 0-2187 0</inkml:trace>
  <inkml:trace contextRef="#ctx0" brushRef="#br0" timeOffset="6538.83">13070 8249 560 0,'0'0'0'0,"0"0"0"0,0 0 0 0,0 0 169 16,0 0 1-16,0 0-1 0,9 8 1 0,-9 0-1 15,4 0 1-15,-4-1-1 0,2 5 1 0,0 0-107 16,2 2 0-16,-2 3 0 0,0-5 1 0,0 7-1 16,2-1 0-16,-4 1 0 0,4 1 0 0,-4-8-13 0,0 7 0 15,0-7 0-15,0 3 0 0,0-7 0 0,0 2 0 16,0-2 0-16,0-4 0 0,0-2-16 0,0-2 1 16,4 0 0-16,-4-2 0 0,4-6-1 0,4 0 1 15,-4-4 0-15,5 1 0 0,1-7-43 0,2 1 0 16,-4 3 0-16,6-4 1 0,-2 1-1 0,-1 3 1 15,1 2-1-15,4-3 1 0,-6 7 20 0,3 4 0 16,-1 0 0-16,0 0 1 0,0 4-1 0,-2 0 0 0,3 4 0 16,-3 0 1-16,-2 2-4 0,0 6 1 0,0-3 0 15,0 3 0-15,-4 6-1 0,2-3 1 0,-1 1-1 16,-1-2 1-16,-4 3-2 0,4-3 0 0,0 1 0 16,-4 1 0-16,0-16-9 0,0 0-2449 0</inkml:trace>
  <inkml:trace contextRef="#ctx0" brushRef="#br0" timeOffset="7134.27">13787 7947 444 0,'0'0'0'0,"0"0"0"0,0 0 0 0,0 0 215 0,0 0 0 0,0 0 0 0,0 0 0 0,-8 4-1 16,6 0 1-16,0 3 0 0,2 5 0 0,-4 0-153 15,-1 7 0-15,1-1 0 0,0 9 1 0,-2 2-1 16,2 7 0-16,0 7 0 0,2-4 1 0,0 7-24 16,0-3 1-16,2 2 0 0,0-8 0 0,4 0-1 15,0-5 1-15</inkml:trace>
  <inkml:trace contextRef="#ctx0" brushRef="#br0" timeOffset="7667.08">13956 8296 332 0,'0'0'0'0,"0"0"0"15,0 0 0-15,0 0 202 0,0 0 1 0,0 0-1 16,0 0 1-16,0 0-1 0,0 0 0 0,0 0 0 15,0 0 1-15,0 0-157 0,0 0 1 0,12-6-1 16,-8 0 1-16,4-1-1 0,6 3 0 0,-1-4 0 0,-3 0 1 16,6 2-21-16,-4 2 0 0,1 0 0 0,1-1 1 15,-2 1-1-15,-6 2 0 0,2 0 0 0,0 0 1 16,-4 2-15-16,5 0 0 0,-5 2 0 0,-2 0 1 16,0 4-1-16,0-1 0 0,0-1 0 0,-2-2 0 15,0 2-11-15,-2 4 0 0,0 0 0 0,-2 5 0 0,0 1-1 16,-5-2 1-16,5 3 0 0,-4-1 0 15,2 2-2-15,0-1 1 0,4 1-1 0,-2 1 1 0,4-3-1 16,-4-2 1-16,4 3 0 0,0-7 0 0,4-2 0 16,0 0 0-16,-2-2 0 0,4 2 1 0,2-6-1 15,2 0 0-15,3 0 0 0,-3-4 1 0,2 0-1 0,0-2 0 16,0-2 0-16,3 0 1 0,-3-5-1 0,-2 3 0 16,2-2 0-16,-4-3 1 0,1 1 4 0,-3 2 1 15,0-5 0-15,0 7 0 0,-2-2-1 0,0-1 1 16,0 3 0-16,0 2 0 0,-4 0 1 0,4 2 0 15,0 4 0-15,-4-1 1 0,2 3-1 0,0 3 0 16,2-1 0-16,-1 4 1 0,1 2-6 0,0 4 0 16,0 3 0-16,0-3 1 0,-4-4-1 0,4 6 0 0,0 1 0 15,0 1 0-15,-4-3-1 0,4 1 0 16,-2-2 0-16,0-2 1 0,0 3-1 0,0-1 0 0,0 2 0 16,2-7 0-16,-4 1-2 0,4 0 0 0</inkml:trace>
  <inkml:trace contextRef="#ctx0" brushRef="#br0" timeOffset="7902.89">14475 8009 120 0,'0'0'0'0,"0"0"0"0,0 0 0 0,0 8 192 0,2-4 0 0,0 0 0 0,0 2 1 0,0 3-1 0,0 1 0 0,6 2 0 0,-4 0 0 0,4 7-141 15,-2-3 1-15,3 7 0 0,-1 3 0 0,4 5-1 16,-6 0 1-16,0 4 0 0,0 2 0 0,-2 6-15 16,0-8 0-16,-4 6 0 0,0-6 0 0,-4 0 0 15,0-5 0-15,-2-3 0 0,0-4 0 0,0-3-20 0,-2-2 0 16</inkml:trace>
  <inkml:trace contextRef="#ctx0" brushRef="#br0" timeOffset="8685.74">15085 8366 420 0,'0'0'0'0,"0"0"0"0,0 0 0 0,0 0 157 0,0 0 1 0,0 0 0 0,0 0 0 0,0 0-1 15,0 0 1-15,0 0-1 0,8-9 1 0,-1 9-79 0,1 0 0 16,0 0 0-16,2 0 0 0,2 0-1 0,0 0 1 16,1 0 0-16,-3 0 0 0,6 0-38 0,-4 0 1 15,1 0-1-15,1 0 1 0,-14 0-42 0,0 0-1859 16</inkml:trace>
  <inkml:trace contextRef="#ctx0" brushRef="#br0" timeOffset="9483.12">15619 7921 400 0,'0'0'0'0,"0"0"0"0,0 0 0 0,0-13 158 0,4 7 1 0,-4 2 0 0,0 0 0 0,2-4-1 16,0 2 1-16,2-1-1 0,0 1 1 0,0 2-94 15,2 4 0-15,-2 0 0 0,4 0 1 0,-4 4-1 16,0 4 0-16,2 7 0 0,-3-5 1 0,1 11-11 16,2-3 0-16,-2 5 0 0,0 1 0 0,0 9-1 15,-4 4 1-15,4 4 0 0,-4 0 0 0,0 2-18 0,0 0 0 16,0-2 0-16,0 2 0 0,0-8 0 0,0 2 0 15,2-6 0-15,-2-7 0 0,0 1-45 0,2-4 1 16,-2-9 0-16,0 2 0 0,0-14 7 0,0 0-2173 16</inkml:trace>
  <inkml:trace contextRef="#ctx0" brushRef="#br0" timeOffset="9834.15">15881 8169 508 0,'0'0'0'0,"0"0"0"15,0 0 0-15,0 12 215 0,4-8 1 0,-4 4 0 16,4 3 0-16,-4 1-1 0,4 2 1 0,-2 3-1 16,2-5 1-16,-2 6-149 0,3-3 0 0,-3 1 0 0,0 3 1 15,0-7-1-15,2 2 0 0,-4 1 0 0,0-3 0 16,0 0-24-16,4-3 0 0,-4-3 0 0,4-2 1 15,-4-4-1-15,4-4 0 0,-4-2 0 0,4-1 0 16,0-3-28-16,0-2 1 0,2-3-1 0,2-1 1 16,-4 2-1-16,5-5 0 0,-5 1 0 0,2 1 1 15,0 3-17-15,0 2 1 0,2-1-1 0,-4 3 1 0,4 2-1 16,-2 0 1-16,3 2-1 0,-1 1 1 0,0 5-1 16,0 0 0-16,0 5 0 0,0 1 1 0,-2 2-1 15,3 0 0-15,-5 6 0 0,2-1 1 0,0 5-4 0,0 1 1 16,-2 1-1-16,0 3 1 0,-4-7-1 15,4 5 1-15</inkml:trace>
  <inkml:trace contextRef="#ctx0" brushRef="#br0" timeOffset="10066.84">16406 7875 524 0,'0'0'0'0,"0"0"0"16,0 0 0-16,-10 0 193 0,6 3 0 0,0-1 0 16,0 4 1-16,-4 2-1 0,2-2 0 0,1 6 0 15,-1 5 0-15,2 1-131 0,2 5 1 0,-2 1 0 16,0 9 0-16,4 6-1 0,-4 0 1 0,4 6 0 16,4-4 0-16,-4 2-22 0,8-4 1 0,-4 0-1 15,7-6 1-15,1-2-1 0,2-2 1 0,6-7-1 0,-3-3 1 16,1-3-29-16,2-2 0 0</inkml:trace>
  <inkml:trace contextRef="#ctx0" brushRef="#br0" timeOffset="10368.83">16968 7820 212 0,'0'0'0'16,"0"0"0"-16,0 0 0 0,0 0 216 0,0 0 0 16,0 0 0-16,0 0 0 0,0 0-1 0,0 0 1 0,2 8 0 15,0 0 0-15,0 5-153 0,2 5 1 0,0 1 0 16,0-1 0-16,0 7-1 0,4 6 1 0,-3 1 0 15,-1 7 0-15,0 0-21 0,0-4 0 0,0 4 0 16,0-2 1-16,0-2-1 0,2 0 0 0,-2-6 0 16,4-1 0-16,-8-28-43 0,0 0-2096 0</inkml:trace>
  <inkml:trace contextRef="#ctx0" brushRef="#br0" timeOffset="10616.18">16870 8230 348 0,'0'0'0'0,"0"0"0"0,0 0 0 16,-6 2 222-16,2 4 1 0,0-1-1 0,0-1 1 16,0 0-1-16,0 4 1 0,0 2-1 0,4-2 1 15,0 3-155-15,0 1 1 0,4-4 0 0,4 2 0 16,0 3-1-16,2-7 1 0,7 0 0 0,-5 0 0 0,6 2-23 16,-2-3 1-16,3-1-1 0,-1-4 1 0,2 0-1 15,-3-4 0-15,-1-1 0 0,-2 1 1 0,-2-2-27 16,-1-2 1-16,-5 4-1 0,0-8 1 0,-6-1-1 15,-4 3 1-15,0-4-1 0,-3 1 1 0,-1 1-25 0,-4 2 1 16,0 2 0-16,-2-3 0 0,1 5 0 0,-3 2 0 16</inkml:trace>
  <inkml:trace contextRef="#ctx0" brushRef="#br0" timeOffset="10932.7">17220 7744 280 0,'0'0'0'0,"0"0"0"0,0 0 0 15,0 0 213-15,0 0 0 0,0 0 0 0,0 0 1 16,0 0-1-16,15 10 0 0,-11-1 0 0,4 3 1 16,2 4-151-16,2 3 1 0,0 3-1 0,5 9 1 15,1 4-1-15,-2 6 1 0,3 6-1 0,-9-2 1 16,2 3-22-16,-4 1 0 0,-4 0 0 0,0-2 1 0,-4-2-1 16,-4-2 0-16,0-2 0 0,-4-6 0 0,2 0-31 15,-2-12 1-15</inkml:trace>
  <inkml:trace contextRef="#ctx0" brushRef="#br0" timeOffset="11551.34">17552 7562 440 0,'0'0'0'0,"0"0"0"0,0 0 0 0,4 14 175 0,0-8 1 0,2 6 0 0,2 1 0 0,1 5-1 0,-3-1 1 0,4 9-1 16,0 3 1-16,2 6-118 0,0 8 1 0,3 4-1 16,-7 6 1-16,0 1-1 0,0 3 0 0,0-3 0 15,-2-1 1-15,-2-2-22 0,1-4 1 16,-5 5 0-16,-5-11 0 0,1 2-1 0,-2-4 1 0,-2-4 0 16,-4-5 0-16,12-30-38 0,0 0-1961 0</inkml:trace>
  <inkml:trace contextRef="#ctx0" brushRef="#br0" timeOffset="12267.16">17845 6989 344 0,'0'0'0'0,"0"0"0"0,0 0 0 0,0 0 183 0,0 0 0 0,8-10 0 0,-4 6 1 0,2 2-1 0,3-2 0 0,3 2 0 0,-4 2 1 0,4 0-140 16,2 0 0-16,-1 0 0 0,1 4 1 0,2 2-1 15,-4 2 0-15,1 1 0 0,1 3 0 0,-6 2-14 16,-2 1 0-16,0 5 0 0,-4-2 0 0,-4-1-1 16,-2 1 1-16,-2 1 0 0,0 1 0 0,-8 3-14 0,-1-5 1 15,1-3 0-15,-6 5 0 0,1-3-1 0,3 1 1 16,2-6 0-16,-4-1 0 0,3-1-18 0,5-4 1 16,-4 0 0-16,6-6 0 0,2 0-1 0,4-4 1 15,2 0 0-15,2-2 0 0,2 2 0 0,2 0 0 16,0 0 0-16,2-3 1 0,0 3-1 0,2 0 0 15,1 2 0-15,3 2 0 0,-4 0 0 0,2 0 0 16,0 2 0-16,-1 2 1 0,3 2-1 0,0 3 0 0,-4-5 0 16,3 0 0-16,3 2 0 0,-6 2 0 0,2 0 0 15,0-3 0-15,1 3 0 0,-3-2 0 0</inkml:trace>
  <inkml:trace contextRef="#ctx0" brushRef="#br0" timeOffset="32216.18">19547 8097 416 0,'0'0'0'0,"0"0"0"0,0 0 0 0,-9 0 125 0,5 0 1 15,2 0 0-15,0 0 0 0,0 0-1 0,2 0 1 16,0 0 0-16,0 0 0 0,4 0-32 0,2 0 0 16,3 4 0-16,1-4 0 0,2 2 0 0,4 2 0 0,3-2 0 15,1 0 0-15,2-2-32 0,3 0 1 0,5 0-1 16,1 0 1-16,3-2-1 0,-3-2 0 0,2 0 0 15,1 0 1-15,19 0-63 0,-53 4-2005 0</inkml:trace>
  <inkml:trace contextRef="#ctx0" brushRef="#br0" timeOffset="32634.04">19742 8286 436 0,'0'0'0'0,"0"0"0"0,0 0 0 0,-10 4 182 0,0-2 0 0,1 2 0 15,-1 0 1-15,0 0-1 0,0 0 0 0,2-2 0 16,0 0 0-16,4 0-111 0,0 0 0 0,4 0 0 15,0-2 1-15,0 5-1 0,6-5 0 0,0 0 0 16,2 0 1-16,6 0-21 0,-2 0 1 0,7 0-1 16,-1 0 1-16,6 0-1 0,-3 0 0 0,5-5 0 15,5 3 1-15,28-6-52 0,-59 8-2156 0</inkml:trace>
  <inkml:trace contextRef="#ctx0" brushRef="#br0" timeOffset="33050.86">20084 7957 240 0,'0'0'0'15,"0"0"0"-15,0 0 0 0,0 0 219 0,0 0 1 16,0 0 0-16,0 0 0 0,0 0-1 0,0 0 1 16,6-6 0-16,-2 6 0 0,0 0-146 0,2 4 0 15,0-4 0-15,3 5 1 0,-1 1-1 0,2 2 0 0,2 0 0 16,0-4 0-16,-2 9-25 0,3 1 0 0,-1-2 0 15,-4 7 0-15,2-1 0 0,-2-4 0 0,0 7 0 16,1 2 0-16,-5-1-21 0,-4 1 1 0,0 1-1 16,0 3 1-16,0-5-1 0,0 5 1 0,0-2-1 15,-4-1 1-15,4 1-31 0,-4-2 0 0,-1-1 0 16,1-1 0-16,0-3 0 0,2-4 0 0,-2 3 0 16,0-7 1-16,-2 2 7 0,4-3 0 0,-6-3 0 15,4 2 1-15,4-8-7 0,0 0-2416 0</inkml:trace>
  <inkml:trace contextRef="#ctx0" brushRef="#br0" timeOffset="33449.91">19378 7964 552 0,'0'0'0'15,"0"0"0"-15,0 0 0 0,0 0 138 0,0 0 0 16,0 0 0-16,0 0 0 0,6-9-34 0,-6 9 1 16,0-4 0-16,4 4 0 0,-4 0-1 0,0 0 1 15,0 4-1-15,0-2 1 0,0 5-37 0,0 3 0 16,-4-2 0-16,0 2 1 0,0 7-1 0,-2-3 0 0,-1 7 0 15,1-3 0-15,-2-1-22 0,-4 5 1 0,4 1 0 16,-2 3 0-16,2-5-1 0,-5 3 1 0,5 1-1 16,0-2 1-16,2-7-20 0,2 2 0 0,-4 1 0 15,4-3 1-15,2-1-1 0,2-3 0 0,0-4 0 16,4 2 1-16,2-1-34 0,-2-5 1 0,4 2 0 16,-2-2 0-16,2 0-1 0,4 0 1 0,-3 0 0 15,1 2 0-15,0 3 18 0,0 3 1 0,-2-4 0 16,0 2 0-16,-8-10-14 0,0 0-2318 0</inkml:trace>
  <inkml:trace contextRef="#ctx0" brushRef="#br0" timeOffset="35133.08">21480 8062 436 0,'0'0'0'0,"0"0"0"0,0 0 0 0,0 0 245 0,0 0 0 0,0 0 0 16,0 0 1-16,0 0-1 0,0 0 0 0,10 8 0 15,-6-4 1-15,-2 7-182 0,4 1 0 0,-1 4 0 16,1 3 1-16,0-1-1 0,0 3 0 0,0 3 0 15,4 1 1-15,-2 2-27 0,-2-5 1 0,3 5-1 16,-1-5 1-16,0-1-1 0,0 2 1 0,0-5-1 0,0-2 1 16,0-1-20-16,3-3 0 0,-7-8 0 0,2 2 0 15,2-4 0-15,-2-2 0 0,4 0 0 0,-2-4 0 16,-2 0-19-16,5-4 1 0,-1-6-1 0,2 1 1 16,0-3-1-16,0-3 1 0,3 1-1 0,-5 2 1 15,0-7-2-15,4 0 1 0,-4 1 0 0,3-1 0 16,-1-1-1-16,0 1 1 0,0 1 0 0,-2-1 0 0,3 3 0 15,-3-3 0-15,0 0 0 0,0 7 1 0,-2-2-1 16,-2 3 0-16,3 3 0 0,-3 4 0 0,0-3 4 16,-2 5 1-16,0 4-1 0,-4 2 1 0,4-4-1 15,-4 4 1-15</inkml:trace>
  <inkml:trace contextRef="#ctx0" brushRef="#br0" timeOffset="37887.07">22418 8113 256 0,'0'0'0'0,"0"0"0"0,0 0 0 0,0 0 101 0,0 0 1 0,0 0 0 0,0 0 0 0,0 0-1 16,0 0 1-16,0 0-1 0,0 0 1 0,8 0-10 0,1 0 0 15,-3-2 0-15,2 0 0 0,2 0-1 0,4 0 1 16,-4 0 0-16,5 0 0 0,1 2-32 0,0-4 1 16,5 4 0-16,-7-4 0 0,6 4-1 0,-3 0 1 15,5 0-1-15,-6 0 1 0,3 4-65 0,-1 0 1 16</inkml:trace>
  <inkml:trace contextRef="#ctx0" brushRef="#br0" timeOffset="38183.44">22477 8339 468 0,'0'0'0'0,"0"0"0"0,0 0 0 16,0 0 138-16,0 0 1 0,0 0-1 0,0 0 1 0,0 0-1 15,0 0 0-15,0 0 0 0,11 0 1 0,-5 0-71 16,4 0 1-16,-2 2 0 0,4 0 0 0,2-2-1 16,1 2 1-16,1 0-1 0,4 0 1 0,-3 2-38 15,5-4 0-15,-4 4 0 0,5-4 0 0,-23 0-31 16,0 0-1686-16</inkml:trace>
  <inkml:trace contextRef="#ctx0" brushRef="#br0" timeOffset="41450.36">23560 7798 184 0,'0'0'0'0,"0"0"0"0,0 0 0 0,0 0 66 0,0 0 1 16,2-9 0-16,-2 5 0 0,2 2-1 0,0-6 1 16,2 4-1-16,0-4 1 0,0 4 9 0,1-3 1 0,-1 3-1 15,2 0 1-15,0 0-1 0,-2 0 1 0,0 2-1 16,0 2 1-16,-2 0-10 0,0 6 1 0,-2-2 0 16,2 4 0-16,-2 5-1 0,0 5 1 0,-2 1 0 15,0-3 0-15,0 9-17 0,-4 5 1 0,0 1-1 16,0 4 1-16,0 4-1 0,-3-4 1 0</inkml:trace>
  <inkml:trace contextRef="#ctx0" brushRef="#br0" timeOffset="42133.63">23385 8247 440 0,'0'0'0'0,"0"0"0"0,0 0 0 0,0 0 164 0,0 0 0 0,0 0 0 0,0 0 0 0,0 0-1 0,0 0 1 16,0 0 0-16,0 0 0 0,0 0-97 0,0 0 1 15,12 0 0-15,-6 0 0 0,7 4-1 0,-1-2 1 16,4 4-1-16,2 0 1 0,1 2-22 0,5-4 0 16,-1 5 0-16,3 1 0 0,3-6-1 0,-1 4 1 15,7-4 0-15,-1-2 0 0,27-4-46 0,-61 2-1995 0</inkml:trace>
  <inkml:trace contextRef="#ctx0" brushRef="#br0" timeOffset="42934.88">23428 8657 356 0,'0'0'0'0,"0"0"0"0,0 0 0 0,0 0 187 0,0 0 1 0,0 0 0 16,-6-8 0-16,6 4-1 0,0-1 1 0,0 1-1 16,2 0 1-16,2 0-131 0,0-2 0 0,2 2 0 0,0-4 1 15,0 2-1-15,2 1 0 0,1 1 0 16,1 0 0-16,-2 0-21 0,4 4 0 0,0 0 0 0,0 0 1 16,1 0-1-16,1 4 0 0,-4 0 0 0,4 0 1 15,1 3-18-15,-5 1 1 0,2 4-1 0,0 0 1 16,-4 3-1-16,-4 1 0 0,3 1 0 0,-5-1 1 15,-2 5-21-15,-2-1 1 0,-5 5-1 0,3-9 1 16,-8 7-1-16,4-1 1 0,-4 1 0 0,-2-7 0 0,-3 5 1 16,-1-1 1-16,0-3-1 0,1 1 1 0,-3-6-1 15,4-1 0-15,-3-1 0 0,1-2 1 0,2 0 5 16,2 0 1-16,1-3 0 0,5-5 0 0,-2 0-1 16,4 0 1-16,2-5-1 0,4 1 1 0,2-4-1 0,2 2 1 15,2 0-1-15,2 0 1 0,2-5-1 16,1 7 1-16,1-2-1 0,2 0 1 0,2 2 0 0,3 0 1 15,-7 0-1-15,6 4 1 0,0 0-1 16,1 4 0-16,-3-4 0 0,2 4 1 0,1 4-1 0,-1-4 1 16,-2 0-1-16,3 7 1 0,1-3-1 0,-6 0 0 15,2 2 0-15,-1-2 1 0,-3 3-1 0,0-3 1 16,-2 0-1-16,0-2 1 0,-1 0-1 0,-1-1 1 16,-2-1-1-16,0 2 1 0,0-6-2 0,0 0 0 0,0 4 0 15,0-4 0-15,-6 0-7 0,0 0-2339 0</inkml:trace>
  <inkml:trace contextRef="#ctx0" brushRef="#br0" timeOffset="43915.41">24409 7779 196 0,'0'0'0'0,"0"0"0"0,0 0 0 0,0 0 234 0,-8 0 0 0,6 0 0 15,-6 0 1-15,1 0-1 0,1 0 0 0,-2 0 0 0,0 0 0 16,2 4-183-16,-4-2 0 0,2 4 0 0,-1 1 0 15,3 1-1-15,0 0 1 0,-2 6 0 0,2-1 0 16,0 5-15-16,0 1 0 0,2 1 0 0,4 7 1 16,0 3-1-16,2 1 0 0,0 8 0 0,4 6 0 15,0-4-18-15,0 6 0 0,2 3 0 0,0-5 0 0,3 6-1 16,-1-6 1-16,0 2 0 0,2-1 0 0,2-7-19 16,3-5 1-16,-1-3 0 0,2-4 0 0,-18-27 0 15,0 0-2181-15</inkml:trace>
  <inkml:trace contextRef="#ctx0" brushRef="#br0" timeOffset="44965.14">24830 7910 272 0,'0'0'0'0,"0"0"0"0,0 0 0 0,0 0 210 0,0-8 0 0,0 4 0 16,0 4 0-16,2-4-1 0,-2 0 1 0,2-4 0 15,0 4 0-15,0-1-149 0,-2 3 0 0,2 2 0 16,0 0 1-16,0 0-1 0,-2 0 0 0,2 4 0 16,-2 3 0-16,0 5-17 0,0-6 0 0,0 6 0 15,0 5 1-15,0 1-1 0,0 5 0 0,0 1 0 16,-2 7 0-16,0 6-24 0,0-2 0 0,0 2 0 0,0 0 1 15,-2 4-1-15,2-4 0 0,-2-2 0 0,0-1 1 16,-2 14-21-16,6-48-2217 0</inkml:trace>
  <inkml:trace contextRef="#ctx0" brushRef="#br0" timeOffset="45348.71">25058 8146 360 0,'0'0'0'0,"0"0"0"0,0 0 0 0,0 0 212 0,0 0 0 16,0 0 0-16,0 0 0 0,2 8 0 0,0 1 0 16,0-7 0-16,0 6 0 0,-2 4-150 0,2-2 1 15,-2 7-1-15,2-3 1 0,-2 7-1 0,0-7 1 16,0 2-1-16,0 3 1 0,-2-5-22 0,0 3 1 0,2-5-1 15,0 2 1-15,0-5-1 0,0-3 0 0,0 0 0 16,4-2 1-16,0-2-22 0,2-4 0 0,1-2 0 16,1-2 1-16,2-5-1 0,0-1 0 0,4 2 0 15,-4-9 0-15,3 3-19 0,-1-4 0 0,2 5 0 16,0-1 0-16,1 1-1 0,-5 3 1 0,2 2 0 16,0 2 0-16,-2 1-1 0,1 5 0 0,-1 2 0 15,-2 5 1-15,0 3-1 0,0 0 0 0,0 2 0 16,-2 7 1-16,3-3 0 0,-5 6 1 0,0-1-1 15,-2 1 1-15,0 3-1 0,-2-5 1 0,0 5-1 0,-2-2 1 16,2-21-2-16,0 0-2302 0</inkml:trace>
  <inkml:trace contextRef="#ctx0" brushRef="#br0" timeOffset="45633.86">25646 7910 116 0,'0'0'0'0,"0"0"0"0,0 0 0 0,0 0 219 0,0 0 0 16,-10-6 0-16,6 6 1 0,0 2-1 0,0 0 0 15,-4 2 0-15,2 5 0 0,0-1-159 0,-3 4 1 16,3 2-1-16,-2 5 1 0,0-1-1 0,0 7 0 15,0 4 0-15,2 1 1 0,-5 5-21 0,5 4 0 0,0-4 0 16,4 0 0-16,2-4 0 0,0-2 0 0,4 1 0 16,2-3 0-16,0-2-27 0,3-3 0 0</inkml:trace>
  <inkml:trace contextRef="#ctx0" brushRef="#br0" timeOffset="46214.86">25842 8220 376 0,'0'0'0'0,"0"0"0"0,0 0 0 0,0 0 154 0,-11 0 0 16,7 2 0-16,0-2 1 0,2 2-1 0,-2 0 0 16,-2-2 0-16,2 0 1 0,2 0-93 0,2 0 0 15,0 0 0-15,0-2 1 0,2-2-1 0,2 0 0 16,2 0 0-16,2 0 1 0,3-2-32 0,1-1 1 16,0 1-1-16,0-2 1 0,2 0-1 0,1 2 0 15,-1 2 0-15,0-1 1 0,-2-3-18 0,1 4 0 16,-1 0 0-16,-2 2 0 0,-2 0-1 0,0 0 1 15,-4 0 0-15,0 2 0 0,0 0-12 0,3 0 0 16,-7 2 0-16,4 0 0 0,-4 2 0 0,0 4 0 0,0-4 0 16,0 5 0-16,0-1-1 0,-4 6 0 0,-3-4 0 15,3 7 1-15,-2-5-1 0,4 2 0 0,-2-1 0 16,0 1 1-16,0 1-2 0,0-3 1 0,4 0-1 16,-4-2 1-16,4 3-1 0,0-5 0 0,0-4 0 15,4-2 1-15,-2 0 3 0,4 0 1 0,0-2 0 16,-2-2 0-16,2-2-1 0,5 0 1 0,-3 0-1 15,2-4 1-15,0-3-3 0,4 3 1 0,-6-6-1 16,5 1 1-16,1 1-1 0,-4-2 1 0,2-3-1 0,1 3 1 16,-3-2-2-16,2 1 0 0,0 3 0 0,0-2 1 15,-4 5-1-15,3-1 0 0,-3 4 0 0,0 2 0 16,-2 2-1-16,0 2 1 0,-2 4-1 0,-2 2 1 16,-2 2-1-16,0 5 1 0,0-5-1 0,-2 6 1 15,0 5-4-15,-2-1 0 0,2 3 0 0,-2-3 0 0,4 5 0 16,-4-3 0-16,4 3 0 0,0-9 1 0,0 2-6 15,4-1 0-15,-2-3 0 0,2-2 0 0,-4-10 8 16,0 0-1886-16</inkml:trace>
  <inkml:trace contextRef="#ctx0" brushRef="#br0" timeOffset="46499">26458 7806 500 0,'0'0'0'0,"0"0"0"0,0 0 0 0,0 0 116 0,0 0 1 0,4 4 0 16,0 0 0-16,5-2-1 0,-5 4 1 0,2 0 0 16,2 7 0-16,0 1-51 0,0 4 0 0,0 3 0 15,-2 1 1-15,3 9-1 0,-3 4 0 0,0 0 0 16,2 0 1-16,-6 0-9 0,-2 6 0 0,0-6 0 15,0-3 1-15,-2 1-1 0,-2-4 0 0,0 2 0 16,-2-3 0-16,0-5-24 0,-3 4 0 0,3-5 0 16,-2-3 1-16,0-1-1 0,0-1 0 0</inkml:trace>
  <inkml:trace contextRef="#ctx0" brushRef="#br0" timeOffset="47115.21">27028 8185 500 0,'0'0'0'0,"0"0"0"0,0 0 0 0,0 0 184 0,0 0 1 0,0 0-1 0,0 0 1 0,0 0-1 0,0 0 0 16,2-8 0-16,2 2 1 0,2 2-109 0,1 0 1 15,1 4-1-15,4-5 1 0,0-3-1 0,4 2 0 16,3 0 0-16,-1 2 1 0,2 2-37 0,3-2 1 16</inkml:trace>
  <inkml:trace contextRef="#ctx0" brushRef="#br0" timeOffset="47698.95">27852 7609 360 0,'0'0'0'0,"0"0"0"0,0 0 0 0,0 0 202 0,0 0 0 0,-8 4 0 0,8 2 0 15,-4 0-1-15,0 2 1 0,0 7 0 0,-2 5 0 16,0 3-148-16,0 4 0 0,-2 7 0 0,-2 9 1 16,-1 5-1-16,-3 3 0 0,4 2 0 0,-2-4 1 15,2 3-14-15,-1-3 1 0,3-4-1 0,0-6 1 16,4 0-1-16,-4-10 1 0,2-5-1 0,0-5 1 0,6-19-42 15,0 0-2056-15</inkml:trace>
  <inkml:trace contextRef="#ctx0" brushRef="#br0" timeOffset="48067.65">27942 8074 488 0,'0'0'0'16,"0"0"0"-16,0 0 0 0,-6 11 147 0,2 1 1 0,0-4 0 15,0 7 0-15,0-3-1 0,0 2 1 0,0 3-1 16,-1-3 1-16,1-2-89 0,2 1 1 0,-2 1-1 16,4-6 1-16,0 0-1 0,0-2 1 0,0 3-1 15,0-9 1-15,4 0-22 0,-2 0 1 0,2 0 0 16,3-9 0-16,-1 3-1 0,2-4 1 0,4 0 0 15,-4-5 0-15,4-1-24 0,3 0 0 0,-5 1 0 16,6-3 1-16,0 1-1 0,1 3 0 0,-3 0 0 16,0 1 1-16,0 5-15 0,1 4 1 0,-5-2-1 15,0 4 1-15,0 2-1 0,0 4 0 0,-4 4 0 16,1 0 1-16,-1 1 1 0,-2 5 0 0,-2 0 0 16,-2 3 0-16,0 1 0 0,0-1 0 0,-2 1 0 0,-2 1 0 15,0 1-3-15,-1-2 1 0,3-5-1 0,-2 5 1 16,4-18-1-16,0 0-1961 0</inkml:trace>
  <inkml:trace contextRef="#ctx0" brushRef="#br0" timeOffset="48965.36">28595 7650 44 0,'0'0'0'0,"0"0"0"0,0 0 0 0,0 0 207 0,0 0 1 0,-2-10-1 0,2 8 1 16,0 2-1-16,-4-5 1 0,2 5-1 0,0-4 1 0,0 4-154 15,-2 0 1-15,0 0-1 0,0 0 1 0,0 4-1 16,-2 5 1-16,0 1-1 0,0 6 1 0,-3 3-16 16,1 1 1-16,0 7 0 0,0 10 0 0,-2 2-1 15,0 4 1-15,1 2 0 0,1 4 0 0,2-2-16 0,4 3 0 16,2-5 0-16,6-2 0 0,-2-6-1 0,7 2 1 15,1-9 0-15,2-7 0 0,4-2-27 0,3-3 0 16</inkml:trace>
  <inkml:trace contextRef="#ctx0" brushRef="#br0" timeOffset="49633.6">28960 7744 276 0,'0'0'0'0,"0"0"0"0,0 0 0 0,0 0 203 0,0 0 1 0,0 0-1 16,0 0 1-16,0 0-1 0,0 0 1 0,0 0-1 15,0 0 1-15,0 0-140 0,0 0 0 0,0 10 0 16,2 1 1-16,-2 3-1 0,0 2 0 0,0 3 0 0,0 8 1 15,-2 3-27-15,0-1 0 0,-2 8 0 0,-1 4 1 16,1-2-1-16,0 2 0 0,0-2 0 0,4-4 1 16,-6-2-29-16,4-1 1 0,0-3-1 0,0-4 1 15,2-25-11-15,0 0-2075 0</inkml:trace>
  <inkml:trace contextRef="#ctx0" brushRef="#br0" timeOffset="49931.89">28807 8093 240 0,'0'0'0'0,"0"0"0"0,0 0 0 0,-8-4 190 0,4 4 0 15,0 0 0-15,0 0 1 0,-2 0-1 0,-1 4 0 16,3-4 0-16,-2 4 1 0,0 2-129 0,2 0 0 16,0 5 0-16,2-3 0 0,-2 0 0 0,2 2 0 15,2 2 0-15,2-3 0 0,2 5-16 0,2-6 1 0,2 3-1 16,0 1 1-16,3-4-1 0,1-4 1 0,0 2-1 15,4 2 1-15,-4-8-21 0,1 0 0 0,1 0 0 16,-2-4 1-16,0-2-1 0,-1 0 0 0,-5 0 0 16,-2-8 1-16,0 1-29 0,-2 1 0 0,-2-2 0 15,0 1 0-15,-4-3 0 0,0 2 0 0,0-1 0 16,-9 3 1-16,3 2 7 0,0 1 0 0,-2 5 0 16,0-4 1-16,-1 2-1 0,5 2 0 0,-4 2 0 15,4 2 1-15,8 0-7 0,0 0-2157 0</inkml:trace>
  <inkml:trace contextRef="#ctx0" brushRef="#br0" timeOffset="50266.67">29204 7584 280 0,'0'0'0'0,"0"0"0"0,0 0 0 0,0 0 197 0,0 0 0 0,0 0 0 0,0 10 1 0,4-5-1 0,-4 3 0 0,2 0 0 16,0 6 0-16,0-1-148 0,2 9 1 0,-2 5 0 15,2 4 0-15,-2 1-1 0,0 12 1 0,0 3 0 16,-2 2 0-16,0 0-13 0,0 0 1 16,-2 3 0-16,-2-3 0 0,-2-4-1 0,0-2 1 0,-2-2-1 15,0-6 1-15,-2-2-13 0,1-7 0 0,1-3 0 16,0-9 0-16,8-14-25 0,0 0-1992 0</inkml:trace>
  <inkml:trace contextRef="#ctx0" brushRef="#br0" timeOffset="51998.65">29680 7404 308 0,'0'0'0'0,"0"0"0"0,0 0 0 0,0 0 201 0,8-8 0 0,-4 3 0 0,0-1 0 16,1 4 0-16,1 0 0 0,2 2 0 0,2 2 0 15,0 6-138-15,2 1 0 0,1 1 0 0,-3 6 1 0,2 1-1 16,0 7 0-16,2 9 0 0,3 8 0 0,-3 0-27 15,0 10 1-15,0 7 0 0,-1 3 0 0,-3 1-1 16,-4 6 1-16,-2 1 0 0,-4-1 0 0,-4 18-17 16,-6-6 0-16,-5-8 0 0,-3-2 1 0,-4-9-1 15,-1-3 0-15</inkml:trace>
  <inkml:trace contextRef="#ctx0" brushRef="#br0" timeOffset="58615.51">3834 11089 216 0,'0'0'0'0,"0"0"0"0,0 0 0 0,0 0 84 0,0 0 1 0,0 0 0 16,0 0 0-16,-4-10-1 0,4 6 1 0,0 0-1 15,4 0 1-15,-4-6-14 0,4-1 0 0,1 1 0 16,-1 0 0-16,2 0-1 0,2-1 1 0,0-1 0 16,0 4 0-16,4-2-6 0,-1 1 1 0,1 1 0 15,2 2 0-15,2 2-1 0,1 0 1 0,1 8 0 0,-2 0 0 16,-2 6-14-16,3 7 1 0,-1-3 0 0,-2 7 0 16,3 1-1-16,-3 5 1 0,-2 4-1 0,0-1 1 15,-4 5-67-15,3 0 0 0,-7 2 0 0,-4-2 0 16,0 4 0-16,-4-6 0 0,-5 4 0 0,-1-1 0 15,-2-5 44-15,0 4 0 0,-7-4 0 0,-1-9 1 0,2 1-1 16,1-5 0-16,-5-5 0 0,6-1 0 0,-2-10-22 16,1 0 1-16,3-4 0 0,2 0 0 0,4-6-1 15,-1 2 1-15,3-3-1 0,2 1 1 0,0 0 2 16,4-4 1-16,4 4 0 0,-2 1 0 0,6-3-1 16,1 4 1-16,3 0 0 0,6 2 0 0,-2 4 1 0,7 0 1 15,1 0-1-15,3 4 1 0,-1 0-1 0,3 0 1 16,5 2-1-16,1 2 1 0,-5 3-5 0,5-1 1 15,-4 0-1-15,-1-4 1 0,-6 3-1 0,3-1 0 16,-7 0 0-16,-1-4 1 0,-7 2-3 0,0-4 1 16,-2 2 0-16,2 0 0 0,-12-4-8 0,0 0-2185 0</inkml:trace>
  <inkml:trace contextRef="#ctx0" brushRef="#br0" timeOffset="61864.84">4728 11159 716 0,'0'0'0'0,"0"0"0"15,0 0 0-15,0 0 192 0,-4 6 1 0,0 0 0 0,4 1 0 0,-4 1-1 0,4-2 1 0,0 4-1 16,0 5 1-16,4-3-98 0,0 6 1 0,0 1 0 16,0 1 0-16,6 5-1 0,-2 2 1 0,0 1-1 15,5 3 1-15,1-2-34 0,-2 0 1 0,0-3 0 16,7 1 0-16,-7-11-1 0,6 1 1 0,-2-5-1 16,-1-4 1-16,1-8-26 0,0 0 0 0,-2-8 0 15,3-2 1-15,-5-3-1 0,-2-5 0 0,2-5 0 0,1 1 0 16,-3-3-40-16,2 3 1 0,-4-9 0 0,4 0 0 15,-1 4 0-15,-3-3 0 0,0-1 0 0,4 4 0 16,-2 1 11-16,-2 3 0 0,0 5 0 0,1 3 1 16,-9 15-10-16,0 0-2880 0</inkml:trace>
  <inkml:trace contextRef="#ctx0" brushRef="#br0" timeOffset="62398.21">5825 11266 376 0,'0'0'0'0,"0"0"0"0,0 0 0 0,0 0 250 0,0 0 0 0,-4-12 0 0,4 7 0 0,0 3-1 15,0-2 1-15,0 0 0 0,4 0 0 0,-4 0-176 16,4 0 0-16,0 0 0 0,4 2 0 0,0 0-1 0,3 0 1 16,1 2 0-16,0-5 0 0,-2 5-27 0,6-4 1 15,1 4-1-15,1 0 1 0,-2 0-1 0,3 0 1 16</inkml:trace>
  <inkml:trace contextRef="#ctx0" brushRef="#br0" timeOffset="62631.67">5949 11323 708 0,'0'0'0'0,"0"0"0"16,0 0 0-16,0 0 195 0,0 0 0 0,0 0 0 15,0 0 1-15,12 4-1 0,-8-4 0 0,2 0 0 0,3 0 0 16,3 4-129-16,-2-4 1 0,2 0 0 0,0 0 0 16,3 0-1-16,1 0 1 0,0 0-1 0,3 0 1 15,-19 0-67-15,0 0-2102 0</inkml:trace>
  <inkml:trace contextRef="#ctx0" brushRef="#br0" timeOffset="65431.75">24910 8733 236 0,'0'0'0'0,"0"0"0"0,0 0 0 0,0 0 77 0,0 0 1 0,-9 4 0 0,5-4 0 0,0 4-1 0,-6 0 1 0,2-2-1 16,-2 2 1-16,-5 0-74 0,-1 0 0 0,2 1 0 15,-6-1 0-15,1 0 0 0,-5 0 0 0,1 0 0 0,1 0 0 16,2 2 39-16,-1-6 1 0,5 4-1 16,0 0 1-16,6 1-1 0,-1-1 1 0,7-2-1 0,6 0 1 15,5-2-8-15,1 0 1 0,6 0 0 0,6 0 0 16,3 0-1-16,9-2 1 0,11 0 0 0,14 2 0 15,20-2-54-15,15 0 1 0,18 2 0 0,18-5 0 16,59-3-1-16,-26 4 1 0,10-2 0 0,8 0 0 16,0 0 41-16,4 2 1 0,5-7-1 0,5 7 1 0,0-2-1 15,-3 4 1-15,-1-6-1 0,2 4 1 0,-4 2-18 16,3-2 0-16,-7-1 0 0,2 3 0 0,-6 0 0 16,-6 2 0-16,-2 0 0 0,-4 4 0 0,-8 3 11 15,-7 5 0-15,-3-6 0 0,-9 6 0 0,-58 5-19 0,-82-17-1309 16</inkml:trace>
  <inkml:trace contextRef="#ctx0" brushRef="#br0" timeOffset="84913.59">6722 10638 164 0,'0'0'0'0,"0"0"0"0,0 0 0 0,0 0 197 0,-8-4 0 0,8 0 0 16,0 0 0-16,0-2-1 0,0 2 1 0,0 0 0 15,0-1 0-15,4 3-111 0,-4 2 1 0,4 2-1 0,1 3 1 16,3 5-1-16,-4 2 0 0,2 7 0 0,2 11 1 16,0 15-20-16,4 17 1 0,-1 8-1 0,-3 10 1 15,4 6-1-15,-6 16 1 0,2-9-1 0,0-9 1 16,0-10-38-16,1-7 0 0,-5-9 0 0,2-13 1 16,2-2-1-16,-4-12 0 0</inkml:trace>
  <inkml:trace contextRef="#ctx0" brushRef="#br0" timeOffset="85466.97">7040 11151 476 0,'0'0'0'0,"0"0"0"15,0 0 0-15,0 0 214 0,0 0 0 0,0 0 0 16,-8-4 0-16,8 2-1 0,0 2 1 0,0 0 0 0,0-2 0 16,0 2-141-16,0 0 0 0,0 0 0 0,4 0 1 15,-4 2-1-15,6 4 0 0,0 2 0 0,0 0 1 16,2 7-22-16,0 3 1 0,1 3-1 0,-3 3 1 0,2 5-1 16,0 6 1-16,0 2-1 0,-4 2 1 15,2 0-22-15,0-4 0 0,1-1 0 0,-3-5 1 0,-4-2-1 16,4-5 0-16,-4-1 0 0,4-11 0 0,-4-4-35 15,0 0 1-15,0-6 0 0,0-4 0 0,0-4-1 16,0-2 1-16,0-6 0 0,0-3 0 0,0-8 10 16,0 5 1-16,0-9 0 0,0 0 0 0,4 1-1 15,4-1 1-15,-4 0-1 0,6 8 1 0,-2 1 0 0,5 5 0 16,-3 5 0-16,2 6 1 0,0 2-1 0,2 4 0 16,-1 4 0-16,-1 2 1 0,2 4-3 0,2 5 1 15,-3 1 0-15,1 1 0 0,-2 7-1 0,0-1 1 16,2-1-1-16,-1 1 1 0,-1 2-5 0,-4-1 1 15,2 1-1-15,-2-3 1 0,1-1-1 0,-1-1 1 16</inkml:trace>
  <inkml:trace contextRef="#ctx0" brushRef="#br0" timeOffset="87364.34">7779 10644 324 0,'0'0'0'0,"0"0"0"0,0 0 0 0,-2-10 119 0,0 2 1 0,2 0 0 0,-2-3 0 0,0 3-1 15,2-4 1-15,-4 4-1 0,4 2 1 0,0-5-32 0,-5 5 1 16,5 2 0-16,-4 2 0 16,4 2-1-16,-4 2 1 0,0 2-1 0,0 4 1 0,0 5-21 15,-2 5 1-15,2 1-1 0,0 7 1 0,0 13-1 16,0 10 0-16,0 13 0 0,0 8 1 0,4 4-13 0,4 6 0 15,8 8 0-15,-2-8 0 0,6-11 0 0,5-3 0 16,1-8 0-16,5-7 0 0,-1-4-71 0,2-6 1 16,7-4-1-16,0-6 1 0,-35-31 14 0,0 0-2196 0</inkml:trace>
  <inkml:trace contextRef="#ctx0" brushRef="#br0" timeOffset="88250.27">8227 10579 280 0,'0'0'0'0,"0"0"0"0,0 0 0 0,0 0 242 0,0 0 1 0,0 0 0 15,0 0 0-15,0 0-1 0,0 0 1 0,-9 6-1 16,5-4 1-16,0 2-179 0,0 0 0 0,0 0 0 16,2 2 0-16,-2-2 0 0,0 3 0 0,0-1 0 15,4-2 0-15,-4 0-19 0,4 0 0 0,-4-2 0 16,4 2 1-16,0-2-1 0,0 0 0 0,0 0 0 16,0-2 0-16,0 0-24 0,0 0 1 0,4 0-1 0,-4-2 1 15,8 0-1-15,-4 0 0 0,2-2 0 0,2 2 1 16,0-6-21-16,5 2 0 0,-1 0 0 0,2-1 0 15,-6-1-1-15,4 4 1 0,3-6 0 0,-3 2 0 16,-2-1-1-16,2 1 1 0,0 2-1 0,1 0 1 16,1 4-1-16,-6-6 1 0,4 4-1 0,-6-1 1 0,0 3-1 15,1 2 0-15,1 0 0 0,-4 5 0 0,-4 1 0 16,4-2 0-16,-4 0 0 0,0 4 0 0,0 0 3 16,0 3 0-16,-4-1 0 0,0 2 0 0,0 0-1 15,0 3 1-15,4-3 0 0,-4 2 0 0,1 3-3 0,1-5 1 16,2 3 0-16,0-3 0 0,0 2-1 15,2-8 1-15,1 3-1 0,1-3 1 0,4 0 1 0,-4-2 0 16,4-4 0-16,-2 0 0 0,6-4-1 0,0-6 1 16,1-1 0-16,-3 1 0 0,6-4 1 0,-2-3 1 15,3 1-1-15,-1-3 1 0,-2 1-1 0,7-5 0 16,-7-1 0-16,2-1 1 0,-4 5-2 0,3-3 1 0,-3 3-1 16,-4 1 1-16,0 1-1 0,-4 10 0 0,2-5 0 15,-2 7 1-15,-4 2-1 0,4 4 1 0,-4 4-1 16,0 0 1-16,0 11-1 0,-4-5 0 0,0 6 0 15,4 3 1-15,-6 5-1 0,2-1 0 0,0-1 0 16,0 3 0-16,0 2 0 0,0-3 0 0,4 1 0 16,0 2 0-16,4-9-2 0,-4 0 1 0,4 3 0 15,2-9 0-15,-6-12-1 0,0 0-2553 0</inkml:trace>
  <inkml:trace contextRef="#ctx0" brushRef="#br0" timeOffset="88585.66">8326 10975 432 0,'0'0'0'0,"0"0"0"0,0 0 0 0,-10 0 213 0,6 0 1 0,0 0-1 0,0 0 1 0,0 0-1 0,4 0 0 0,0 0 0 0,0 0 1 0,0 0-145 0,4 0 0 16,4 0 0-16,0 4 1 0,6 0-1 0,5-2 0 0,1 4 0 16,4 0 0-16,7 2-20 0,4 1 1 0,5-1 0 15,1 0 0-15,2-2-1 0,2 0 1 16,-7-2-1-16,5-2 1 0,0-2-31 0,-9-2 1 0,1-4 0 15,-1 2 0-15,-3-6-1 0,2 0 1 0</inkml:trace>
  <inkml:trace contextRef="#ctx0" brushRef="#br0" timeOffset="88983.5">8481 11231 220 0,'0'0'0'0,"0"0"0"0,0 0 0 0,0-12 226 0,0 5 1 16,0-1 0-16,4 0 0 0,-4 0-1 0,4-2 1 15,-4 1-1-15,4 1 1 0,0 6-158 0,0-6 0 16,-4 2 0-16,4 2 1 0,0 2-1 0,3 2 0 16,-3 0 0-16,0 4 1 0,4 4-28 0,-4 0 1 15,4 0-1-15,2 7 1 0,2-1-1 0,-3 7 0 16,3 1 0-16,-2 5 1 0,2 4-21 0,0-1 1 0,-1 5-1 15,1 2 1-15,-4-4-1 0,2 2 0 0,-2-2 0 16,0-3 1-16,-4-3-23 0,5-4 1 0,-5-1-1 16,0-1 1-16,-4-21-1 0,0 0-2331 0</inkml:trace>
  <inkml:trace contextRef="#ctx0" brushRef="#br0" timeOffset="89264.3">8463 11465 456 0,'0'0'0'0,"0"0"0"0,-9 0 0 16,5 2 212-16,-4 0 0 0,2 2 0 0,-2 0 0 16,0 2-1-16,0 0 1 0,0 5 0 0,-1-3 0 0,3 2-147 15,2 6 0-15,4-3 0 0,0 5 0 16,4-3 0-16,0 1 0 0,3-6 0 0,5 7 0 0,4-7-21 16,2 2 1-16,5-1-1 0,1-1 1 0,3 0-1 15,-5-6 1-15,6 0-1 0,-5-4 1 0,1 0-23 16,-1-2 1-16,-5 0-1 0,-6-6 1 0,0 0-1 15,-3 0 1-15,-3-3-1 0,-4-1 1 0,-2 2-23 0,-4-7 0 16,0 7 0-16,-5-6 0 0,-3 1 0 0,2 1 0 16,-2 0 0-16,-4 1 0 0,-3 3 1 0,3 4 1 15,-2-2 0-15,-3 1 0 0,21 7-2 0,0 0-2411 16</inkml:trace>
  <inkml:trace contextRef="#ctx0" brushRef="#br0" timeOffset="89697.87">8992 10277 484 0,'0'0'0'0,"0"0"0"0,0 0 0 0,0 0 190 0,0 0 1 0,0 0 0 0,0 0 0 0,4 4-1 0,4 0 1 0,-4-2 0 0,2 5 0 0,6 3-127 0,1 2 0 16,-3 3 0-16,2 5 1 0,0 9-1 0,4 8 0 15,3 8 0-15,-1 12 0 0,-2 9-22 16,1 10 1-16,-3 4-1 0,2 20 1 0,-6-5-1 0,3-7 1 16,-5-6-1-16,0-6 1 0,-4-7-19 0,0-3 1 15,-4-6 0-15,0-5 0 0,0-4-1 0,-8-4 1 16,0-4 0-16,0-8 0 0,-7-2-27 0,3-6 0 0</inkml:trace>
  <inkml:trace contextRef="#ctx0" brushRef="#br0" timeOffset="91682.95">25044 8856 68 0,'0'0'0'0,"0"0"0"0,0 0 0 0,-12-4 29 0,6 4 1 0,-3 0 0 0,1 0 0 0,-6 0-1 0,-2 0 1 0,-1 0-1 0,1 0 1 0,2 0 38 0,-2 0 1 0,-1 0-1 16,3 0 1-16,2 0-1 0,4 4 0 0,2-4 0 15,-3 4 1-15,5-4-24 0,4 0 0 0,0 2 0 16,0-2 0-16,2 0-1 0,0 0 1 0,3 0 0 15,1 0 0-15,0 0-2 0,4 0 1 0,2 0-1 16,0 0 1-16,3-2-1 0,5 2 1 0,-6 0-1 0,7 0 1 16,1-4-57-16,0 4 0 0,3 0 0 0,1-4 1 15,3 4-1-15,1 0 0 0,1 0 0 0,1 0 1 16,1 0 38-16,4 0 1 0,-1 4-1 0,3-4 1 16,6 0-1-16,3 0 1 0,1-4-1 0,6 4 1 15,4-4-18-15,-6-3 1 0,6 3 0 0,-2 0 0 0,2 0-1 16,0 4 1-16,2-4-1 0,2 4 1 0,-2-4 3 15,-2 4 1-15,-6-4-1 0,0 0 1 0,-6 0-1 16,4 0 1-16,-2 2-1 0,0-3 1 0,4 1 7 16,2 0 0-16,6-4 0 0,2 4 1 0,4-2-1 15,0-2 0-15,6 1 0 0,-6-1 0 0,5 2-3 0,-1 4 1 16,4-2-1-16,1 0 1 0,1 0-1 0,-2 2 1 16,3 2-1-16,1 0 1 0,0 2 1 0,5-2 1 15,-5 0 0-15,3 0 0 0,-1 0-1 0,0 0 1 16,3 0-1-16,-1-2 1 0,1 0-2 0,3 0 1 15,-1-3-1-15,1 3 1 0,3 0-1 0,1 2 0 16,-5-4 0-16,1 4 1 0,-3 4-4 0,-5-4 0 16,1 4 0-16,-5 1 1 0,-2 1-1 0,-6 2 0 0,-4-4 0 15,-8 4 0-15,-4-2-2 0,-4 3 0 0,-8-1 0 16,-7-2 1-16,1-2-1 0,-7 4 0 0,-3 0 0 16,-1-3 0-16,-2 1-3 0,-5-2 1 0,-5 0-1 15,-4 0 1-15,-2-4-1 0,0 0 1 0</inkml:trace>
  <inkml:trace contextRef="#ctx0" brushRef="#br0" timeOffset="97764.84">10608 10983 596 0,'0'0'0'0,"0"0"0"15,0 0 0-15,0 0 169 0,-8 0 1 0,4 0-1 0,2 0 1 0,-1 0-1 0,1 0 0 16,2 0 0-16,2 0 1 0,3 0-93 0,3 2 0 15,0-2 0-15,2 2 1 0,6 2-1 0,1 0 0 16,5 0 0-16,0-2 1 0,7 2-25 0,5 0 1 16,5-4-1-16,0 5 1 0,4-5-1 0,-1 0 1 15,3 0-1-15,0-5 1 0,20 1-54 0,-65 4-2248 0</inkml:trace>
  <inkml:trace contextRef="#ctx0" brushRef="#br0" timeOffset="98030.48">10705 11161 572 0,'0'0'0'0,"0"0"0"0,0 0 0 16,0 0 179-16,0 0 1 0,0 0 0 0,0 0 0 0,0 0-1 15,0 0 1-15,11 4 0 0,-3-4 0 0,4 0-121 16,6 0 1-16,3 0 0 0,-3 0 0 0,6 0-1 16,7 0 1-16,-1 0 0 0,1 0 0 0,0 0-19 15,-1 2 1-15,3-2 0 0,-7 2 0 0,1 0-1 16,-3-2 1-16,2 3-1 0,-7-3 1 0,-19 0-42 0,0 0-2116 16</inkml:trace>
  <inkml:trace contextRef="#ctx0" brushRef="#br0" timeOffset="98967.15">10608 10829 364 0,'0'0'0'0,"0"0"0"0,0 0 0 0,0 0 252 0,0 0 1 0,0 0 0 0,0 0 0 0,0 0-1 0,0 0 1 16,0 0 0-16,0 0 0 0,0 0-197 0,0 0 1 15,0 0 0-15,0 0 0 0,0 0-1 0,0 0 1 16,-4 8-1-16,-4-4 1 0,1 7-22 0,-1 1 0 15,0 0 0-15,0 2 1 0,-6 1-1 0,2 1 0 16,-1 1 0-16,-1 1 0 0,2-6-19 0,-4 5 0 16,1-3 0-16,3 1 1 0,-4-1-1 0,2 2 0 15,1-1 0-15,1-1 0 0,0 0-12 0,2 1 0 16,2-1 0-16,0 0 0 0,5-1-1 0,3-1 1 0,7-2 0 16,1 1 0-16,4-1-4 0,0-4 1 0,6 0-1 15,1 0 1-15,1-2-1 0,3 0 0 0,1 1 0 16,-2-5 1-16,1 4-1 0,1 0 1 0,3 0 0 15,-5 0 0-15,2 2-1 0,-1-6 1 0</inkml:trace>
  <inkml:trace contextRef="#ctx0" brushRef="#br0" timeOffset="102014.68">11308 10895 212 0,'0'0'0'0,"0"0"0"0,0 0 0 0,0 0 83 0,0 0 1 0,-8-11-1 0,4 7 1 16,0 0-1-16,-3-2 1 0,1 0-1 0,0-2 1 15,-2-3 4-15,0 3 1 0,0-4-1 0,2 2 1 16,0 1-1-16,0-1 0 0,1 2 0 16,-3 0 1-16,4 0-19 0,-2 1 1 0,4 3 0 0,0 0 0 15,0 0-1-15,0 2 1 0,2 0 0 0,0 2 0 0,0 0-10 16,2 2 0-16,2 0 0 0,4 0 1 15,-4 2-1-15,9 0 0 0,-3 0 0 0,2 5 1 0,4-5-80 16,0 2 1-16,3 2 0 0,-1 0 0 0,2 0 0 0,3 3 0 16,1 1 0-16,-5 0 0 0,1 7 52 0,-6-5 1 15,2 5 0-15,-1 1 0 0,-3 1-1 0,0 3 1 16,-4-1-1-16,-4 1 1 0,2 3-19 0,-1 0 0 16,-1-5 0-16,-4 3 0 0,-4 0-1 0,-3-1 1 15,1-7 0-15,0 1 0 0,-2 0 4 0,-4 1 0 16,2-1 0-16,-3-1 1 0,1-1-1 0,0 3 0 15,-2-5 0-15,2 2 0 0,-7-3 5 0,7 1 1 16,-6 0 0-16,6 3 0 0,-5-7-1 0,5 2 1 16,2-1 0-16,-2-5 0 0,1 2-7 0,3-2 1 0,4 2-1 15,-4-6 1-15,4 1-1 0,4-1 1 0</inkml:trace>
  <inkml:trace contextRef="#ctx0" brushRef="#br0" timeOffset="104390.23">14033 11106 368 0,'0'0'0'0,"0"0"0"0,0 0 0 0,0 0 123 0,0 0 0 0,0 0 0 0,-10-2 0 0,8 2-1 0,-2-2 1 0,0 2 0 0,0 0 0 15,2 0-33-15,2 0 1 0,-4 0 0 0,4 0 0 16,-5 0-1-16,5 0 1 0,0 2-1 0,0 0 1 15,5 0-19-15,-1 0 1 0,0 2 0 0,4-2 0 16,2 2-1-16,2 0 1 0,5-4-1 0,1 4 1 0,0 0-28 16,7 1 0-16,-3-3 0 0,4 0 1 0,3 0-1 15,1-2 0-15,1 0 0 0,2 0 1 0,-3 0-51 16,1-2 0-16,-1-2 0 0,-3-1 1 0,-1 1-1 16,-2-4 1-16,-7 0-1 0,-3-2 1 0,-2-3 23 0,-4 1 0 15,-2 2 0-15,-4-4 0 0,-2-3 0 0,-4 1 0 16,-4 1 0-16,0-3 0 0,-6 1-6 0,4 3 0 15,-5-6 0-15,-5 5 0 0,2-3-1 0,-5 10 1 16,3-7 0-16,-2 7 0 0,-3 4-1 0,3 4 0 16,-7 4 0-16,3 2 1 0,-1 6-1 0,1-3 0 15,-5 9 0-15,3 1 0 0,-3 3-2 0,5 3 1 16,0 1-1-16,1 5 1 0,-1 0-1 0,3 0 1 16,3 4-1-16,8 2 1 0,-5 6-5 0,7-2 0 15,6 6 0-15,4-6 1 0,4 2-1 0,8-2 0 0,7-2 0 16,3-4 1-16,9-5-2 0,5-3 0 0,7-6 0 15,6-3 1-15,6-4-1 0,0-1 0 0,6-5 0 16,-4-2 0-16,6-2-2 0,2-4 0 0,-6-4 0 16,-2-2 0-16,-6-2-1 0,-6 0 1 0,-3-7 0 15,-1 3 0-15,-4-2 2 0,-5-3 1 0,-5 1-1 16,-5 1 1-16,-22 15-6 0,0 0-2666 0</inkml:trace>
  <inkml:trace contextRef="#ctx0" brushRef="#br0" timeOffset="105616.2">14617 10380 116 0,'0'0'0'0,"0"0"0"0,0 0 0 0,0 0 275 0,0 0 0 0,0 0 0 0,0 0 0 0,0 0 0 15,0 0 0-15,0 0 0 0,-4-6 0 0,4 2-209 0,0 4 1 16,0-5-1-16,0 1 1 0,0-2-1 0,0 0 0 15,0 0 0-15,4 2 1 0,-4-4-53 0,0-1 1 16,4 3-1-16,0-2 1 0,0 4-1 0,3-4 1 16,1 4-1-16,-4-1 1 0,4 3-13 0,-4 2 0 15,2 0 0-15,2 0 0 0,0 0 0 0,0 2 0 16,1 5 0-16,1-1 0 0,-2 2 4 0,0 0 1 16,0 2 0-16,-2 3 0 0,0 1-1 0,-4 3 1 15,1-5 0-15,-3 6 0 0,0 1-22 0,-3-1 1 0,1 3 0 16,-4-7 0-16,0 5-1 0,-2-3 1 0,-4-2 0 15,0 3 0-15,1-9 12 0,-3 2 0 0,0 2 0 16,4-3 0-16,-6-5 0 0,3 0 0 0,3-2 0 16,2 0 1-16,-4-2 0 0,4 0 0 0,2-2 0 15,1 0 0-15,1 0 0 0,0-2 0 0,4 2 0 16,0-2 0-16,4-5 7 0,0 3 1 0,1 2-1 16,1 0 1-16,2 0-1 0,0 4 0 0,4 0 0 15,-4 2 1-15,4 2-1 0,3 0 0 0,-1 2 0 0,0 0 0 16,5 3 0-16,-5-5 0 0,2 4 0 15,-2 2 0-15,-1-4 3 0,3 3 1 0,-2-3-1 0,2 0 1 16,1-2-1-16,-5-4 0 0,2 4 0 0,-2-4 1 16,-2 0-3-16,3 0 0 0</inkml:trace>
  <inkml:trace contextRef="#ctx0" brushRef="#br0" timeOffset="109765.46">14945 10300 44 0,'0'0'0'0,"0"0"0"0,0 0 0 0,0 0 234 0,0 0 0 0,0 0 0 0,0 0 0 16,0 0 0-16,0 0 0 0,0 0 0 0,0 0 0 15,8-8-224-15,-4 6 0 0,-4-1 0 0,4 1 1 16,0 2-1-16,-4 0 0 0,4-4 0 0,-4 4 1 15,2 0-55-15,-2 0 0 0,2 0 0 0,-2 0 1 0,0 0-1 16,0 0 0-16,0 0 0 0,0 0 1 0,0 0 11 16,0 0 1-16,0 0-1 0,0 0 1 0,0 0-1 15,0 0 1-15,0 0-1 0,0 0 1 0,0 0 40 0,0 0 0 16,2 0 0-16,0 4 1 0,0 1-1 16,1 1 0-16,-1 2 0 0,0 4 1 0,4-2-28 0,-2 3 0 15,0 3 0-15,0-1 1 0,0 3-1 0,-2 0 0 16,0 3 0-16,-2-5 1 0,2 1 15 0,0 3 1 15,2-3 0-15,-2 1 0 0,0 1-1 0,0-5 1 16,2 0 0-16,0 1 0 0,1-7 1 0,-5 2 0 16,4-2 0-16,0-4 0 0,0 1 0 0,0-3 0 15,0-2 0-15,2 0 0 0,2-2 35 0,-4-3 1 16,4 1 0-16,0-4 0 0,3-2-1 0,1-2 1 0,-4-1-1 16,2-1 1-16,2-3 4 0,-3 3 0 0,-1-4 0 15,-2 1 1-15,0 1-1 0,0 2 0 0,2-1 0 16,-4 3 1-16,0-3-1 0,0 3 0 0,-2 0 0 15,4 2 0-15,1 1 0 0,1-3 0 0,-4 4 0 16,0 2 0-16,0-5-2 0,0 5 1 0,-2 0-1 16,0 2 1-16,0 0-1 0,0 0 0 0,0 4 0 15,-2 0 1-15,2 0-10 0,-2 4 0 0</inkml:trace>
  <inkml:trace contextRef="#ctx0" brushRef="#br0" timeOffset="110778.9">15696 11063 552 0,'0'0'0'0,"0"0"0"0,0 0 0 0,0 0 192 0,0 0 1 0,0 0-1 0,0 0 1 0,-8-10-1 0,8 7 1 15,4 1-1-15,0 0 1 0,0-2-127 0,4 2 1 16,2-2-1-16,2 4 1 0,-1-4-1 0,5 2 0 16,0 0 0-16,3 2 1 0,1 0-23 0,-2 2 0 15,7 0 0-15,-3 2 0 0,2-4 0 0,3 0 0 16,-1 0 0-16,1 0 0 0,28 0-44 0,-55 0-2232 0</inkml:trace>
  <inkml:trace contextRef="#ctx0" brushRef="#br0" timeOffset="111014.57">15838 11221 656 0,'0'0'0'0,"0"0"0"0,0 0 0 15,-10 2 206-15,6-2 0 0,2 2 0 0,0 0 0 16,0 0 0-16,0 0 0 0,2 0 0 0,0 4 0 15,4-2-139-15,2-2 1 0,2 0 0 0,5 0 0 16,1-2-1-16,2 2 1 0,2 1-1 0,3-3 1 16,1 0-20-16,3 0 0 0,-3-3 0 0,4 1 1 0,3 0-1 15,-7-2 0-15,3 0 0 0,-3 4 1 0,0-6-32 16,3 4 0-16</inkml:trace>
  <inkml:trace contextRef="#ctx0" brushRef="#br0" timeOffset="112113.4">17393 10595 152 0,'0'0'0'0,"0"0"0"0,0 0 0 0,0 0 229 0,0 0 0 0,0 0 0 15,0 0 1-15,0 0-1 0,0 0 0 0,0 0 0 16,0 0 1-16,0 0-170 0,0 0 1 0,0 0 0 15,0 0 0-15,-8 0-1 0,8 0 1 0,0 0-1 16,0 0 1-16,-4 0-21 0,4-4 0 0,-4 4 0 16,4 0 0-16,-2 0 0 0,0 0 0 0,-2 0 0 15,2 0 0-15,-2 0-19 0,0 0 0 0,0 4 0 16,0-4 0-16,4 4-1 0,-5 0 1 0,1 0 0 16,-2 1 0-16,2 1-22 0,0-2 1 0,2 0 0 15,0 0 0-15,0 0-1 0,2-2 1 0,0 0 0 0,0 0 0 16,0 0 1-16,0-2 1 0,2 0 0 0,2 0 0 15,2-2-1-15,2 0 1 0,1-2-1 0,-1 0 1 16,-8 4 8-16,0 0 1 0,0 0-1 0,53-31 1 16,-37 19-1-16,0 2 1 0,3 1-1 0,-5-3 1 15,2 2 1-15,2 2 1 0,-3-3 0 0,3 3 0 0,0 0-1 16,-1 0 1-16,1 0-1 0,-2 1 1 0,0-1-1 16,3 0 1-16,-7 2 0 0,0 0 0 0,2 4-1 15,-1-2 1-15,-5 4-1 0,0 0 1 0,2 0-2 0,-6 0 1 16,4 0-1-16,-4 0 1 0,-4 4-1 15,2-2 0-15,0 4 0 0,-2 0 1 0,0 2-1 0,0 3 0 16,-2 1 0-16,0 0 0 0,-6 2 0 0,4 3 0 16,-4-5 0-16,2 7 0 0,-2-1-1 0,0-1 1 15,-1 1-1-15,1-2 1 0,2 5-1 0,0-1 1 16,2-3-1-16,2 1 1 0,2-3-4 0,2 1 1 16,2-4 0-16,2-1 0 0,4-3-1 0,-1-2 1 15,1 0-1-15,2-6 1 0,4-2-3 0,-2-2 1 0,3-2-1 16,1-2 1-16,-2-9-1 0,3 3 1 0,1-7-1 15,0 3 1-15,3-5 0 0,-1 1 0 0,-2-5 0 16,-1 2 1-16,1-1-1 0,-2 1 0 0,3 5 0 16,-7-7 0-16,0 7-2 0,1 1 1 0,-7 5 0 15,-4 1 0-15,2 5-1 0,-4 2 1 0,-2 6-1 16,0 0 1-16,-4 6-1 0,0 7 1 0,-2-5-1 16,-5 10 1-16,1 3-1 0,-2 3 1 0,0 5-1 15,-6 4 1-15,3 2-4 0,1 0 0 0,2-1 0 16,2 1 1-16,2-6-1 0,3 0 0 0,1-3 0 0,4-9 1 15,-4 1 0-15,4-5 0 0,4 1 0 0,0-8 1 16,-4 0-1-16,5 0 0 0,-1-2 0 0,2 1 0 16,-6-5-2-16,0 0-2829 0</inkml:trace>
  <inkml:trace contextRef="#ctx0" brushRef="#br0" timeOffset="112513.6">17505 11071 200 0,'0'0'0'0,"0"0"0"0,0 0 0 0,0 0 255 0,0 0 1 0,-4-8 0 16,4 4 0-16,-4 0-1 0,-2-1 1 0,0 1-1 15,0 2 1-15,-2-2-195 0,-5 4 1 0,1-4 0 16,0 4 0-16,2-4-1 0,-2 4 1 0,1-2-1 16,3 2 1-16,0-2-26 0,4 2 0 0,-4 0 0 15,6 0 1-15,2-2-1 0,2 2 0 0,2 0 0 16,4 0 0-16,2 0-17 0,5 0 0 0,3 2 0 0,4 0 1 15,9 0-1-15,5-2 0 0,5 0 0 0,10 0 1 16,6 0-18-16,6-2 1 0,4 0-1 0,7 0 1 16,-1-2-1-16,18 0 0 0,-13 0 0 0,-9-1 1 15,-8-3-1-15,-6 2 0 0</inkml:trace>
  <inkml:trace contextRef="#ctx0" brushRef="#br0" timeOffset="113531.17">17894 11124 468 0,'0'0'0'0,"0"0"0"0,0 0 0 0,0 0 225 0,0 0 0 16,0 0 0-16,0 0 1 0,0 0-1 0,0 0 0 0,0 0 0 15,-2 11 0-15,-2-1-156 0,0 4 1 16,0 3-1-16,-2 5 1 0,0 9-1 0,-5 6 1 0,-1 12-1 16,-2 2 1-16,-2 7-26 0,-1 1 0 0,1 1 0 15,2-1 0-15,-5 1 0 0,7-7 0 0,0-4 0 16,0-6 0-16,2-2-28 0,2-10 0 0,3-4 0 16,1-9 0-16,4-18-16 0,0 0-2431 0</inkml:trace>
  <inkml:trace contextRef="#ctx0" brushRef="#br0" timeOffset="113880.07">17369 11539 616 0,'0'0'0'0,"0"0"0"0,0 0 0 0,-12 8 187 16,6-4 1-16,1 2-1 0,-3 2 1 0,2-2-1 16,-2 5 0-16,0 3 0 0,4-4 1 0,-4 7-110 0,2 1 1 15,4 1 0-15,2 1 0 0,2 3-1 0,4-1 1 16,-2 1 0-16,8-1 0 0,2-5-28 0,7 1 1 16,-1-1-1-16,2-3 1 0,9-2-1 0,-5-3 1 15,3-3-1-15,-3-4 1 0,1-2-24 0,-5-4 1 16,-1-5-1-16,-3-1 1 0,-6-2-1 0,0-3 0 15,-8-1 0-15,-4-4 1 0,-4 5-30 0,0-5 0 16,-8 1 0-16,-2 1 1 0,-3 1-1 0,-3 7 0 16,2-2 0-16,-5 6 1 0,-1 6 4 0,2 2 1 0,-3 4 0 15,3 4 0-15,22-10-5 0,0 0-2548 0</inkml:trace>
  <inkml:trace contextRef="#ctx0" brushRef="#br0" timeOffset="115647.86">19620 10975 684 0,'0'0'0'0,"0"0"0"0,0 0 0 0,12-9 176 0,-6 5 0 0,2 0 0 0,5-2 0 0,3 2 0 0,2-2 0 0,2 0 0 0,3 1 0 16,3 1-103-16,3 2 1 0,3 2 0 0,5 0 0 0,2 0-1 16,-1 6 1-16,3 1 0 0,2-1 0 0,-2 2-38 15,3 0 1-15,-1 2 0 0,0-1 0 0,16-1-37 16,-59-8-2122-16</inkml:trace>
  <inkml:trace contextRef="#ctx0" brushRef="#br0" timeOffset="115897.4">19779 11194 528 0,'0'0'0'0,"0"0"0"15,0 0 0-15,0 0 181 0,0 0 0 0,0 0 0 16,0 0 0-16,0 0-1 0,0 0 1 0,0 0 0 15,0 0 0-15,10-4-117 0,-2 2 1 0,4 0 0 16,2 2 0-16,7 0-1 0,-3 0 1 0,6-4-1 16,-3 4 1-16,5 0-8 0,5 0 0 0,-3 4 0 15,5-4 0-15,-1 2-1 0,1 0 1 0,0 0 0 16,-3 0 0-16,-1-2-37 0,-1 0 1 0</inkml:trace>
  <inkml:trace contextRef="#ctx0" brushRef="#br0" timeOffset="116230.46">20381 10714 1052 0,'0'0'0'0,"0"0"0"0,0 0 0 0,0 0 263 16,0 0 0-16,0-8 0 0,0 6 0 0,4-2-185 0,0 2 1 15,0-2-1-15,0 2 1 0,2 2-1 0,5 0 1 16,-1 0-1-16,2 0 1 0,-2 6-24 0,6 2 1 16,-1 4-1-16,1-4 1 0,0 11-1 0,1-3 1 15,1 7-1-15,-2 3 1 0,-2-3-21 0,3 8 0 16,-3 0 0-16,-2 1 0 0,-4 3 0 0,-2 0 0 16,-4 4 0-16,-4 0 0 0,-4 6-21 0,-6-4 1 0,-2 6 0 15,-2-6 0-15,-7 7-1 0,3-7 1 0,-5-2-1 16,3 0 1-16,2-9-20 0,-1-3 0 0,3 0 0 15,0-13 1-15,1-2-1 0,7-4 1 0,-4-8-1 16,4 0 1-16,10 0 4 0,0 0-2652 0</inkml:trace>
  <inkml:trace contextRef="#ctx0" brushRef="#br0" timeOffset="116797.9">19709 10692 356 0,'0'0'0'0,"0"0"0"0,0 0 0 0,0 0 243 0,0 0 1 0,0 0-1 0,0 0 1 0,0 0-1 0,0 0 1 16,0 0-1-16,0 0 1 0,0 0-181 0,0 0 0 16,0 0 0-16,0 0 1 0,0 0-1 0,0 0 0 0,0 0 0 15,0 0 0-15,0 0-14 0,9-5 0 0,-9 5 0 16,0-4 0-16,0 4-1 0,-2-4 1 15,-1 2 0-15,1 2 0 0,-2 0-24 0,0 0 1 0,2 0-1 16,-6 2 1-16,4 2-1 0,-2 0 0 0,0 1 0 16,0-3 1-16,0 4-28 0,-5 2 1 0,1 2 0 15,0 0 0-15,0 3-1 0,-6 1 1 0,1 3 0 16,-1 1 0-16,-2 2 4 0,2 3 0 0,-7 4 0 16,7-3 1-16,-7 3-1 0,7 2 0 0,-4 1 0 0,6-3 1 15,-3 2 1-15,5 0 0 0,2-5 0 0,2 1 0 16,2-1-1-16,2-7 1 0,2-1 0 0,2 1 0 15,2-3 6-15,2-2 1 0,2 1-1 0,2-3 1 16,0 2-1-16,4-6 1 0,3-2-1 0,-5 3 1 16,4-1 4-16,0-2 0 0,2 0 0 0,3 0 1 0,-5 0-1 15,2 0 0-15,3 0 0 0,-1 0 1 0,0 3-5 16,-1-3 0-16,1 2 0 0,-6 0 0 0,-2 2-1 16,2 2 1-16,1 1 0 0,-1 5 0 0,-12-16-12 15,0 0-2832-15</inkml:trace>
  <inkml:trace contextRef="#ctx0" brushRef="#br0" timeOffset="119530.4">22223 11067 244 0,'0'0'0'0,"0"0"0"0,0 0 0 0,0 0 131 0,-8 4 0 0,4-4 0 0,-2 2 0 0,0 2 0 0,1-2 0 0,-3 2 0 0,2-2 0 0,0 0-47 16,2 0 1-16,0 3 0 0,2-5 0 0,-2 0-1 16,0 0 1-16,4 0-1 0,0 0 1 0,0 0-23 0,-4 0 0 15,4 0 0-15,0 0 0 0,4-5-1 0,-4 1 1 16,8-2 0-16,-4 0 0 0,4-4-17 0,4-3 0 16,3 3 0-16,-3-6 1 0,2 1-1 0,4-3 0 15,1 2 0-15,-1-3 0 0,0-1-54 0,3 1 1 16,1-1-1-16,0-1 1 0,3 1-1 0,-5 1 1 15,3 1-1-15,-5 5 1 0,2-3 29 0,-1 6 0 16,1-3 0-16,-6 7 1 0,-2 0-1 0,1 2 0 16,-5 2 0-16,0 2 0 0,-2 0-17 0,-2 2 1 0,0 2-1 15,-4 2 1-15,0 5-1 0,-6-3 0 0,2 4 0 16,-2 2 1-16,-2-1 4 0,2 5 0 0,-2 5 0 16,-5 1 1-16,1 3-1 0,2 4 0 0,-2 6 0 15,2-7 0-15,-1 5 0 0,5-2 0 0,-2 0 0 16,4-2 0-16,2-5 0 0,2-1 0 0,2-5 0 15,2-1 0-15,0-7 2 0,4-6 1 0,-2 1-1 16,5-3 1-16,3-4-1 0,-2 0 0 0,4-4 0 16,3-3 1-16,-1-3 0 0,4-6 0 0,3-3 0 0,3-3 0 15,3-5 0-15,-1-4 0 0,1 1 0 0,1-5 0 16,-1-2-1-16,-3-2 0 0,5-2 0 0,-9 0 0 16,1 4 0-16,-1 2 0 0,-7 0 0 0,-5 6 0 15,-2 9-2-15,-4 3 0 0,-4 11 0 0,-2 6 1 0,-2 0-1 16,-2 6 0-16,2 1 0 0,-6 7 1 0,2 0-1 15,-2 9 0-15,-1 1 0 0,-3 11 0 0,0 10-1 16,-2 1 1-16,-3 7 0 0,-1 2 0 0,2 3-1 16,0-1 1-16,1-4-1 0,7-5 1 0,-2-3-1 15,4-8 1-15,2-4-1 0,2-5 1 0,2-7-2 0,2-9 0 16,4-6 0-16,0-2 0 0,2-4-1 16,-4 0 1-16</inkml:trace>
  <inkml:trace contextRef="#ctx0" brushRef="#br0" timeOffset="122280.4">23668 10956 232 0,'0'0'0'0,"0"0"0"0,0 0 0 0,0 0 134 0,-8-4 0 0,4 4 0 0,2 0 1 0,0 0-1 0,2 0 0 16,0 0 0-16,0-4 0 0,2 4-48 0,4 0 1 16,-2-4-1-16,0 2 1 0,6 2-1 0,2-2 0 15,5 2 0-15,-3 0 1 0,6-2-22 0,-3 2 0 16,5 0 0-16,0 0 1 0,3 0-1 0,1 0 0 16</inkml:trace>
  <inkml:trace contextRef="#ctx0" brushRef="#br0" timeOffset="122847.38">23686 11155 56 0,'0'0'0'0,"0"0"0"0,0 0 0 0,-8 0 157 0,4 0 1 0,-2 0-1 0,2 0 1 0,0 0-1 0,0 0 1 0,2 0-1 16,2-4 1-16,0 4-82 0,2 0 1 0,2-4-1 16,4 2 1-16,-2 0-1 0,6 0 0 0,1-2 0 0,3 2 1 15,2-3-26-15,-2 3 1 0,3 2-1 16,1-4 1-16,0 4-1 0,1 0 1 0,-3 0-1 15,0 0 1-15,-3 0-6 0,1 0 1 0,-6 0 0 0,0 0 0 16,-2 0-1-16,-1 0 1 0</inkml:trace>
  <inkml:trace contextRef="#ctx0" brushRef="#br0" timeOffset="133747.76">24598 10521 328 0,'0'0'0'0,"0"0"0"0,0 0 0 0,0-10 125 0,0 6 0 0,0 0 0 0,2 0 0 15,-2-2 0-15,2 1 0 0,0 1 0 0,0 0 0 0,0 0-38 16,2 4 0-16,-2 4 0 0,2 0 0 0,1 9 0 16,-1 5 0-16,0 5 0 0,2 1 0 0,0 17-20 15,0 13 0-15,0 7 0 0,4 5 0 0,-6 10 0 16,7 2 0-16,1 14 0 0,0-12 0 0,0-8-19 0,-2-9 1 15,3-7-1-15,-1-7 1 0,0-4-1 0,2-8 0 16,-6-2 0-16,3-6 1 0,-3-9-59 0,-2-2 1 16,0-9 0-16,-6-5 0 0,4-2 0 0,-4-2 0 15</inkml:trace>
  <inkml:trace contextRef="#ctx0" brushRef="#br0" timeOffset="134212.81">24437 11110 136 0,'0'0'0'0,"0"0"0"0,0 0 0 15,0 0 241-15,-8-8 1 0,8 4 0 0,0 0 0 16,0-1-1-16,0 1 1 0,-4-2-1 0,2 0 1 15,0 4-178-15,2-2 0 0,-2-4 0 0,-2 4 1 16,0-3-1-16,0 3 0 0,0 0 0 0,0 0 1 16,-4-2-21-16,1 4 1 0,1 0 0 0,-2 0 0 15,0 2-1-15,2 2 1 0,-4 4 0 0,0 2 0 16,-1 0-20-16,3 7 1 0,-4-3-1 0,4 7 1 0,0 3-1 16,2 3 0-16,2 3 0 0,0 5 1 15,4 0-29-15,4-2 1 0,6 0 0 0,4-1 0 0,4-7 0 16,7-1 0-16,3-3 0 0,3-7 0 0,1-4 6 0,7 1 1 15,-4-9 0-15,-1-4 0 0,5-5-1 16,-7-1 1-16,1-2-1 0,-5-9 1 0,-1-1-2 0,-7-1 1 16,-1-6 0-16,-7-1 0 0,-4 1-1 0,-6-4 1 15,-4 0-1-15,-4 3 1 0,-6-1 7 0,-5 0 0 16,-1 6 0-16,-2 1 1 0,-3 1-1 0,-3 7 0 16,-3-1 0-16,1 5 1 0,-3 8 2 0,1 0 1 0,-3 4 0 15,1 4 0-15,-1 2-1 0,3 6 1 0,-1 3-1 16,3-1 1-16,1 3-2 0,3 3 0 0,7-3 0 15,1 1 0-15,4-4 0 0,4 3 0 0</inkml:trace>
  <inkml:trace contextRef="#ctx0" brushRef="#br0" timeOffset="136831.16">25030 11055 540 0,'0'0'0'0,"0"0"0"0,0 0 0 0,0 0 167 0,0 0 1 0,0 0-1 15,0 0 1-15,0 0-1 0,0 0 1 0,12 2-1 16,-6-2 1-16,2 2-90 0,2-2 1 0,2 4-1 16,5-4 1-16,1 0-1 0,0 0 0 0,3 0 0 15,-1 0 1-15,2 0-25 0,-1 0 1 0,1 0-1 16,1 0 1-16,1 0-1 0,-6 0 0 0,3-4 0 15,-7 0 1-15,2-1-26 0,-2-1 1 0,-1 2 0 16,-3-4 0-16,0 0-1 0,-6 0 1 0,0-3 0 16,-2 1 0-16,-2 2-31 0,-2 0 1 0,-4-3-1 0,0 1 1 15,-2 0-1-15,-2 0 1 0,-3-1-1 0,1 5 1 16,-4-4 6-16,2 2 1 0,-5 2-1 0,1 4 1 16,0 2-1-16,-3 0 1 0,1 0-1 0,0 0 1 15,1 4-5-15,-1 2 0 0,-4 2 0 0,1 4 1 0,1-1-1 16,1 1 0-16,3 2 0 0,0 7 1 0,-1-7 2 15,5 7 0-15,-2 1 0 0,4 5 1 16,2-5-1-16,3 9 0 0,3-4 0 0,4 2 0 0,4-1-2 16,7 1 0-16,-1-2 0 0,4-1 1 0,4-1-1 15,3 0 0-15,1-7 0 0,1 0 0 0,5-1 1 0,0-7 0 16,3-2 0-16,-2 1 0 0,3-5 0 16,1-2 0-16,-1 0 0 0,1-2 0 0,-5 0 4 0,3-2 1 15,-1 0-1-15,-3 2 1 0,-3-4-1 0,-8-1 1 16,1-1-1-16,-3 2 1 0,-14 4-9 0,0 0-2559 0</inkml:trace>
  <inkml:trace contextRef="#ctx0" brushRef="#br0" timeOffset="138216.46">25380 10431 232 0,'0'0'0'0,"0"0"0"0,0 0 0 0,0 0 87 0,0 0 0 0,0 0 0 0,-8-12 0 0,5 8 0 0,3 0 0 15,-2-3 0-15,2 3 0 0,0-4 7 0,0 0 0 16,2 0 0-16,1 2 0 0,1-5 0 0,2 1 0 15,0 0 0-15,2 2 0 0,-4-1-29 0,4 3 0 16,0-2 0-16,0 4 1 0,3-2-1 0,-1 2 0 16,0 0 0-16,-2 1 0 0,2 3-21 0,0 0 1 15,1 0-1-15,-1 3 1 0,0 1-1 0,-2 0 1 16,0 2-1-16,-2 2 1 0,0 2-51 0,3 3 1 0,-9 1 0 16,2 2 0-16,-2-3-1 0,-2 5 1 0,-2 1 0 15,-3-1 0-15,1 3 25 0,0-7 0 0,-2 6 0 16,0-5 1-16,-4 1-1 0,0-1 0 0,-1-3 0 15,3-4 1-15,2-2-8 0,-2 2 0 0,0-3 0 16,4-5 0-16,-5 0 0 0,3 0 0 0,2 0 0 16,2-5 0-16,2 5-2 0,2-6 0 0,0 2 0 0,0 0 0 15,0 0-1-15,2 0 1 0,0 4 0 16,2 0 0-16,2 0-1 0,2-4 1 0,1 4-1 16,3 0 1-16,0 4-1 0,2-4 0 0,0 2 0 0,5 2 1 15,-1 0-1-15,2 0 1 0,1 4-1 0,-1-3 1 16,-2 1-1-16,1 0 0 0,-1 0 0 0,-2 2 1 15,1-4-4-15,-3 2 1 0,0 1-1 0,-2-1 1 16,-12-6-8-16,0 0-2298 0</inkml:trace>
  <inkml:trace contextRef="#ctx0" brushRef="#br0" timeOffset="138785.79">25813 10392 348 0,'0'0'0'0,"0"0"0"0,0 0 0 0,0 0 234 0,0 0 0 0,0 0 0 0,0 0 1 15,0 0-1-15,0 0 0 0,0 0 0 16,0 0 0-16,0 0-172 0,0 0 1 0,0 0-1 0,0 0 1 15,0 0-1-15,0 0 1 0,0 0-1 0,8 8 1 0,-4 0-20 16,2 1 1-16,1 1-1 0,-1 0 1 16,2 3-1-16,0-3 0 0,2 2 0 0,0 0 1 15,1 1-22-15,-1 1 0 0,0-4 0 0,-2 1 1 0,0-1-1 16,2-4 0-16,-6 0 0 0,2 0 1 0,1 2-24 16,-1-3 1-16,0-5-1 0,0 4 1 0,0-4-1 15,0-4 1-15,0-1-1 0,-2-1 1 0,4-2 1 0,1 0 1 16,-1-4 0-16,2-1 0 0,0-3-1 0,0-1 1 15,0-1-1-15,1 2 1 0,1-7 8 0,0 0 1 16,-2 3-1-16,2 2 1 0,-1-3-1 0,-3 3 1 16,2 3-1-16,0-1 1 0,0 3 1 0,-4 7 1 15,0-4-1-15,1 4 1 0,-3 0-1 0,0 2 1 16,-2 4-1-16,0-4 1 0,-2 4-2 0,2-5 0 16,-2 5 0-16,0 0 1 0,0 0-12 0,0 0-2613 0</inkml:trace>
  <inkml:trace contextRef="#ctx0" brushRef="#br0" timeOffset="143112.62">21889 10068 424 0,'0'0'0'0,"-8"-8"0"0,4 2 0 0,0-1 111 0,0 7 1 16,0-4-1-16,0 4 1 0,4 9-1 0,0-1 1 16,2 10-1-16,0 5 1 0,2-1-39 0,2 13 1 0,0 12-1 15,2 13 1-15,-4 10-1 0,2 3 1 0,0 7-1 16,1 5 1-16,-3-5-16 0,0 32 0 0,-4-28 0 16,0 3 1-16,-2 1-1 0,-2 4 0 0,2 0 0 15,-2 7 0-15,1 5-13 0,6-1 0 0,1 2 0 16,2-3 0-16,4 3-1 0,2-9 1 0,2-6 0 15,3-6 0-15,-7-10-56 0,-2-8 0 0,-2-13 0 16,-2-14 1-16,-4-6-1 0,-4-12 0 0,0-9 0 16,-4-14 1-16,2-17 32 0,4-11 1 0</inkml:trace>
  <inkml:trace contextRef="#ctx0" brushRef="#br0" timeOffset="143595.26">22469 12055 384 0,'-10'0'0'16,"-4"-8"0"-16,-5 2 0 0,-1-2 206 0,-8 4 0 16,-5-6 0-16,-6 1 1 0,1 1-1 0,-3 4 0 15,0 0 0-15,3-2 0 0,-1 4-197 0,4 2 0 0,5 0 0 16,-1 4 0-16,5 0 0 0,1 0 0 0,5 0 0 16,6 0 0-16,2 2 0 0,8 3 0 0,2-1 0 15,4-4 0-15,6 2-1 0,8-2 1 0,2 0 0 16,11 0 0-16,12 0-9 0,18-4 1 0,8-4-1 15,24 0 1-15,21-4-1 0,23-6 1 0,68-9-1 16,-28-1 1-16,12 1 9 0,15-4 1 0,5 1-1 16,7 3 1-16,2 3-1 0,4 3 0 0,-7 5 0 15,-1 4 1-15,-10-1-10 0,-9 5 1 0,-10 0-1 0,-4-2 1 16,-10-2-1-16,-8-4 1 0,-11 1-1 0,-1 1 1 16,-11-2 0-16,-3 4 0 0,-9-7 0 0,-6 3 0 15,-8 4 0-15,-8-1 0 0,-13 3 0 0,-7-2 0 16,-5 0 19-16,-8 2 1 0,-3-2 0 0,-15-1 0 15,-7 5-1-15,-13-2 1 0,-7 6 0 0,-13-2 0 16,-13 2-22-16,0 0-1849 0</inkml:trace>
  <inkml:trace contextRef="#ctx0" brushRef="#br0" timeOffset="143846.22">27315 10203 532 0,'0'0'0'0,"-6"-14"0"0,0 0 0 0,-2 1 201 0,-2-5 0 0</inkml:trace>
  <inkml:trace contextRef="#ctx0" brushRef="#br0" timeOffset="144012.91">27167 10068 784 0,'0'0'0'0,"0"0"0"15,0 0 0-15,-11 6 204 0,5-2 1 0,0 0 0 16,-2 5 0-16,0 5-1 0,0 0 1 0,0 9 0 0,0 6 0 16,-1 12-181-16,-1 12 1 0,2 13 0 0,0 16 0 15,4 16-1-15,0 9 1 0,8 36-1 0,2-32 1 16,4-4-16-16,2-11 1 0,3-6 0 0,-3-6 0 15,0-10-1-15,0-6 1 0,-2-9-1 0,-3-5 1 0,1-13-4 16,0 2 1-16,-2-8-1 0,4-5 1 0,2-7-1 16,-2-2 1-16,3-3-1 0,-1 0 1 0,2-7-6 15,0-5 0-15</inkml:trace>
  <inkml:trace contextRef="#ctx0" brushRef="#br0" timeOffset="194378.78">16009 12695 152 0,'0'0'0'0,"0"0"0"0,0 0 0 0,0 0 48 0,-8-6 1 16,4 4-1-16,0-2 1 0,4 2-1 0,-4 0 1 16,2 0-1-16,0 0 1 0,0 2 15 0,2 0 1 15,0 0-1-15,0 4 1 0,2 4-1 0,2 4 1 0,4-1-1 16,-4 5 1-16,4 3 8 0,-2 1 0 0,5 5 0 16,3 3 1-16,-4 1-1 0,4 6 0 0,1 0 0 15,-3 0 1-15,2 4-22 0,2-6 1 0,-4 3 0 16,7 1 0-16,-7-2-1 0,2-4 1 0,3-4 0 15,-7-1 0-15,4-1-65 0,0-2 0 0,-4-5 0 16,3-2 0-16,-1-1 0 0,0-3 0 0,-2-2 0 16,-2-1 0-16,0-3 43 0,1 0 0 0,-5-2 0 0,0 2 1 15,-2-6-1-15,2 0 0 0,-2 0 0 16,0-6 0-16,-2 0-15 0,2-2 0 0,-2-3 0 0,0-5 0 16,0-3-1-16,0-3 1 0,-2-3 0 0,0-3 0 15,-2-7-3-15,0-8 1 0,0 2-1 0,0 2 1 16,0-2-1-16,-5 6 0 0,3-4 0 0,0 8 1 15,0 0 2-15,0 3 0 0,0 3 0 0,2 8 0 16,-4 1 0-16,4 4 0 0,0 4 0 0,-1-3 0 0,1 3-5 16,0 0 1-16,2 0 0 0,2 2 0 0,0-1-1 15,0 1 1-15,0-2 0 0,0-2 0 0,2 0-3 16,2-1 1-16,2-1-1 0,3 2 1 0,1-5-1 16,4-1 1-16,6-3-1 0,1-1 1 0,5 2-1 0,5-5 0 15,7-2 0-15,1 1 0 0,4-1 0 0,4 7 0 16,-3-5 0-16,3 5 0 0,4 1-4 0,-4 5 1 15,0 4-1-15,2 2 1 0,-3 1-1 0,1 1 1 16,-2 4-1-16,-4 4 1 0,-3 1-1 0,-1-3 0 16,-4 4 0-16,-7 0 0 0,0-2-1 0,-1 4 1 15,-11-4 0-15,-2 2 0 0,-12-6-5 0,0 0-2178 0</inkml:trace>
  <inkml:trace contextRef="#ctx0" brushRef="#br0" timeOffset="195146.54">16642 12519 20 0,'0'0'0'0,"0"0"0"0,0-8 0 0,0 2 201 0,0-1 1 0,4 1 0 15,-4 0 0-15,4 2-1 0,-4-2 1 0,5 0-1 16,-5 2 1-16,4 0-175 0,-4 4 1 0,4-5 0 15,-2 5 0-15,2 5-1 0,0-1 1 0,0 0 0 16,4 4 0-16,-4 2-9 0,4 7 1 0,-4 1 0 16,2 5 0-16,1 3-1 0,-1 3 1 0,2 8 0 15,-4-2 0-15,-4 2-12 0,4 2 0 0,-4 4 0 16,0-2 1-16,-4-2-1 0,4 2 0 0,-4-4 0 0,0 0 1 16,-2-3-9-16,2 1 0 0,-1-2 0 0,1-4 1 15,0-4-1-15,0-1 0 0,0-10 0 0,0-1 1 16,4-7-2-16,-4 0 1 0,4-2 0 0,0-4 0 15,0-2-1-15,0-2 1 0,0-2 0 0,4-2 0 16,0-9 0-16,0-1 0 0,0-5 0 0,2-1 1 0,1-1-1 16,3-2 0-16,-2-1 0 0,0 3 1 0,4 0 15 15,2 3 1-15,-5 1-1 0,1 7 1 0,0 2-1 16,0 1 0-16,2 7 0 0,-4 4 1 0,1 4-1 16,1 1 1-16,-6 3 0 0,4 2 0 0,-4 2-1 0,0 3 1 15,2 1-1-15,2 3 1 0,-4-1-3 0,5 2 0 16,-5-1 0-16,0 4 0 0,-2 1 0 0,0-1 0 15,0 3 0-15,0-3 0 0,-2 2-3 0,0-3 0 16,-2 3 0-16,0-1 0 0,0-1-1 0,0 1 1 16,2 1 0-16,0 0 0 0,0-5-5 0,2 1 0 15,0-5 0-15,0 3 1 0,2-7-1 0,-2 2 0 16</inkml:trace>
  <inkml:trace contextRef="#ctx0" brushRef="#br0" timeOffset="195783.77">17772 12718 360 0,'0'0'0'0,"0"0"0"0,0 0 0 0,10 0 182 0,-2-2 1 0,4 0 0 0,1 0 0 15,1 0-1-15,6-2 1 0,-4 2-1 0,7 0 1 0,-5 2-167 16,3 0 1-16,-1 2 0 0,2 0 0 0,-22-2-17 16,0 0-1416-16</inkml:trace>
  <inkml:trace contextRef="#ctx0" brushRef="#br0" timeOffset="195978.1">17589 12888 376 0,'0'0'0'16,"0"0"0"-16,0 0 0 0,0 0 105 0,0 0 1 0,0 0 0 15,0 0 0-15,0 0-1 0,14 0 1 16,0 0 0-16,-2 0 0 0,7 0-79 0,-3 2 0 0,6 0 0 15,5 0 0-15,3 2-1 0,7 1 1 0,0-1 0 16,5 0 0-16,1 0-13 0,0 0 1 0</inkml:trace>
  <inkml:trace contextRef="#ctx0" brushRef="#br0" timeOffset="196861.52">18270 12925 208 0,'0'0'0'0,"0"0"0"0,0 0 0 0,0 0 103 0,0 0 0 0,0 0 0 0,0 0 1 16,0 0-1-16,0 8 0 0,0-2 0 0,0 1 1 16,5 3-59-16,-1 2 1 0,2 7-1 0,0-3 1 0,2 5-1 15,2 3 0-15,0 7 0 0,1 0 1 16,3 4-2-16,-2-1 0 0,2-1 0 0,3 2 1 16,-5-4-1-16,2-7 0 0,2 1 0 0,-4 0 1 0,-1-7-16 15,1 1 1-15,0-3 0 0,-2-4 0 0,-2 1-1 16,1-5 1-16,-5-2 0 0,2-2 0 0,0-2-36 15,2-2 0-15,-2-4 0 0,2-2 0 0,0-2 0 16,0-5 0-16,1 1 0 0,1-6 0 0,-2-1 20 0,-4-3 0 16,2-3 0-16,0-6 0 0,0-2-1 15,-2-6 1-15,0-2 0 0,-4-6 0 0,0-2 7 0,0-6 0 16,-6-1 0-16,0-3 0 0,0-5 0 0,-2 3 0 16,0-5 0-16,-4-12 0 0,1 6 0 0,3 9 0 15,4 5 0-15,-4 5 1 0,4 10-1 0,-2 4 0 16,0 12 0-16,0 1 0 0,2 11 1 0,0 11 0 0,0 6 0 15,-1 2 0-15,-3 5 0 0,2-5 0 0,0-2 0 16,0 2 0-16,2 0-5 0,-4-2 0 0,4 2 0 16,0-2 0-16,2 2 0 0,0 0 0 0,2-4 0 15,0 4 0-15,0-2-4 0,2 3 0 0,0-3 0 16,6 0 0-16,4 2-1 0,0-4 1 0,7 2 0 16,3-2 0-16,6 0-9 0,7-2 0 0,12 0 0 15,14-4 1-15,4-1-1 0,16-1 0 0,1 2 0 16,18 0 0-16,-7 2-3 0,-3 2 1 0,-9 2 0 15,1 0 0-15,-7 2-1 0,-2 0 1 0,0-2-1 0,-5 0 1 16,-5 0 0-16,-6-2 0 0,-2 0 0 0,-3-2 1 16,-9 0-1-16,2-3 0 0</inkml:trace>
  <inkml:trace contextRef="#ctx0" brushRef="#br0" timeOffset="198010.34">19416 12435 128 0,'0'0'0'0,"0"0"0"0,0 0 0 0,2-10 225 0,-2 6 0 0,4-1 0 16,-4-1 0-16,0 4-1 0,0-2 1 0,0-2 0 16,5 4 0-16,-5 2-172 0,0-2 0 15,0 2 0-15,0 0 1 0,0 0-1 0,0 0 0 0,0 2 0 16,-5 2 1-16,1 4-33 0,0 2 1 0,0 3-1 16,-2 3 1-16,0 5-1 0,0 3 1 0,-2 3-1 15,0 4 1-15,-3 4-15 0,3-1 0 0,0 3 0 16,4-2 1-16,-4 0-1 0,4-4 0 0,2 0 0 15,2-3 1-15,2-3-4 0,0 2 0 0,2-9 0 16,2 1 0-16,2-5 0 0,-2-4 0 0,3 0 0 0,1-1 0 16,0-1-12-16,-2-4 0 0,4-4 0 0,2 0 0 15,-1 0 0-15,3-4 0 0,2 0 0 0,-3-2 1 16,-15 6 7-16,0 0-1914 0</inkml:trace>
  <inkml:trace contextRef="#ctx0" brushRef="#br0" timeOffset="198293.96">19164 12681 316 0,'0'0'0'16,"0"0"0"-16,0 0 0 0,0 0 179 0,0 0 1 16,0 0-1-16,0 0 1 0,8 4-1 0,-4-4 0 0,2 2 0 15,7-2 1-15,-3 0-127 0,6 0 0 0,4 0 0 16,-1 0 0-16,7-2-1 0,7 0 1 0,1-2 0 16,1 0 0-16,4 2-40 0,-1-2 1 0</inkml:trace>
  <inkml:trace contextRef="#ctx0" brushRef="#br0" timeOffset="198711.45">19017 13013 448 0,'0'0'0'0,"0"0"0"0,0 0 0 0,0 0 105 0,0 0 1 0,0 0-1 16,0 0 1-16,0 0-1 0,5 8 1 0,1-8-1 16,6 3 1-16,-2-1-67 0,6 0 0 0,5 0 0 15,-1 2 1-15,4-2-1 0,9 0 0 0,2 4 0 16,7-6 0-16,-3 4-11 0,6-4 1 0,2 0-1 15,-1 0 1-15,28 0-29 0,-74 0-1290 0</inkml:trace>
  <inkml:trace contextRef="#ctx0" brushRef="#br0" timeOffset="199211.8">19243 13106 224 0,'0'0'0'16,"0"0"0"-16,0 0 0 0,0 0 142 0,0 0 1 16,-2 8-1-16,-2-2 1 0,4 0-1 0,-4 4 0 15,4-1 0-15,-4 3 1 0,-2 4-104 0,2 1 1 0,0 1-1 16,0 3 1-16,0 3-1 0,0 1 0 0,0-1 0 16,-5 5 1-16,3 0 7 0,-2-2 0 0,0 1 0 15,0 1 1-15,-4-4-1 0,2-1 0 0,1-1 0 16,1-5 0-16,4-7-14 0,0-1 1 0,4-6-1 15,0-4 1-15,0-4-1 0,8-2 1 0,0-5-1 16,5-3 1-16,5-4-44 0,0-7 1 0,7-2 0 16,1-3 0-16,1-1-1 0,1-2 1 0,3 2 0 15,-5 0 0-15,3 7 25 0,-3 1 1 0,-4 3-1 0,3 9 1 16,1-1-1-16,-7 8 1 0,1 6-1 0,-8 4 1 16,0 7-8-16,-1 3 1 0,-5 2 0 0,-4 5 0 15,-2 4-1-15,-2 3 1 0,0 1 0 0,-7 6 0 16,1 0-2-16,-2-4 1 0,0 2-1 0,0-5 1 15,10-30-9-15,0 0-1870 0</inkml:trace>
  <inkml:trace contextRef="#ctx0" brushRef="#br0" timeOffset="202743.37">20648 12976 108 0,'0'0'0'0,"0"0"0"0,0 0 0 0,0 0 180 0,0 0 1 0,0 0-1 0,0 0 1 16,0 0-1-16,0 0 0 0,0 0 0 0,0 0 1 0,8 11-134 15,0-11 1-15,-2 4-1 0,8-4 1 0,5 2-1 16,-1-2 0-16,6 2 0 0,11-4 1 0,4 2-18 15,1 0 1-15,11-2-1 0,4 2 1 0,0 0-1 16,2 0 1-16,-2 0-1 0,2 2 1 0,-2-2-44 0,2 2 0 16</inkml:trace>
  <inkml:trace contextRef="#ctx0" brushRef="#br0" timeOffset="203043.81">20831 13241 372 0,'0'0'0'0,"0"0"0"0,0 0 0 16,6 2 66-16,2 2 1 0,6-4 0 0,3 0 0 16,3 4-1-16,6-4 1 0,3 0-1 0,6 0 1 15,7 0-49-15,3-4 1 0,6 4-1 0,-2 0 1 16,2 0-1-16,4 0 0 0,-2-4 0 0,-3 2 1 0,5 0-7 16,-2 2 0-16</inkml:trace>
  <inkml:trace contextRef="#ctx0" brushRef="#br0" timeOffset="203643.81">20668 13631 160 0,'0'0'0'0,"0"0"0"16,-2-11 0-16,0 5 81 0,2-2 0 0,0 2 0 15,0-2 1-15,0-1-1 0,0 3 0 0,2 2 0 16,-2 0 1-16,2-2-62 0,-2 4 1 0,0 0-1 0,2 4 1 16,0 0-1-16,-2 0 0 0,0 2 0 0,0 2 1 15,2 5-6-15,0 3 1 0,-2 0 0 0,2 3 0 16,-2 1-1-16,0 5 1 0,0-1-1 0,0 3 1 16,-2 2-6-16,0-1 0 0,0 1 0 0,0-3 1 15,0 3-1-15,0-2 0 0,0-3 0 0,-2 3 1 0,0-9-14 16,0 1 1-16,0-5 0 0,0 0 0 0,0-8-1 15,-1-2 1-15,5-2 0 0,0-2 0 0,0 2 5 16,0-4 0-16,3-6 0 0,1-2 0 0,4-3-1 16,2 1 1-16,-4-4 0 0,6-1 0 0,4-1 19 0,-3-1 1 15,3 1-1-15,2 1 1 0,3 5-1 0,-3-1 1 16,2 1-1-16,1 4 1 0,-1 2 5 0,0-1 1 16,3 7-1-16,-3 0 1 0,3 2-1 0,-5 4 0 15,2 1 0-15,-4 3 1 0,-1 0 0 0,1 2 0 16,-4 0 0-16,-2 1 0 0,-1 3 0 0,-1 0 0 15,-2 1 0-15,-4 1 0 0,0 1-2 0,-2-1 0 16,-4 0 0-16,0 5 0 0,-2-5 0 0,-3 7 0 16,-3-1 0-16,2 1 0 0,2 2-6 0,-4 1 1 15,2-1 0-15,-1-1 0 0,5 1-1 0,2 0 1 0</inkml:trace>
  <inkml:trace contextRef="#ctx0" brushRef="#br0" timeOffset="203994.68">21342 13791 284 0,'0'0'0'0,"0"0"0"0,0 0 0 0,0 0 164 0,-8-4 1 0,6 1-1 0,2 1 1 0,-3 2-1 0,1-2 0 16,0 0 0-16,0 0 1 0,0 2-124 0,2-4 0 15,0 4 0-15,2 0 1 0,0-4-1 0,2 4 0 16,3 0 0-16,1 0 1 0,6 0-15 0,-2 0 0 15,4 0 0-15,5 0 0 0,1 4-1 0,5-4 1 16,-1 4 0-16,3-4 0 0,1 2-25 0,3 0 0 16,-3 0 0-16,-1 0 0 0,-1 1-1 0,-1-1 1 0</inkml:trace>
  <inkml:trace contextRef="#ctx0" brushRef="#br0" timeOffset="204227.13">21327 13971 444 0,'0'0'0'0,"0"0"0"0,0 0 0 15,0 0 118-15,13 0 0 0,-5-2 0 0,2 2 0 16,2-2-1-16,4 0 1 0,3 0 0 0,1 0 0 0,3 0-65 15,1 0 0-15,-2 0 0 0,3 2 1 0,1 0-1 16,-5 0 0-16</inkml:trace>
  <inkml:trace contextRef="#ctx0" brushRef="#br0" timeOffset="204644.91">21893 13821 196 0,'0'0'0'0,"0"0"0"16,0 0 0-16,-10-2 141 0,6 2 1 0,0 2-1 16,0-2 1-16,0 2-1 0,2-2 1 0,0 0-1 15,-2 0 1-15,4 0-108 0,0 0 0 0,0 0 0 16,0 0 1-16,0 0-1 0,2 0 0 0,0 0 0 15,2-2 0-15,4 0 5 0,2 0 1 0,2 0 0 16,1-4 0-16,1 4-1 0,0-6 1 0,4 2-1 16,1 0 1-16,-3-3-16 0,2 3 0 0,-1-4 0 0,1 2 0 15,0 0-1-15,-2-1 1 0,1 3 0 16,-3 2 0-16,2 0-29 0,-6 0 0 0,1 4 0 0,-1 0 1 16,-6 0-1-16,0 0 0 0,0 0 0 0,-2 4 1 15,0 0 13-15,-4 2 1 0,0 0-1 0,-2 3 1 0,0 1-1 16,0 4 0-16,4-2 0 0,-8 3 1 15,4-3 6-15,-3 7 0 0,1-5 0 0,2 2 0 0,2-1 0 16,-2 1 0-16,0-4 0 0,-2 7 0 0,2-5 1 16,0 3 0-16,4-3 0 0,0 0 0 0,0 1-1 15,2-1 1-15,0 0 0 0,0 1 0 0,0-1-4 16,4-4 0-16</inkml:trace>
  <inkml:trace contextRef="#ctx0" brushRef="#br0" timeOffset="204829.06">21879 14088 568 0,'0'0'0'16,"0"0"0"-16,0 0 0 0,0 0 161 0,0 0 0 0,0 0 0 16,0 0 1-16,14-4-1 0,-4 6 0 0,5-2 0 15,3 0 0-15,4 0-109 0,5 2 1 0,5-2 0 16,5 2 0-16,4 2-1 0,4 0 1 0,-3-2 0 15,3 2 0-15,38 5-53 0,-83-9-1710 0</inkml:trace>
  <inkml:trace contextRef="#ctx0" brushRef="#br0" timeOffset="207878.77">22048 12933 100 0,'0'0'0'0,"0"0"0"0,0 0 0 0,0 0 28 0,0 0 1 0,0 0-1 15,0 0 1-15,0 0-1 0,0 0 1 0,0 0-1 16,6-8 1-16,-4 8 18 0,0 0 0 0,0 0 0 16,2 4 0-16,0 0 0 0,2-2 0 0,3 7 0 15,-3 3 0-15,2-2 24 0,0 4 1 0,0 3-1 16,6-1 1-16,1-1-1 0,-1 1 0 0,8 0 0 0,5 3 1 15,5-7 1-15,-1 3 1 0,5-3 0 0,5 6 0 16,2-5-1-16,-5 1 1 0,1 2-1 0,0-1 1 16,-7-1-105-16,1 3 1 0,0-3-1 0,-3-2 1 15,-3 3-1-15,-5-3 1 0,-2-6-1 0,-5 2 1 16,-1-4 83-16,-4 0 0 0,-4-4 0 0,2 0 1 0,-2-2-1 16,-2-2 0-16,-2-4 0 0,-2 0 0 0,-4-2-38 15,0-3 0-15,-2-1 0 0,-2-2 0 0,-4-5 0 16,2 3 0-16,-1-1 0 0,1-8 0 0,0 1 5 15,0-5 0-15,-2-2 0 0,2-4 0 0,-3-2 0 16,1-6 0-16,2 2 0 0,0-2 0 0,2-2 2 0,-1 2 1 16,1 6 0-16,4 4 0 0,-6 10-1 0,4 5 1 15,-2 7-1-15,0 7 1 0,6 6-6 0,-2 0 1 16,0 0 0-16,-3-4 0 0,5 4-1 0,0 0 1 16,2 0-1-16,4 0 1 0,3-4-7 0,1 4 1 15,4 0-1-15,10-2 1 0,5 2-1 0,15-2 1 0,11 2-1 16,19 2 1-16,11-2-1 0,13 2 0 15,3 2 0-15,36 2 1 0,-40 3-1 0,-7-3 0 0,-7 4 0 16,-7-2 1-16,-3 0-6 0,-4-1 1 0,-4 1-1 16,-6-4 1-16,-6 0-1 0,-2 0 0 0,-2-4 0 15,-5 2 1-15,-42-2-7 0,0 0-2160 0</inkml:trace>
  <inkml:trace contextRef="#ctx0" brushRef="#br0" timeOffset="208695.02">23338 12784 156 0,'0'0'0'0,"0"0"0"0,0 0 0 0,0 0 223 0,0 0 0 0,0 0 0 0,0 0 0 0,-8-7-1 0,8 5 1 16,-2 2 0-16,2 0 0 0,0 0-193 0,0 0 0 16,0 2 0-16,0 0 0 0,2 3-1 0,0-1 1 15,0 0 0-15,0 6 0 0,0 2-8 0,0 1 1 16,0 1 0-16,0 4 0 0,0 5-1 0,7 0 1 15,-5 1-1-15,0 7 1 0,4 0-15 0,0-5 0 16,6 7 0-16,-2-2 1 0,3-4-1 0,5 1 0 0,-2-1 0 16,3 0 1-16,-3-9-7 0,2 5 1 0,3-3-1 15,-1-5 1-15,3 1-1 0,-7-2 0 0,2 3 0 16,3-7 1-16,-3 2-3 0,0-3 0 0,1-1 0 16,-1 0 0-16,-2-2 0 0,3-2 0 0,-1-4 0 15,7 0 0-15,-5 0 0 0,2 0 1 0,-1-4-1 16,3-2 1-16,23-8-1 0,-49 14-1835 0</inkml:trace>
  <inkml:trace contextRef="#ctx0" brushRef="#br0" timeOffset="209076.68">23289 13101 216 0,'0'0'0'0,"0"0"0"0,0 0 0 0,-2-10 197 0,2 6 1 0,-2 2 0 16,4 0 0-16,-2 0-1 0,2 0 1 0,-2 2 0 15,5-4 0-15,1 4-154 0,6-4 0 0,-2 2 0 16,4 0 0-16,5 0-1 0,1 0 1 0,4-1 0 16,5 1 0-16,-1 0-19 0,1-2 0 0,3 2 0 15,3 0 1-15,-9-2-1 0,5 4 0 0,-7-4 0 16,3 4 0-16,-5 0-23 0,-1 0 1 0</inkml:trace>
  <inkml:trace contextRef="#ctx0" brushRef="#br0" timeOffset="-199102.96">5682 13612 640 0,'0'0'0'0,"0"0"0"0,0 0 0 0,0 0 165 0,-4-10 1 0,4 4-1 0,0 0 1 0,-4-3-1 0,4 1 0 16,-4-2 0-16,4 0 1 0,-4-1-87 0,0-1 0 16,0 2 0-16,2-2 0 0,-2 1 0 0,0 1 0 15,-4 4 0-15,4-2 0 0,-5 2-19 0,1 1 0 16,2 1 0-16,-6 4 0 0,4 0-1 0,-6 4 1 0,1 3 0 15,1-1 0-15,0 6-23 0,2 0 0 0,-2 5 0 16,3 1 1-16,-1 1-1 0,6 5 0 0,0 1 0 16,4 4 0-16,0-7-42 0,8 5 0 0,-2-3 0 15,11-1 1-15,-1 2-1 0,6-1 1 0,5-3-1 16,3-5 1-16,7 1 16 0,2-5 1 0,1-2-1 16,3-2 1-16,4-4-1 0,0-4 0 0,-5-4 0 15,5-4 1-15,-2 0-4 0,-4-2 0 0,4-5 0 16,-7 3 0-16,-5-8 0 0,-1-1 0 0,-3-4 0 0,-3 3 0 15,-9-9 5-15,-3 0 0 0,-2 1 0 0,-8-11 1 16,-4-3-1-16,0-3 0 0,-8 0 0 0,0-2 1 16,-6 2-2-16,-7 4 0 0,-1 2 0 0,-7 4 1 15,-1 6-1-15,-1 8 0 0,-7 3 0 0,3 3 0 16,-4 5 0-16,5 2 0 0,-1 4 0 0,5 2 0 16,5 4 0-16,7 4 0 0,6 2 0 0,4 0 0 0,1 2-6 15,5-4 0-15,2-2 0 0,2 0 0 0,5 1-1 16,1 1 1-16,0-2 0 0,4 0 0 0,6 2-5 15,7 0 1-15,1 4-1 0,5-4 1 0,-1 0-1 16,9 2 1-16,0-1-1 0,3-1 1 0,1-4-2 0,4 4 0 16,-4-4 0-16,-3 0 1 0,3 0-1 0,0-4 0 15,-11 4 0-15,3 0 0 0,-4-4-4 0,-9 2 0 16</inkml:trace>
  <inkml:trace contextRef="#ctx0" brushRef="#br0" timeOffset="-196986.47">6749 13378 488 0,'0'0'0'0,"0"0"0"0,0 0 0 0,0 0 162 0,0 0 1 0,8-2-1 15,0 0 1-15,0 0-1 0,3 0 0 0,5-2 0 16,-2 4 1-16,6-6-96 0,1 2 0 0,5 0 0 16,5-2 0-16,-1-1-1 0,5 3 1 0,-1-4 0 15,3 2 0-15,-2 0-103 0,1 0 0 0</inkml:trace>
  <inkml:trace contextRef="#ctx0" brushRef="#br0" timeOffset="-196703.4">6881 13512 572 0,'0'0'0'16,"0"0"0"-16,0 0 0 0,0 0 166 0,0 0 1 16,0 0-1-16,0 0 1 0,4 6-1 0,0-6 1 0,7 2-1 15,1 0 1-15,0-2-112 0,6 2 1 0,-1 0-1 16,5 0 1-16,2 0-1 0,7 2 0 0,-1 0 0 16,-3 0 1-16,32 1-56 0,-59-5-1761 0</inkml:trace>
  <inkml:trace contextRef="#ctx0" brushRef="#br0" timeOffset="-195469.79">7836 13007 320 0,'0'0'0'0,"0"0"0"0,0 0 0 0,0 0 190 0,0 0 1 0,0-8 0 0,0 6 0 0,0-2-1 16,0 2 1-16,0-2-1 0,0 0 1 0,0 1-129 16,0 1 1-16,4 0 0 0,-4 2 0 0,4 2-1 15,0 3 1-15,-2 3-1 0,2-4 1 0,0 6-16 0,4 2 1 16,-4 1 0-16,0 5 0 0,5 1-1 0,-1 1 1 15,2 1-1-15,-2 3 1 0,0-1-17 0,0 1 0 16,2-1 0-16,-1 2 1 0,-1-1-1 0,0 3 0 16,0-7 0-16,2 5 0 0,-2-2-37 0,0-3 1 15,1-1-1-15,-1-1 1 0,2-4-1 0,2-3 1 16,-2-3 0-16,3-4 0 0,-1-4 15 0,0-4 1 0,2-4-1 16,-2-5 1-16,1-3-1 0,1-3 0 0,-2-1 0 15,4-5 1-15,-1-1-2 0,1-5 0 0,-4 4 0 16,2-4 0-16,-1 5-1 0,-1-1 1 0,2-4 0 15,-6 5 0-15,0 3 6 0,2 1 1 0,3 1-1 16,-5-2 1-16,0 5-1 0,-2 2 1 0,2-5-1 16,0 5 1-16,-4-1-1 0,5 5 0 0,-5 0 0 15,-2 6 0-15,0-3-1 0,0 3 1 0,0 4 0 16,-2 2 0-16,0 0-3 0,0 0 0 0</inkml:trace>
  <inkml:trace contextRef="#ctx0" brushRef="#br0" timeOffset="-191520.52">7754 13661 292 0,'0'0'0'0,"0"0"0"0,0 0 0 0,-14 0 123 0,10 0 1 0,0 0 0 0,-4 0 0 16,4 0-1-16,-4 0 1 0,-1 0-1 0,3 0 1 15,2 0-44-15,-4 0 0 0,4 0 0 0,4 0 0 16,0 0-1-16,0 0 1 0,8 0 0 0,-2 0 0 16,7 0-18-16,3 0 0 0,2 0 0 0,7-4 1 15,5 4-1-15,9 0 0 0,3-4 0 0,9 2 0 0,6 0-20 16,0-2 0-16,10 0 0 0,-1 0 0 0,7-2-1 15,4 2 1-15,13-3 0 0,-9-1 0 0,-8 2-49 16,1 0 1-16</inkml:trace>
  <inkml:trace contextRef="#ctx0" brushRef="#br0" timeOffset="-190137.83">7449 14029 196 0,'0'0'0'0,"0"0"0"0,0 0 0 0,0 0 216 0,0 0 1 0,0 0-1 16,0 0 1-16,0 0-1 0,0 0 0 0,0 0 0 15,0 0 1-15,0 0-164 0,0 0 0 0,0 0 0 0,0 0 1 16,12 10-1-16,-8 0 0 0,2 4 0 0,7-3 1 16,-5 5-18-16,4 3 0 0,2 3 0 0,3 3 1 15,-3 1-1-15,6 5 0 0,-4 0 0 0,3-4 0 16,-3-5-19-16,-2 3 1 0,7-5 0 0,-7 1 0 15,2-3-1-15,-2-3 1 0,-1-3 0 0,-1 0 0 16,-2-8-18-16,-2 0 1 0,0-4-1 0,0 0 1 16,-4 0-1-16,-4-4 0 0,5 0 0 0,-5-6 1 0,0 0-1 15,-5-1 0-15,5-3 0 0,-4 2 1 0,0-9-1 16,0 5 0-16,-4-5 0 0,2-1 0 0,2-3 1 16,0 3 1-16,-4-5-1 0,0-2 1 0,4 1-1 0,-5-5 1 15,3-2-1-15,-2 4 1 0,4-2 8 0,-4 0 1 16,4 7-1-16,-4-1 1 0,2 5-1 0,2 5 1 15,-5-3-1-15,5 5 1 0,0 3-1 0,0 2 0 16,0-3 0-16,2 5 0 0,0 2-1 0,0 2 1 16,2-4 0-16,0 2 0 0,2-1-3 0,2 1 1 15,4 2-1-15,0 0 1 0,5-2-1 0,1 2 0 16,2 0 0-16,7 0 1 0,5 0-1 0,7-3 0 0,5 1 0 16,11 0 1-16,0 0-1 0,6 0 0 0,2-7 0 15,6 3 1-15,-2 2-3 0,2-2 0 0,-8 2 0 16,7 3 0-16,-3-3 0 0,-2 4 0 0,-11 0 0 15,-5 0 0-15,0 0-4 0,-8 0 1 0,-3 2 0 16,-1-2 0-16,-5 4-1 0,-10-7 1 0</inkml:trace>
  <inkml:trace contextRef="#ctx0" brushRef="#br0" timeOffset="-189501.57">8098 13830 384 0,'0'0'0'0,"0"0"0"0,0 0 0 0,0 0 203 0,0 0 0 0,0 0 0 16,0 0 1-16,0 0-1 0,0 0 0 0,0 0 0 16,0 0 1-16,0 0-146 0,0 0 0 0,8 4 0 15,-4 2 1-15,1 4-1 0,-1 4 0 0,0 3 0 16,0 1 1-16,2 7-21 0,-2 4 1 0,0 1-1 16,-4 7 1-16,4 2-1 0,0 0 0 0,-4-4 0 0,0 0 1 15,0 0-16-15,0-4 0 0,-4-3 0 0,0 1 1 16,0-2-1-16,0-7 0 0,-2 1 0 0,0-7 1 15,4-2-27-15,-2-1 0 0,4-5 0 0,-5-4 0 16,5-2 0-16,0-2 0 0,5-4 0 0,-1-5 1 0,0-1 6 16,2-2 0-16,2-7 0 0,0 3 1 15,4-5-1-15,-2-1 0 0,3-1 0 0,3 0 0 0,-2-1 2 16,3-1 1-16,-1 2-1 0,2 1 1 0,-4 3-1 16,3 3 1-16,-1 8-1 0,2 1 1 0,-6 1-3 15,1 8 1-15,1 2 0 0,-6 4 0 0,0 3-1 16,0 1 1-16,-4 6-1 0,0-1 1 0,-4 3 2 0,3 3 1 15,-3-1 0-15,0 3 0 0,-3-1-1 0,3 1 1 16,-2-3-1-16,2 3 1 0,-2-3-5 0,0 1 1 16,0-5-1-16,2 3 1 0,0-3-1 0,0-1 1 15</inkml:trace>
  <inkml:trace contextRef="#ctx0" brushRef="#br0" timeOffset="-176251.51">26021 13030 32 0,'0'0'0'0,"0"0"0"0,0 0 0 0,0 0 43 0,-10 6 0 0,6-2 0 16,-1 0 0-16,1 0-1 0,-2-2 1 0,2 2 0 16,-2 0 0-16,0 3 21 0,2-3 1 0,-2 2-1 15,0-2 1-15,2-2-1 0,0 0 1 0,-1 0-1 16,1 0 1-16,0 0 2 0,2 0 0 0,-2 0 0 16,4 0 0-16,-4 0-1 0,2-2 1 0,0 0 0 15,0 0 0-15,2 0-11 0,0-2 1 0,2-2 0 0,2 0 0 16,0-2-1-16,2-4 1 0,2-3 0 0,3 3 0 15,3-6-74-15,-4 1 0 0,2-3 0 0,5-1 1 16,1 1-1-16,2 0 0 0,-3-1 0 0,5 3 1 16,-4-3 52-16,3 1 0 0,-3 3 0 0,2 3 1 15,1-2-1-15,1 1 0 0,-4 1 0 0,3 0 0 16,-3 2-15-16,2 1 0 0,-1 1 0 0,-1 0 1 16,0 2-1-16,1 2 0 0,-7 0 0 0,0 2 1 0,-4 2-6 15,0 0 0-15,0 4 0 0,-1 2 1 0,-3 0-1 16,-4 6 0-16,0 5 0 0,0-1 1 0,-4 5-1 15,-1-1 0-15,-1 7 0 0,0-1 0 0,0 1-1 16,2 0 1-16,0 1 0 0,0 1 0 0,0-2-3 0,2 0 1 16,0-3-1-16,2-1 1 0,0-1-1 15,2-1 0-15,0-3 0 0,2 1 1 0,2-9-5 0,-2 0 1 16,4 0 0-16,2-5 0 0,3-1-1 0,3-4 1 16,-2-2 0-16,5-5 0 0,1 1-1 0,4-4 0 15,-3-4 0-15,5-1 0 0,5-5 0 0,-1-3 0 16,1-3 0-16,-3-5 0 0,1 0-2 0,-1-4 0 15,-1 0 0-15,-3-2 1 0,0 5-1 0,-1-1 0 16,-1 2 0-16,-5 0 0 0,-1 0-4 0,-2 5 1 0,-4 5 0 16,-6 3 0-16,0 6-1 0,-4 5 1 0,0 1-1 15,-2 4 1-15,0 2-3 0,2 0 1 0,-2 2-1 16,0 4 1-16,-2-2-1 0,0 5 1 0,0 5-1 16,2 0 1-16,-2 7-2 0,-4 1 1 0,2 13-1 15,0 0 1-15,-1 10-1 0,1 3 1 0,0 7-1 16,0 0 1-16,4 1-4 0,0 3 0 0,2-6 0 15,2-1 0-15,2-5 0 0,4 0 0 0,-4-8 0 0,5-2 1 16,-1-4-1-16,0-2 1 0,2-7 0 0,-4-7 0 16,0-7 0-16,0-4 0 0</inkml:trace>
  <inkml:trace contextRef="#ctx0" brushRef="#br0" timeOffset="-174586.61">27423 12864 164 0,'0'0'0'0,"0"0"0"0,0 0 0 0,0 0 210 0,0 0 0 0,0 0 0 0,0 0 1 16,-8 0-1-16,6 0 0 0,0 0 0 0,0 0 0 0,0 0-152 15,0 0 1-15,0 0-1 0,0 4 1 0,2-4-1 16,0 0 0-16,0 0 0 0,0 0 1 0,0 4-20 16,0-4 0-16,4 0 0 0,0 4 1 0,2-4-1 15,2 2 0-15,2 0 0 0,2 0 1 0,1-2-16 16,5 0 1-16,-2 0-1 0,7 0 1 0,-1 0-1 0,2-2 1 16</inkml:trace>
  <inkml:trace contextRef="#ctx0" brushRef="#br0" timeOffset="-174153.72">27340 13101 368 0,'0'0'0'0,"0"0"0"0,0 0 0 0,0 0 177 0,0 0 1 0,0 0-1 0,0 0 1 0,0 0-1 15,0 0 0-15,0 0 0 0,0 0 1 0,0 0-108 0,12 0 0 16,-4 0 0-16,4 0 0 0,2 0-1 0,3 0 1 16,1 0 0-16,0 0 0 0,1 0-25 0,3 5 1 15,0-5-1-15,1 2 1 0,-3 0-1 0,1 0 1 16,-3 0-1-16,0 0 1 0,0 0-24 0,-1-2 1 15,-3 0-1-15,0 0 1 0,-2 0-1 0,1-2 0 16</inkml:trace>
  <inkml:trace contextRef="#ctx0" brushRef="#br0" timeOffset="-172919.75">28530 12445 276 0,'0'0'0'0,"0"0"0"0,0 0 0 0,0 0 149 0,0 0 0 0,0-6 0 0,0 2 0 0,2 4 0 0,-2-4 0 15,2 4 0-15,0 0 0 0,0 0-77 0,0 4 0 16,0 0 0-16,3 0 0 0,-1 6-1 0,0 5 1 16,2 1 0-16,-2 7 0 0,2 5-26 0,0 7 0 15,0 2 0-15,0 8 1 0,0 2-1 0,0 7 0 16,1-1 0-16,-3 0 1 0,0 3-19 0,0-3 0 16,0 0 0-16,0-5 0 0,0-3 0 0,-2-2 0 0,2-6 0 15,-4-6 0-15,4-5-30 0,0-5 1 0,0-9-1 16,0-2 1-16,-2-4-1 0,0 3 1 0</inkml:trace>
  <inkml:trace contextRef="#ctx0" brushRef="#br0" timeOffset="-172237.57">28308 13145 84 0,'0'0'0'0,"0"0"0"0,0 0 0 0,0 0 233 0,0 0 1 15,0 0-1-15,0 0 1 0,-8 0-1 0,8 0 0 16,-2-2 0-16,0 2 1 0,0-3-175 0,0 1 1 16,0 0 0-16,0 2 0 0,-2-4-1 0,4-2 1 15,-6 2-1-15,2 0 1 0,0 0-56 0,0 2 0 16,0-2 0-16,0 2 1 0,-3 2-1 0,3 0 0 16,2 0 0-16,-2-5 0 0,0 5-9 0,0 0 0 0,-2 0 0 15,2 0 1-15,-2 5-1 0,0-5 1 0,2 2-1 16,-5 0 1-16,3 2 12 0,0 0 1 0,0 0 0 15,-2 0 0-15,4 2-1 0,-6 0 1 0,2 1-1 16,2-1 1-16,-1 2-25 0,1 0 0 0,0 0 0 16,2 3 0-16,0-1 0 0,2 2 0 0,0 0 0 15,2 1 1-15,0 1 13 0,2 3 0 0,2-3 0 16,0 2 0-16,2 3 0 0,2-5 0 0,3 3 0 16,-1-1 0-16,2-2 1 0,2 1 0 0,5-3 0 0,-1 0 0 15,0 3 0-15,1-9 0 0,3 2 0 0,2-2 1 16,1 0 15-16,-1-2 0 0,-1-4 0 0,1 2 1 15,0-2-1-15,-1-2 0 0,-1 2 0 0,-1-4 0 16,-3-2-2-16,0 0 1 0,0-4 0 0,-3 2 0 16,-1-7-1-16,-2 3 1 0,-4-5-1 0,-2 3 1 0,-2-4 2 15,1-1 0-15,-5-1 0 0,0-3 1 0,0 3-1 16,-2-3 0-16,-3 0 0 0,-1-1 1 16,0 5 0-16,-4 1 0 0,0-1 0 0,-2 1 0 0,-1 2 0 15,-1 5 0-15,0-1 0 0,0 4 0 0,-3-2-2 0,1 1 0 16,-2 3 0-16,2 4 1 0,-1-2-1 15,-1 4 0-15,2 0 0 0,1 0 1 0,-1 4-4 0,2 0 0 16,0 2 0-16,-1 1 0 0,3 3 0 16,0 0 0-16,0 2 0 0,2-1 0 0,1 3-5 0,1 0 0 15,2 1 0-15,4 1 0 0,2-16-7 0,0 0-2314 16</inkml:trace>
  <inkml:trace contextRef="#ctx0" brushRef="#br0" timeOffset="-169188.12">29039 12929 244 0,'0'0'0'0,"0"0"0"0,0 0 0 0,0 0 198 0,-8 0 1 0,4 0 0 0,0 0 0 0,0 0-1 15,0 0 1-15,-2 0 0 0,1 0 0 0,1 4-141 16,0-4 0-16,2 0 0 0,0 0 0 0,2 0-1 16,0 2 1-16,0 0 0 0,4 3 0 0,2-1-15 0,3 0 1 15,1 2-1-15,2-2 1 0,2 0-1 0,5 2 0 16,3-2 0-16,2 0 1 0,3 5-23 0,3-5 0 15,-1-2 0-15,3 0 0 0,1 0 0 0,-1-2 0 0,-1 0 0 16,0 0 0-16,-3-2-20 0,-2-2 0 16,-3 0 0-16,-1-3 0 0,-3 1-1 0,-1 0 1 0,-4-2 0 15,-2 0 0-15,-3-2 1 0,-3 1 0 0,-2 1 0 16,-2-2 0-16,-2-2 0 0,-2-1 0 0,-2 1 0 16,-2 2 0-16,-1-7 4 0,-1 3 0 0,-4 2 0 15,0-3 1-15,-2 3-1 0,-1 2 0 0,-1-3 0 16,2 5 0-16,-5 0 4 0,3 2 0 0,0 2 0 15,0 2 1-15,-5 0-1 0,5 2 0 0,-2 0 0 0,3 2 0 16,-1 0-2-16,0 2 1 0,2 2 0 0,-3 0 0 16,3 0-1-16,0 2 1 0,0 3 0 0,1 1 0 15,3 0-2-15,0 3 1 0,0 1-1 0,2 1 1 16,2 1-1-16,-5 0 0 0,5 5 0 0,0-2 1 16,0 1-3-16,2 5 0 0,2-5 0 0,2 3 1 15,2 2-1-15,2-3 0 0,2 1 0 0,0-1 1 0,5 1-3 16,-1-2 0-16,2-5 0 0,2 3 1 0,0-3-1 15,3-2 0-15,-1 3 0 0,2-9 0 0,3 2 4 16,-5 1 0-16,2-3 0 0,1 2 0 0,-3-3 0 16,2-1 0-16,3 0 0 0,1-2 0 0,2-2-1 15,-1 0 0-15,-1 0 0 0,5-2 1 0,-1 0-1 0,3-2 0 16,-1 0 0-16,-4 0 0 0,3 0 0 0,-1-2 0 16,-1-2 0-16,-1-2 1 0,-5 2-1 0,-1-2 0 15,-4 0 0-15,-2 0 1 0,-12 6-7 0,0 0-2487 0</inkml:trace>
  <inkml:trace contextRef="#ctx0" brushRef="#br0" timeOffset="-167204.65">29835 12090 36 0,'0'0'0'0,"0"0"0"0,0 0 0 0,0 0 269 0,0 0 0 0,0 0 0 0,-6-4 0 0,4 4-1 0,0-4 1 16,0 4 0-16,0-4 0 0,-2 2-212 15,1 0 0-15,1 0 0 0,0-2 0 0,0 2 0 0,0 0 0 16,0 0 0-16,0 0 0 0,0 2-123 0,0-5 0 16,0 5 0-16,0-4 1 0,0 2-1 0,2 0 1 15,-2 0-1-15,2 0 1 0,0 2 19 0,0-2 0 16,0 0 0-16,0 0 1 0,0-2-1 0,0 0 1 0,0 0-1 16,0 0 1-16,2-1 63 0,0 1 1 0,0 0-1 15,0 0 1-15,0 2-1 0,2-2 1 0,0 0-1 16,0 4 1-16,3-4-67 0,-1 2 1 0,-2 2 0 15,2 0 0-15,0 0 0 0,0 0 0 0,0 2 0 16,0 2 0-16,2 0 41 0,1 0 0 0,-1 2 0 16,0 0 0-16,0 1 0 0,-2 1 0 0,0 2 0 15,0 0 0-15,-2 3 3 0,-2 1 0 0,-2 2 0 16,0 5 0-16,-2-5 0 0,-4 3 0 0,0-3 0 0,0 3 0 16,-2-1 7-16,0 1 0 0,-2-3 0 0,-1 2 1 15,-1-1-1-15,0-3 0 0,0 1 0 0,2-5 0 16,-5 2 15-16,1-2 1 0,0-1-1 0,2-3 1 15,-1 0-1-15,1-2 0 0,0-2 0 0,0-2 1 16,2 0-2-16,-1 0 0 0,7-2 0 0,-2-2 0 0,0 2-1 16,0-2 1-16,2-2 0 0,2 1 0 0,0-1-1 15,2 0 1-15,0 2 0 0,2 0 0 0,0-4-1 16,2 6 1-16,0-2 0 0,2-1 0 0,0 1 1 0,0 4 0 16,1-4 0-16,1 0 0 0,2 4-1 15,2 0 1-15,0 0 0 0,0 0 0 0,3 0 1 0,-1 4 0 16,0 0 0-16,0-2 1 0,1 5-1 15,1-1 0-15,-2-2 0 0,3 4 0 0,-3 0-4 0,0 0 0 16,-2 3 0-16,0-5 1 0,-1 2-1 0,-1-2 0 16,-2 0 0-16,-2 3 1 0,0-5-5 0,2 0 1 15,-4 0 0-15,2-2 0 0,1-2-1 0,-1 2 1 16,0-2-1-16,0 0 1 0,0 0-2 0,-2 0 1 16,0 0-1-16,2 0 1 0,-2 0-1 0,0 0 0 0</inkml:trace>
  <inkml:trace contextRef="#ctx0" brushRef="#br0" timeOffset="-159219.78">30205 12334 364 0,'0'0'0'0,"0"0"0"0,0 0 0 0,0 0 128 0,0 0 0 16,0 0 0-16,4 13 0 0,-2-9-1 0,0 0 1 0,0 2 0 15,2 0 0-15,1 4-44 0,-1-1 0 0,2 1 0 16,2-2 1-16,0 2-1 0,2 1 0 0,0 3 0 16,3-4 1-16,-1 3-30 0,0-5 1 0,2 2-1 15,1-4 1-15,-1 0-1 0,-4 0 0 0,4-1 0 16,0-3 1-16,1-2-21 0,-3-2 0 0,0 0 0 16,2-1 1-16,-6-3-1 0,5-2 0 0,-3 0 0 15,0 0 1-15,-2-3-39 0,-2-1 0 0,-2-2 0 16,0-1 0-16,-2 3 0 0,0-6 0 0,-2-1 0 0,0-1 0 15,-2-3 15-15,-2-1 1 0,0-3-1 0,0 0 1 16,0 1-1-16,-4 1 1 0,2 0-1 0,-4-1 1 16,0 7-3-16,-1 1 1 0,1 3-1 0,2 5 1 15,0-2-1-15,2 4 1 0,-2 1-1 0,2 1 1 16,2 2-3-16,-1 0 1 0,1 0-1 0,2 2 1 16,0 0-1-16,4 0 1 0,-2 2-1 0,2-2 1 0,0 2-3 15,5 0 0-15,1 2 0 0,2-2 1 0,4 0-1 16,6 2 0-16,1 0 0 0,1-4 1 0,5 2-4 15,5 0 1-15,3-2 0 0,3 0 0 0,-1-2-1 16,2-2 1-16,-1-1 0 0,-5 3 0 0,2 0 0 0,-3 2 0 16,-3 2 0-16,-5-4 0 0,-2 4 0 0,-1 0 0 15,-7 4 0-15,-2-4 0 0,-4 0-3 0,1 0 0 16,-3 2 0-16,-2 0 1 0,-2 0-1 0,-2 0 0 16</inkml:trace>
  <inkml:trace contextRef="#ctx0" brushRef="#br0" timeOffset="-158453.79">30696 12144 196 0,'0'0'0'0,"0"0"0"0,0 0 0 0,0 0 213 16,0 0 1-16,0 0-1 0,0 0 1 0,-2-11-1 0,2 11 1 15,-2 0-1-15,2 0 1 0,0 0-172 0,-2 0 0 16,2 2 0-16,0 3 1 0,-2-1-1 0,2 0 0 15,-2 0 0-15,0 6 0 0,2 2-14 0,-3 1 0 16,3 1 0-16,0 2 0 0,-2-1-1 0,2 3 1 0,-2 3 0 16,2 1 0-16,0-5-11 0,-2 3 1 15,2 3 0-15,0-3 0 0,0 1-1 0,0-3 1 0,-2 1 0 16,0-3 0-16,2 3-18 0,-2-7 1 0,0-4 0 16,2 2 0-16,0-1-1 0,-2-1 1 0,2-2 0 15,-2-2 0-15,2-4-1 0,0 0 1 0,0 0-1 16,2 0 1-16,-2 0-1 0,0-4 0 0,2-4 0 15,0 2 1-15,4-3 7 0,-2-1 0 0,1 0 0 16,-1 0 0-16,2-5-1 0,0 3 1 0,-2 0 0 0,4 1 0 16,-2 3 1-16,2-2 0 0,-2 2 0 0,3 0 0 15,-1-1-1-15,-2 1 1 0,2 0 0 0,2 2 0 16,-2 2-1-16,0 0 1 0,1 2 0 0,-1 0 0 16,0-1-1-16,0 6 1 0,0-1-1 0,-2 4 1 15,-2-6-2-15,0 4 0 0,2 2 0 0,-2 0 1 0,1 4-1 16,-1-1 0-16,-2-1 0 0,2 0 0 0,0 2 0 15,-2 0 0-15,2 3 0 0,0-3 0 0,-2 0-1 16,0 1 1-16,-2-1 0 0,2 2 0 0,0-4-2 16,-2 3 0-16,0-1 0 0,0 0 0 0,0-4-1 0,0 2 1 15,0 1 0-15,-2-5 0 0,2 2-2 0,-2 0 0 16,2-2 0-16,0 0 0 0,0-2 0 0,0 2 0 16,0-4 0-16,0 0 0 0,2 0-1 0,0 0 1 15</inkml:trace>
  <inkml:trace contextRef="#ctx0" brushRef="#br0" timeOffset="-157570.83">31455 12228 224 0,'0'0'0'0,"0"0"0"0,0 0 0 0,0 0 224 0,0 0 1 0,-4-8 0 16,2 3 0-16,2 1-1 0,-2 2 1 0,0-2 0 16,2 4 0-16,-2-4-209 0,-2-2 0 0,2 4 0 15,-2 0 0-15,-1 0-1 0,1 0 1 0,0 2 0 16,0 2 0-16,-2 0-2 0,-2 0 1 0,0 2 0 15,0 4 0-15,0-4-1 0,-3 4 1 0,3 3-1 16,0-3 1-16,-2 4-13 0,2 3 1 0,2 1-1 0,-2 0 1 16,1 1-1-16,1 1 1 0,2 3-1 0,0 1 1 15,0-1 10-15,4-1 0 0,2 1 0 0,0-1 0 16,6-1-1-16,0-1 1 0,5-3 0 0,-1-3 0 16,2-2-11-16,4-4 0 0,3-1 0 0,-3-1 1 15,0-4-1-15,3-2 0 0,-3-5 0 0,0-1 0 0,1 0 0 16,-5-4 0-16,2 1 0 0,-1-3 1 0,-3 0-1 15,0-5 0-15,-2 1 0 0,-2-5 1 0,2 3 11 16,-1-5 1-16,-3 1 0 0,-2-3 0 0,-2 4-1 16,-6-1 1-16,0-1-1 0,-7 5 1 0,-1 1-1 15,-4 1 1-15,-2 5-1 0,-1-3 1 0,-1 2-1 16,0 1 1-16,-1 3-1 0,1 2 1 0,2-2-2 0,1 1 0 16,3 1 0-16,0 4 1 0,2-2-1 0,1 0 0 15,5 2 0-15,2 2 1 0,2-3-1 0,2 1 1 16,2 2-1-16,0 0 1 0,6-2-1 0,1 4 0 15,1-2 0-15,4-2 1 0,-2 0-4 0,7 0 0 16,1 4 0-16,0-8 0 0,7 6-1 0,-3-3 1 16,1 3 0-16,1 0 0 0,0 4-3 0,1 0 1 0,-1 0 0 15,-1 1 0-15,-3-1-1 0,-1 2 1 0,-1 0-1 16,-2-4 1-16,-2 2-3 0,-1 2 0 0,-3-2 0 16,-4 2 1-16,-2-2-1 0,-2 2 0 0</inkml:trace>
  <inkml:trace contextRef="#ctx0" brushRef="#br0" timeOffset="-110554.7">2851 17423 40 0,'0'0'0'0,"0"0"0"0,0 0 0 0,0 0 21 0,0 0 1 0,0 0-1 0,0 0 1 16,4-8-1-16,1 6 0 0,-5 2 0 0,4-4 1 15,0 0-21-15,4-1 0 0,0 1 0 0,-2 0 1 16,2 2-1-16,4 0 0 0,-3 0 0 0,5 2 1 15,-6-4 12-15,4 4 1 0,-2 0 0 0,3 4 0 0,-1-4-1 16,0 2 1-16,2-2-1 0,2 2 1 16,3-2-1-16,1 0 0 0,3 0 0 0,1 0 0 0,2 0 0 15,1-2 0-15,-1 2 0 0,7-2 0 0,-3 2-21 16,5-4 0-16,4 2 0 0,-5 0 1 0,5 0-1 16,4 0 0-16,-1 0 0 0,-3 0 1 0,8 0 16 15,2 0 1-15,-6 2-1 0,3 2 1 0,5 0-1 0,-6 0 0 16,6 0 0-16,-4 0 1 0,4 0-7 0,-3 0 1 15,3 0-1-15,0 2 1 0,2-2-1 0,-2 0 1 16,0 0-1-16,-2-2 1 0,2 0 0 0,-1 2 1 16,-7 0 0-16,4 0 0 0,18-2-1 0,-18 2 1 15,-4 1 0-15,1-3 0 0,3 0-1 0,-4 0 0 0,0-3 0 16,0 1 0-16,-1 0 0 0,-3-2 0 0,4 2 0 16,-5 2 0-16,3-2 1 0,-4 0 0 0,3 2 0 15,3-4 0-15,-8 2-1 0,3 2 1 0,1-2 0 16,0 0 0-16,-7 2-2 0,7-2 1 0,-4 2 0 15,-5-2 0-15,5 2-1 0,-5 2 1 0,1-2-1 16,1 2 1-16,-5 0-2 0,3 0 0 0,1 0 0 16,-1 2 0-16,-1-4-1 0,1 0 1 0,1 0 0 15,-5 0 0-15,3-4 1 0,1 4 0 0,-3-2 0 16,-3 0 1-16,3 2-1 0,-1-2 0 0,1 0 0 16,1 0 0-16,3 2-2 0,-5 0 1 0,3-2-1 0,-3 2 1 15,5 0-1-15,-5-2 1 0,3 4-1 0,-3-2 1 16,0 0-3-16,-1 0 1 0,-3 0 0 0,-1 0 0 15,-7-2-1-15,2 2 1 0,-4 0 0 0,3-2 0 0,5 2 1 16,-6-2 0-16,3 2 0 0,5-3 0 0,-2 3 0 16,-1-2 0-16,1 0 0 0,2 2 0 0,5 0-2 15,-3-2 1-15,3 2-1 0,-3 0 1 0,3 0-1 16,-1 0 0-16,5 2 0 0,-5 0 1 0,-2 0 0 0,7-2 1 16,-5 0 0-16,7 0 0 0,-7 0-1 0,5 0 1 15,-3 0 0-15,5-2 0 0,0 0-2 0,1 2 1 16,5-2-1-16,-1 2 1 0,1-4-1 0,8 4 0 15,-6 0 0-15,-1-2 1 0,5 2-1 0,-2 0 0 16,0 0 0-16,3 0 1 0,5 0-1 0,-2 2 0 16,2 2 0-16,0-4 1 0,-2 0-1 0,6 0 0 15,-4 0 0-15,6 0 1 0,-2-4-1 0,-7 4 0 16,7 0 0-16,15 0 0 0,-15 4 1 0,-7-4 1 16,7 2-1-16,0 0 1 0,-2 0-1 0,6 3 0 0,-6-1 0 15,6-2 1-15,-6 6-1 0,10-2 1 0,-2 0 0 16,-2 2 0-16,10-1-1 0,-3-1 1 0,3-4 0 15,2 2 0-15,2-2-2 0,-4-2 1 0,5 0-1 16,-1-2 1-16,0-2-1 0,1 2 1 0,-1-2-1 16,0 0 1-16,0-1 1 0,3 3 0 0,-3 2 0 15,0 0 0-15,0-4-1 0,-3 2 1 0,3 0 0 16,-2 2 0-16,4 0-2 0,-1 0 1 0,-1-2-1 0,-2 2 1 16,2 0-1-16,1-2 0 0,-5 2 0 0,4-4 1 15,-6 4-1-15,7-2 0 0,-9 2 0 0,4-2 1 16,-2 2-1-16,4-2 0 0,1 0 0 0,1 0 1 15,-4 0 0-15,8 0 0 0,-3-2 0 0,3-1 1 16,0 1-1-16,1 4 0 0,-1-6 0 0,0 4 1 0,1-2-2 16,3 0 1-16,-4 2-1 0,9 0 1 0,-7 2-1 15,3-4 1-15,3 2-1 0,-3 0 1 0,3-2-1 16,-3 1 0-16,-1-1 0 0,4 2 1 0,-3 0-1 16,1-4 0-16,-1 2 0 0,-1 0 1 0,1 0-1 15,-1 0 1-15,-4 2-1 0,5 0 1 0,-5 0-1 16,4-1 1-16,-3 1-1 0,-1 2 1 0,2 0 0 0,-1-2 0 15,-1 2 0-15,3 2 0 0,-3-2-1 0,2 2 1 16,3 1 0-16,-1-1 0 0,-4 0-1 0,5 0 0 16,-1 0 0-16,1 0 1 0,-1 2-1 0,2 0 0 15,-3-2 0-15,3-2 1 0,-5 0-1 0,3 0 1 16,0 0-1-16,-3 2 1 0,3 0-1 0,1-2 1 0,-5 0-1 16,4 0 1-16,-1 0-1 0,3 0 0 0,-1 0 0 15,1-2 1-15,-2-2-1 0,1 0 0 0,-1 0 0 16,7 0 0-16,-7 0 0 0,5 2 0 15,-9-3 0-15,0 1 0 0,5 2 0 0,-1 0 0 0,1 0 0 16,-5 0 0-16,0 2 0 0,1 0 1 0,-1 2-1 16,0-2 1-16,1 2-1 0,-1-2 0 0,0 2 0 15,-3-2 1-15,3 2-1 0,0-2 1 0,1 0 0 16,-1 2 0-16,0-4-1 0,3 2 1 0,-3 0 0 16,4-2 0-16,-1 0 1 0,-1 0 1 0,3 2-1 0,-5 2 1 15,2-2-1-15,1 0 1 0,-3 0-1 0,4 0 1 16,-7 0 2-16,3 2 1 0,-2 2-1 0,3 0 1 15,-1 1-1-15,0 1 0 0,3 0 0 0,1 2 1 16,-4 0 5-16,1 1 1 0,-1-1 0 0,1-4 0 16,-5 2-1-16,8 0 1 0,-8 2 0 0,1-2 0 0,1 3 1 15,-2-5 0-15,5 0 0 0,-5-2 1 0,4 0-1 16,-1 2 0-16,-1-2 0 0,-4 2 1 0,2-2-10 16,3 0 0-16,-3-2 0 0,4 0 0 0,-3 2 0 15,-1 0 0-15,0 1 0 0,0-3 0 0,-1 0-1 16,3 0 0-16,0 0 0 0,0 0 0 0,3 0-1 0,-3-3 1 15,5 1 0-15,-1 0 0 0,0 0-2 0,5 0 0 16,-5 0 0-16,2 2 0 0,5-4 0 0,-1 4 0 16,3-4 0-16,2 2 0 0,-3 0-1 0,3 2 0 15,3-2 0-15,-5 0 1 0,1 2-1 0,5 0 0 16,-5 2 0-16,3 0 0 0,2-2-5 0,-5 2 1 16,3-2-1-16,1 0 1 0,-1 0-1 0,2 2 1 15,1-2 0-15,3 0 0 0,-6 0 3 0,1 0 0 0,1 0 0 16,-1 0 0-16,-1 0 0 0,2 0 0 0,-3-2 0 15,-1 2 1-15,-3 0-1 0,3-2 0 0,-5 2 0 16,5 0 1-16,-1 0-1 0,1 0 1 0,-3 0-1 16,3 0 1-16,-2 2 4 0,-1 0 0 0,3-2 0 15,-3 4 0-15,1-4 0 0,-3 0 0 0,1 0 0 16,1 0 0-16,-1 4 1 0,-3-2 1 0,-2 0-1 16,1 0 1-16,-3 2-1 0,5-1 0 0,-5 1 0 0,2 2 1 15,-3-4 3-15,1 2 0 0,3 0 0 0,-5-2 0 16,2 0 0-16,-3 2 0 0,-3 0 0 0,0 0 0 15,-4 1 2-15,3-1 0 0,-7-2 0 0,4 0 1 16,-12-2-1-16,4 0 0 0,-4 2 0 0,0 0 1 16,0 0 0-16,-4-2 0 0,2 2 0 0,0-2 1 15,-2 0-1-15,0 0 0 0,-3 0 0 0,1 2 0 0,-2 0-3 16,2-4 1-16,-6 2-1 0,-2 0 1 0,-3-4-1 16,-1 0 1-16,-2 2-1 0,-5-2 1 0,-1 2-4 15,-3 0 0-15,-3 2 0 0,-17-5 0 0,-51 10-6 16,43-5-1209-16</inkml:trace>
  <inkml:trace contextRef="#ctx0" brushRef="#br0" timeOffset="-109706.11">2644 18120 56 0,'0'0'0'0,"0"0"0"0,0 0 0 0,-4-10 26 0,4 6 1 0,-4 0 0 0,4-2 0 0,0 2-1 15,0-2 1-15,4 3-1 0,-4-1 1 0,0-2-13 16,4 4 1-16,0-2 0 0,4 2 0 0,2 0-1 15,2 0 1-15,1 2-1 0,5 0 1 0,-2 2 3 0,11 0 0 16,-1 0 0-16,5 0 1 0,11 2-1 0,9-2 0 16,4 2 0-16,6 0 1 0,13-1-9 0,7-6 1 15,4-5-1-15,31-6 1 0,-20 0-1 0,-6-1 0 16,-1-3 0-16,-5 1 1 0,-7 3-13 0,-2 2 1 16,-14 5-1-16,0 5 1 0,-14 4-1 0,-4 5 1 15</inkml:trace>
  <inkml:trace contextRef="#ctx0" brushRef="#br0" timeOffset="-101106.71">26519 13581 344 0,'0'0'0'0,"0"0"0"0,-6-6 0 0,0 4 73 0,4 2 0 16,-2-4 0-16,2 4 0 0,0 0 0 0,2 0 0 15,-2 4 0-15,2-2 0 0,0 2-53 0,0 0 1 16,2 3-1-16,0-1 1 0,6 2-1 0,0 2 1 15,3-2-1-15,5 1 1 0,4-5 24 0,9 4 0 0,5-2 0 16,9 2 0-16,10-4 0 0,12 1 0 0,12-1 0 16,17 0 0-16,18-4-9 0,63-2 0 0,-26 0 0 15,5-5 0-15,3 1 0 0,2-8 0 0,-5 2 0 16,1-1 0-16,0-3-50 0,-3 2 1 0,-5 3-1 16,-3-1 1-16,-5 0-1 0,-1 4 1 0,-6 5-1 15,-3-1 1-15,-5-4 32 0,0 6 1 0,0 4 0 16,4 2 0-16,-1 0-1 0,-1 0 1 0,0-1 0 15,-2 5 0-15,-6 2-15 0,-2 0 1 0,-6 0-1 16,-2-1 1-16,-2-1-1 0,-7-6 1 16,-3-2-1-16,-4-2 1 0,-7-2 9 0,-3 2 0 0,-7-2 0 0,-8 0 0 15,-4-1 0-15,-6-3 0 0,-4 4 0 0,-10-6 0 16,-11 6 4-16,-3-4 0 0,-9 3 0 0,-4-3 1 16,-5 0-1-16,-9 0 0 0,-6 2 0 0,-7-3 1 15,1 5-5-15,4 0 1 0,4 0 0 0,0 2 0 0,4 2-1 16,-2-2 1-16,4 0-1 0,0 2 1 0,0-4-2 15,2 4 0-15,-1 0 0 0,-1 0 0 0,2 0 0 16,2 0 0-16,-2 0 0 0,0 4 0 0,-2-4-7 0,2 4 1 16,-2-2-1-16,0 0 1 0,0 0-1 15,3 0 0-15,-5 0 0 0,2 0 1 0,-2 0-1 0,2 1 0 16,-2-1 0-16,0 2 0 0,0-4 0 0,2 4 0 16,0-4 0-16,4 2 0 0,-2-2-1 0,0 0 1 15,3 0-1-15,-3-2 1 0,2 2-1 0,0-4 0 16,0 4 0-16,0-6 1 0,0 1-1 0,-2 1 0 15,3 0 0-15,-1-2 1 0,-2 4-1 0,2-6 0 16,0 2 0-16,0 2 0 0,0-5 0 0,1 5 1 16,-1-4-1-16,0-2 1 0,0-2-1 0,0-3 0 0,0-1 0 15,0-7 1-15,1 1-2 0,1-7 0 0,-4-4 0 16,6-2 0-16,2-6-1 0,3-2 1 0,-1-6 0 16,2-2 0-16,2-9-1 0,1-8 1 0,-1-3-1 15,7-9 1-15,9-35-1 0,-7 27 1 0,1-1-1 16,1 1 1-16,-5 0-1 0,-3 4 0 0,-5 0 0 15,-4 10 1-15,-8 8-1 0,-2 7 0 0,-6 8 0 16,-2 8 1-16,-4 6-1 0,-4 0 0 0,-4 8 0 16,-5 0 1-16,1 5-1 0,-4 1 0 0,1-1 0 0,-1-1 1 15,1 4 0-15,1 3 1 0,4-1 0 0,-1 3 0 16,5 2-1-16,4 5 1 0,0 5 0 0,4 0 0 16,-3 0-2-16,1 2 1 0,0-4-1 0,-2 2 1 15,0-2-1-15,-2-5 1 0,1-1-1 0,-1 4 1 0,2-2-1 16,-4 2 1-16,0-5-1 0,-3 3 1 0,1 2-1 15,-4 0 0-15,-1-1 0 0,1-1 1 0,0 2-3 16,1 0 1-16,1-3 0 0,0 3 0 0,-1 0-1 16,1-2 1-16,2 2 0 0,-1-1 0 0,1-3-2 15,4 2 0-15,-4-3 0 0,1 3 0 0,-1 2 0 16,0-4 0-16,-4 1 0 0,-3 3 0 0,-5 0-1 16,-11 0 1-16,-8 0-1 0,-6 1 1 0,-12-1-1 0,-6 2 1 15,-13 4-1-15,-7 0 1 0,-13 0-1 0,-38 2 0 16,34 4 0-16,0-2 1 0,6 2-1 0,2 2 0 15,1 3 0-15,-1-3 0 0,-2 2 0 0,0 0 0 16,3 0 0-16,-9-4 0 0,2 3 0 0,-2-3 0 16,4 0 0-16,0 0 0 0,5-4-3 0,1 0 0 0,8 0 0 15,3 0 0-15,4 0 0 0,1 4 0 0,3-4 0 16,5 2 0-16,5 2-4 0,2-2 1 0,6 0-1 16,4 0 1-16,8-2-1 0,6 2 1 0,3 0-1 15,3 0 1-15,7-2-2 0,5-2 1 0,5 2 0 16,8 0 0-16,3 0 0 0,9 2 0 0,0 3 0 15,-4 3 0-15,-2 0 4 0,-4 2 0 0,0 5 0 16,-6-5 1-16,1 4-1 0,1 3 1 0,-2-1-1 16,0 5 1-16,-3-9 0 0,7 2 0 0,-4 3 0 0,0-3 0 15,1 2 0-15,-3-1 0 0,8-5 0 16,-4 2 0-16,1 1 0 0,3-3 1 0,-2 2 0 0,0 3 0 16,-3 1 0-16,-1-4 0 0,2 7 0 0,-2-1 0 15,-1 5-29-15,-3 3 0 0,0 7 0 0,-1 2 0 16,1-2 0-16,2 4 0 0,-1-2 0 0,5-3 1 0,4-3 18 15,-2 0 0-15,6-9 0 0,4 1 0 0,2-9 0 16,2-2 0-16,2 3 0 0,-2-5 1 0,2 0-3 16,-2 2 0-16,0 1 0 0,2-1 1 0,-4 0-1 15,0 0 1-15,-4 1-1 0,4 1 1 0,-4-2 1 0,0 1 1 16,0-1 0-16,0 0 0 0,0 0-1 0,-3 1 1 16,3-3 0-16,0-2 0 0,-6 0 3 0,2-2 0 15,0-4 0-15,0 2 0 0,-7-2 0 0,1 0 0 16,4 0 0-16,-8-2 1 0,-3 2-1 0,-1 0 0 15,-2-4 0-15,-3 0 0 0,1 0 0 0,-9 0 0 16,-4 0 0-16,-1 0 1 0,-1-1 1 0,0 3 0 16,-2-2 0-16,5-2 0 0,-3 2 0 0,0-2 0 0,7 2 0 15,-1 2 1-15,1-6 1 0,1 3 0 0,2 1 0 16,-1 0 0-16,-3 0 0 0,-1 0 0 0,-1-2 0 16,-2 2 0-16,-1-2 2 0,1 2 0 0,-2-3 0 15,3 1 0-15,-1 2 0 0,6-2 0 0,-1 2 0 16,3 0 0-16,3 2-1 0,3 0 0 0,3 0 0 15,2 0 0-15,3 2 0 0,1-5 0 0,4 5 0 16,0 0 0-16,1 0 1 0,1 0 1 0,2 0-1 16,-4 0 1-16,2-4-1 0,-2 2 1 0,-1 2 0 0,-1 0 0 15,0 0-2-15,-2 0 0 0,-1 6 0 0,1-6 1 16,0 5-1-16,-5-1 0 0,1-2 0 0,0 2 1 16,1 0-3-16,-5 0 1 0,6 0 0 0,-7 0 0 15,3-4-1-15,1 4 1 0,1-4 0 0,2 4 0 16,-1-2 0-16,5 3 1 0,-2-1-1 0,2 0 1 15,1 4-1-15,5-4 1 0,-4 6 0 0,2 3 0 16,-2 3-1-16,0 7 1 0,-3 3-1 0,3 5 1 0,-2 22-1 16,0-7 1-16,1 5 0 0,3 0 0 0,-2 15-1 15,8-13 1-15,4-2 0 0,0-1 0 0,2 5 0 16,0 2 0-16,2-1 0 0,2 1 0 0,4-1 1 16,-6 1 0-16,7-4 0 0,-1 1 1 0,0-5-1 0,0-2 1 15,2-2-1-15,1-4 1 0,-3 0-2 0,-2-4 0 16,-2-4 0-16,0-2 0 0,0-7 0 0,0-7 0 15,-6-7 0-15,4-6 1 0,-4-4 0 0,2 0 1 16,2 0-1-16,-2 0 1 0,3 4-1 0,-1 0 1 16,0 0 0-16,2 0 0 0,2 1-1 0,-2 1 1 15,2-6 0-15,-2-4 0 0,6 4-1 0,3-2 1 0,-1-3 0 16,2-3 0-16,5 0-2 0,1-2 0 0,-4 0 0 16,3-1 1-16,-3 1-1 0,-2 2 1 0,-4 0-1 15,1-3 1-15,-5 5-1 0,2 0 0 0,-6 2 0 16,-2 2 1-16,0 0-1 0,0 2 1 0,0 0-1 15,-2 0 1-15,2 0-3 0,-2 0 0 0,0 0 0 16,2 2 1-16,-4-2-1 0,4 0 1 0,-4 0-1 16,4 0 1-16,-4 2 0 0,4-2 1 0,-2 0-1 0,2 0 1 15,4 2-1-15,5-2 1 0</inkml:trace>
  <inkml:trace contextRef="#ctx0" brushRef="#br0" timeOffset="102174.93">25927 13684 172 0,'0'0'0'0,"0"0"0"0,0 0 0 0,0 0 28 0,0 0 1 0,10 0-1 15,-2 0 1-15,3 4-1 0,5-4 0 0,2 2 0 16,3-2 1-16,5 0-13 0,11 0 1 0,7-2 0 16,7 2 0-16,8-4-1 0,6 0 1 0,7 0-1 0,5 0 1 15,7-2 9-15,36 1 0 0,-31 1 0 0,1 0 0 16,-1 2 0-16,-5 0 0 0,-3 2 0 0,1-2 0 16,-5 4 10-16,0 0 0 0,3 0 0 0,-3 2 1 15,-4 0-1-15,-4-4 0 0,1 5 0 0,3-5 0 16,2 0-56-16,5-3 1 0,-1 1 0 0,4-2 0 0,1 0 0 15,3 0 0-15,1-2 0 0,1-2 0 0,1 4 46 16,1 0 1-16,-3-7-1 0,-3 3 1 0,1 0-1 16,-3-2 0-16,3 3 0 0,-3 3 1 0,-5 0-23 15,1 4 1-15,-4-2-1 0,-1 2 1 0,-1 0-1 16,-2 0 0-16,0-4 0 0,1 4 1 0,-1-4 9 16,2-2 1-16,4 0 0 0,1-2 0 0,3 1-1 0,3-3 1 15,-1 0-1-15,7 0 1 0,-7-5 3 0,1 3 1 16,-1 0 0-16,-4 1 0 0,-1 1-1 0,-5 0 1 15,-6 2-1-15,0 2 1 0,-6-1-3 0,-2 1 0 16,-2 2 0-16,-8 0 0 0,0 2 0 0,-2 2 0 16,-6 0 0-16,1 2 0 0,-1-2-6 0,-4 0 1 0,-1 0-1 15,-1 0 1-15,-5 0-1 0,-3 2 0 0,-1-2 0 16,1 0 1-16,-5 2-4 0,1 0 1 0,-5 0-1 16,-2 0 1-16,2 2-1 0,-1 3 0 0,-5-1 0 15,-4 0 1-15,-4 0-1 0,-2 2 1 0,0-4-1 16,-2 2 1-16,2-1-1 0,-2-1 1 0,2 0-1 15,0-2 1-15,0 0-3 0,0-2 1 0,0 4 0 16,0-4 0-16,3 0-1 0,-3 0 1 0,2 0 0 16,-2 0 0-16,2 0 2 0,0 0 1 0,0 0-1 15,2-4 1-15,-2 0-1 0,4 2 1 0,0-4-1 0,3-1 1 16,3-1-2-16,0 0 1 0,0-4-1 0,3-1 1 16,-1 3-1-16,2 0 1 0,0-5-1 0,1 5 1 15,-1 4-2-15,0-6 0 0,-1 2 0 0,-1-3 0 0,0 3-1 16,1 2 1-16,-3-5 0 0,2 1 0 15,2 2-2-15,1-7 0 0,-1-1 0 0,2 0 1 0,3-3-1 16,-5 1 0-16,2-5 0 0,1-2 1 0,-1-4 1 16,1-1 1-16,-5-5 0 0,0 0 0 0,-6-6-1 15,0 0 1-15,1-9-1 0,-1 1 1 0,-2-2-5 16,0-5 1-16,0 5-1 0,0-4 1 0,0-1-1 0,-1 3 1 16,-1-3-1-16,-4 3 1 0,0 0 0 0,-2-21 0 15,-4 22 0-15,-4 1 1 0,-1 4-1 0,-1 2 0 16,-2 2 0-16,0 6 1 0,0-7 3 0,-1 8 1 15,3-4 0-15,-2 1 0 0,0 5-1 0,0-5 1 16,-1 6 0-16,1 0 0 0,2 4 0 0,0 0 1 16,-2 5-1-16,1 3 1 0,3 7-1 0,0 3 0 15,-2 3 0-15,2 0 1 0,-2 4-3 0,2 0 0 0,-3 1 0 16,-1-3 1-16,4 2-1 0,-2 0 0 0,0 2 0 16,-1 0 1-16,5 2-1 0,0-7 0 0,-2 5 0 15,0 0 0-15,2 2 0 0,-2 0 0 0,4 0 0 16,-4 2 0-16,-1 2-2 0,-1 2 0 0,0 0 0 15,-4 0 0-15,-3 1 0 0,1 3 0 0,-4-4 0 16,-3 4 0-16,1 2-2 0,-6-1 0 0,-5-1 0 16,-2 2 0-16,-3-4 0 0,-5 2 0 0,-4 1 0 15,2-1 0-15,-5-4-2 0,1 0 0 0,2 0 0 16,0 0 0-16,-2 0 0 0,4 2 0 0,-3-6 0 0,1 0 0 16,0 4-1-16,-4-4 1 0,2 0-1 0,-4 0 1 15,0 0-1-15,-4 0 1 0,-22 0-1 0,8 0 1 16,-9-4-4-16,-5 0 0 0,-1-2 0 0,-3 2 0 15,-3 0 0-15,3 0 0 0,-1 0 0 0,-1 0 1 0,3-3-8 16,3 3 1-16,1 2-1 0,5 0 1 16,4 2-1-16,1 2 1 0,3-2 0 0,-4 2 0 0,3 2 6 15,-1 3 1-15,4 1 0 0,-2-4 0 0,4 0-1 16,-3 2 1-16,5 2 0 0,0-4 0 0,8-1-1 16,-2 1 0-16,4-2 0 0,-2 2 0 0,0 0 0 15,4-2 0-15,-8 2 0 0,6-4 0 0,-6 4-9 0,6 0 1 16,-6-2 0-16,6 2 0 0,-2-2-1 0,4 5 1 15,9-5 0-15,-5 4 0 0,8-6-15 0,8 4 0 16,5-4 0-16,8 4 0 0,22-4 0 0,18 2 0 16,2 0 0-16,-5 0 0 0,-1-2 12 0,-4 2 0 15,-4-2 0-15,3 2 0 0,-1-2 0 0,0 4 0 16,2-2 0-16,-2 5 1 0,5-3 1 0,-1-4 1 16,-4 4-1-16,2 4 1 0,0-2-1 0,1 6 1 0,-3-1-1 15,2 5 1-15,-6 1-1 0,4 5 1 0,-2 1-1 16,-4 5 1-16,1 5-1 0,1 6 1 0,-4 2-1 15,0 4 1-15,0-2-6 0,0 2 1 0,0-6 0 16,0 2 0-16,0-6 0 0,-2 0 0 0,-2 0 0 16,2-8 0-16,-2 4-2 0,0-5 1 0,-2-7-1 15,0-3 1-15,-7 0-1 0,3-1 1 0,-2-3-1 16,0-2 1-16,2 1 1 0,-2-5 1 0,-1 0-1 16,1-2 1-16,2 0-1 0,0 0 1 0,2-2-1 0,-4-2 1 15,0 2 1-15,-1-4 0 0,1 2 0 0,-4-2 0 16,-2 2 0-16,-5-4 0 0,-1 0 0 0,-5 2 0 15,-3 0 3-15,-5-2 1 0,-3-2 0 0,-1 2 0 0,0-5 0 16,-7 1 0-16,3 0 0 0,0 2 0 0,-2-4 0 16,3-1 1-16,-5 3 0 0,-2 2 0 0,-2-2 0 15,-2-3 0-15,-4 3 0 0,-2 4 0 0,-4-2 3 16,0 2 0-16,-6 2 0 0,-3 0 1 0,-29 2-1 16,21 0 1-16,5 2-1 0,2 0 1 0,6 0 3 0,1-2 0 15,7 4 0-15,0-4 0 0,9 4 0 0,-1-4 0 16,2 0 0-16,4 0 1 0,2-4 0 0,5 4 0 15,-1 0 0-15,4-2 0 0,-3 2 0 0,5 0 0 16,1-2 0-16,-1 2 1 0,4-2-1 0,3 0 1 16,4 0 0-16,3 0 0 0,9 0 0 0,10 0 0 15,6 0 0-15,2 2 0 0,-2-4 0 0,-1-1 0 16,-1 1 0-16,0 2 0 0,0-2 0 0,0 2 0 16,4-2 0-16,-6 2 0 0,6 2 1 0,2-8 1 0,5 8-1 15,-5-4 1-15,2 2-1 0,0 4 0 0,-4 2 0 16,0 4 1-16,1 0-2 0,-5 7 0 0,-2 1 0 15,0 6 1-15,0 5-1 0,-2 10 0 0,-2 6 0 16,2 10 1-16,-2 3 0 0,-2 7 1 0,4 5 0 16,0 6 0-16,2 4-1 0,0 2 1 0,4 20 0 0,4-32 0 15,-2-11 0-15,2-11 0 0,3-7 0 16,-1-5 0-16,0-7-1 0,-4-4 1 0,2-7 0 0,-4-2 0 16,-2-5 0-16,0-9 0 0,1 4 0 0,1 2 0 15,-6-6-2-15,0 0-844 0</inkml:trace>
</inkml:ink>
</file>

<file path=ppt/ink/ink6.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5:14:06.039"/>
    </inkml:context>
    <inkml:brush xml:id="br0">
      <inkml:brushProperty name="width" value="0.05292" units="cm"/>
      <inkml:brushProperty name="height" value="0.05292" units="cm"/>
      <inkml:brushProperty name="color" value="#FF0000"/>
    </inkml:brush>
  </inkml:definitions>
  <inkml:trace contextRef="#ctx0" brushRef="#br0">7557 7201 170 0,'0'0'0'0,"-10"10"0"0,2 2 0 0,-1 5 42 0,-7 5 1 0,2 5-1 0,-6 6 1 15,1 6-18-15,-1 4 0 0,2 2 0 0,-3 2 1 0,7 2-1 16,2 9 0-16,4-5 0 0,4 0 1 0,-1 1 1 15,5-3 0-15,5-2 0 0,-1-6 1 0,0 2-1 16,4-10 0-16,2 2 0 0,2-4 1 0,5-6-9 16,-3-5 1-16,6-3-1 0,2-5 1 0,3-2-1 0,5-8 0 15,9-4 0-15,-4-8 1 0,7-4 12 0,5-2 1 16,-2-9-1-16,6 0 1 0,-4-7-1 0,-5-5 0 16,5 0 0-16,-6-10 1 0,-2 2-51 0,-3-7 0 15,-1 1 0-15,-1-6 0 0,-7 10 0 0,-5-4 0 16,-5 10 0-16,-5-7 0 0,-8 7 43 0,-4 1 0 15,-4 1 0-15,-4-2 1 0,-5 4-1 0,-1-6 0 16,-6 6 0-16,-7 0 1 0,-3 4-21 0,-5 5 0 16,-1 3 0-16,-5 7 1 0,-6 3-1 0,0 7 0 0,-6 6 0 15,-2 8 1-15,1 3 6 0,-3 5 1 0,2 2-1 16,-2 9 1-16,2 0-1 0,8 4 1 0,4-5-1 16,4 5 1-16,9-8 0 0,3-1 0 0,7 3 0 15,6 1 1-15,6-3-1 0,4 0 0 0</inkml:trace>
  <inkml:trace contextRef="#ctx0" brushRef="#br0" timeOffset="1329.86">9602 7059 12 0,'0'0'0'0,"0"0"0"0,0 0 0 0,4-12 148 0,-4 8 1 0,4-7-1 0,-4 3 1 0,5 0-1 0,-5-6 0 15,0 6 0-15,0-5 1 0,0 3-132 0,-5 2 1 16,-3 0-1-16,4 1 1 0,-6 1-1 0,2 4 0 15,-4 2 0-15,-3 0 1 0,3 0-30 0,-4 2 1 16,-2 4 0-16,1 1 0 0,-3 1 0 0,6 2 0 16,-9 2 0-16,3 5 0 0,-2 1-2 0,1 5 1 15,-5 1-1-15,3 9 1 0,-1 2-1 0,2 4 1 16,-3 6 0-16,3 4 0 0,-3 5 18 0,7 1 1 16,0 5-1-16,2-1 1 0,3 0-1 0,5 1 0 0,4 8 0 15,6-11 1-15,4-4-23 0,2-5 0 16,5-3 0-16,5-10 0 0,-2-1 0 0,3-7 0 0,5 0 0 15,2-5 1-15,5-5 5 0,-1 1 1 0,3-10-1 16,4 1 1-16,3-3-1 0,3-6 1 0,6-4 0 16,2-7 0-16,-2-1 6 0,6-6 0 0,-5-7 0 0,1-4 1 15,-2-1-1-15,-2-5 1 0,-4-4-1 16,0-4 1-16,-9 2-1 0,-3-2 1 0,-3 2 0 0,-1-7 0 16,-9 7 0-16,-2-8 0 0,-8 6 0 0,0-2 0 15,-1-2 20-15,-7-2 1 0,-7-1-1 0,1-5 1 16,0 4-1-16,-10 3 1 0,-2-5-1 0,-3 8 1 15,-1 2-2-15,-7 4 1 0,3 2-1 0,-9 8 1 16,-3 11-1-16,-1-1 0 0,0 11 0 0,-3 8 1 0,-5 4-2 16,2 2 0-16,-2 7 0 0,0 3 0 0,5 3-1 15,-1 1 1-15,4 3 0 0,9-1 0 0,30-22-16 16,0 0-1032-16</inkml:trace>
  <inkml:trace contextRef="#ctx0" brushRef="#br0" timeOffset="4930.01">10545 8001 52 0,'0'0'0'0,"0"0"0"0,0 0 0 0,-6-9 22 0,6 7 1 0,0 0 0 16,-5 2 0-16,5-2-1 0,-4 2 1 0,4 0 0 16,0-4 0-16,0 4-2 0,0-4 0 0,0 4 0 15,4-4 0-15,-4 4 0 0,5-6 0 0,-1 4 0 16,0-2 0-16,4 2 1 0,2-1 0 0,2 3 0 15,0-2 0-15,3 2 0 0,3 2 0 0,2 1 0 16,1-1 0-16,5 2 13 0,1 0 1 0,7 0-1 0,-3 0 1 16,7 0-1-16,9 2 0 0,-4 0 0 0,4 5 1 15,4-7-55-15,6 4 0 0,0-2 0 0,10 2 0 16,10 1 0-16,9-5 0 0,3 4 0 0,41 2 1 16,-22-2 42-16,0 1 0 0,4 5 0 0,2-6 1 15,4 4-1-15,2-1 0 0,4-7 0 0,1 0 0 0,1 2-18 16,6-4 0-16,0 0 0 0,-1 0 1 0,5-2-1 15,2-2 0-15,-1 2 0 0,5-2 1 0,-1-2 10 16,3 0 0-16,5-4 0 0,-3 4 0 0,1-5-1 16,3 3 1-16,-7 2 0 0,3 0 0 0,-1 4 1 0,-3-4 1 15,3-2 0-15,-3 2 0 0,-3-3-1 16,-5 5 1-16,2-6-1 0,-3 4 1 0,-3-6-4 0,-2 2 1 16,-8-1-1-16,0-1 1 0,-4 4-1 0,-4 0 0 15,-8-2 0-15,-2-3 1 0,-11 3-1 0,1 4 1 16,-11-4-1-16,-1 2 1 0,-7 2-1 0,-8 0 1 15,-6-1-1-15,-6 1 1 0,-6 0 2 0,-4-2 0 16,-3 4 0-16,-7-2 0 0,-3 0-1 0,-7 2 1 0</inkml:trace>
  <inkml:trace contextRef="#ctx0" brushRef="#br0" timeOffset="37894.92">11597 12911 356 0,'0'0'0'0,"0"0"0"0,0 0 0 0,-8 8 77 0,4-4 1 0,2-2-1 0,-2 2 1 0,0 0-1 0,4-4 0 16,0 2 0-16,-5-2 1 0,5 0-21 0,0 0 0 16,5 0 0-16,-5 0 0 0,4-2 0 0,0-2 0 15,-2 0 0-15,4 0 0 0,0-2-2 0,2 0 0 16,0 0 0-16,2 1 0 0,1-5 0 0,3 2 0 16,-2 0 0-16,-2-7 0 0,6 3-12 0,-3 2 0 15,-1-5 0-15,2 1 1 0,2-2-1 0,3-1 0 16,-1 1 0-16,2 0 0 0,-3 1-55 0,1-1 0 15,-2 1 0-15,3 1 1 0,-3 2-1 0,0 1 0 16,-2-1 0-16,1 4 1 0,1-2 35 0,-4 1 0 0,-2 1 0 16,0 4 0-16,5-4 0 0,-7 2 0 0,0 0 0 15,0 4 0-15,-2-2-17 0,2-1 1 0,-4 5 0 16,-4-4 0-16,5 4-1 0,-5 0 1 0,0 0 0 16,0 4 0-16,0 1 2 0,-5-1 0 0,1 2 0 15,0 4 0-15,0 2-1 0,-4 5 1 0,2 1 0 0,-2-1 0 16,4 5 5-16,-4 3 1 0,4 1 0 0,-3 1 0 15,3 4-1-15,2 0 1 0,0-3 0 0,2 3 0 16,2 0-4-16,2-4 1 0,1 1 0 0,3-1 0 16,0-5-1-16,0 1 1 0,4-7-1 0,2-1 1 15,-1-3-3-15,1-6 0 0,2-2 0 0,0-4 0 16,3-6 0-16,-3-4 0 0,6-4 0 0,3-5 0 16,1-1-2-16,1-3 0 0,-5-6 0 0,7-1 0 0,-3 1-1 15,-4-4 1-15,3-2 0 0,-3 4 0 0,1 1 0 16,-3-5 0-16,-2 8 0 0,-1-4 1 0,-5 9-1 15,-2 3 0-15,-2 7 0 0,0 0 1 0,-4 6-3 16,-4 1 1-16,4 3 0 0,-4 2 0 0,0 0-1 0,0 5 1 16,0 1 0-16,0 8 0 0,-4 2-1 0,4 5 1 15,-4 8-1-15,-4 8 1 0,2 6-1 0,2 4 1 16,0 6-1-16,0 5 1 0,0-1-2 0,0-4 0 16,0-1 0-16,4-5 0 0,0-6-1 0,4-4 1 15,0-4 0-15,0-7 0 0,0-3 1 0,2-7 0 16,0-3 0-16,0-7 0 0,2-4 0 0,-4-2 0 15</inkml:trace>
  <inkml:trace contextRef="#ctx0" brushRef="#br0" timeOffset="39065.11">13127 12730 324 0,'0'0'0'0,"0"0"0"0,0 0 0 0,0 0 224 0,0 0 0 16,0 0 0-16,0 0 0 0,0 0-1 0,0 0 1 15,13-8 0-15,-5 2 0 0,4 2-160 0,2 0 0 16,7 0 0-16,1-1 1 0,0 1-1 0,3 0 0 16,1 2 0-16,3 0 0 0,1 0-35 0,5 2 0 15</inkml:trace>
  <inkml:trace contextRef="#ctx0" brushRef="#br0" timeOffset="39378.74">13160 12960 464 0,'0'0'0'0,"0"0"0"0,0 0 0 0,0 0 165 16,8 0 1-16,-2-4-1 0,2 4 1 0,0-4-1 16,3 2 0-16,1 0 0 0,4-2 1 0,-2-1-116 15,7-1 1-15,-5 2 0 0,2 0 0 0,5 2-1 0,1-2 1 16,-1 0 0-16,1 0 0 0,2 0-13 0,-5 0 1 16,5-1-1-16,-3-1 1 0,1 2-1 0,3 0 1 15,-9 0-1-15,2 0 1 0,-1 0-25 0,-3 4 1 16</inkml:trace>
  <inkml:trace contextRef="#ctx0" brushRef="#br0" timeOffset="54995.67">22728 8247 572 0,'0'0'0'0,"0"0"0"0,0 0 0 0,0-13 165 0,2 9 0 0,0-2 0 16,2 2 1-16,0-4-1 0,0 4 0 0,-4-2 0 15,4 1 0-15,0 3-87 0,0 2 1 0,0 2 0 16,0 5 0-16,0 5-1 0,3 4 1 0,-3 5-1 0,0 8 1 16,2 7-20-16,0 8 0 0,2 5 0 0,2-2 0 15,-6 6-1-15,4 1 1 0,1-1 0 0,-1 4 0 16,2-7-26-16,-6-1 1 0,2-2 0 0,-2-4 0 0,-2-6-1 16,-2-2 1-16,-2-8 0 0,-2-7 0 15,-2-6-37-15,2-5 1 0</inkml:trace>
  <inkml:trace contextRef="#ctx0" brushRef="#br0" timeOffset="55196.78">22608 8238 344 0,'0'0'0'0,"0"0"0"0,0 0 0 0,0 0 240 0,0 0 1 15,0 0 0-15,0 0 0 0,0 0-1 0,0 0 1 16,0 0-1-16,16-6 1 0,-2 4-182 0,7 0 0 15,-3 0 0-15,6-2 1 0,7 2-1 0,5-6 0 16,9 4 0-16,-6-2 1 0,6 1-35 0,-1 1 1 0,-1 2-1 16,0 2 1-16,-2 0-1 0,-5 2 1 0,1 0-1 15,-3 0 1-15,7 5-26 0,-41-7-2211 0</inkml:trace>
  <inkml:trace contextRef="#ctx0" brushRef="#br0" timeOffset="55428.39">22740 8534 612 0,'0'0'0'0,"0"0"0"0,0 0 0 0,8 0 174 16,-2 4 1-16,0-4 0 0,2 0 0 0,7 0-1 15,-5 0 1-15,6 0 0 0,0 0 0 16,5 2-114-16,3-2 0 0,3 2 0 0,5 0 1 0,-1 0-1 15,5 0 0-15,1 0 0 0,2-2 1 0,-3 2-25 16,1-2 1-16</inkml:trace>
  <inkml:trace contextRef="#ctx0" brushRef="#br0" timeOffset="55912.57">23190 8872 104 0,'0'0'0'0,"0"0"0"0,0 0 0 15,0 0 229-15,0 0 1 0,-10-4-1 0,5 0 1 16,-1 2-1-16,2 0 0 0,-4-2 0 0,2 4 1 16,0-4-186-16,0 4 1 0,0 0 0 0,0 0 0 15,2 4-1-15,-7-4 1 0,5 4-1 0,0 2 1 16,0-2-11-16,0 4 1 0,2 1 0 0,4-1 0 0,-6 6-1 15,4-2 1-15,2 7-1 0,0-5 1 0,4 3-17 16,0-3 0-16,0 2 0 0,4 1 0 0,2-3 0 16,2-1 0-16,1-3 0 0,1-2 0 0,2-2-18 0,-4-2 0 15,5-4 0-15,-3-2 0 0,-2-4 0 16,2 0 0-16,-1-8 0 0,-1 3 0 0,-4-5 0 0,2-1 1 16,-6-3-1-16,0 2 1 0,-4 3-1 0,0-5 0 15,-4 5 0-15,-4 3 1 0,2 2 5 0,-4 6 0 16,0 0 0-16,1-1 0 0,-5 5-1 0,4 0 1 15</inkml:trace>
  <inkml:trace contextRef="#ctx0" brushRef="#br0" timeOffset="56964.13">23450 9047 224 0,'0'0'0'0,"0"0"0"0,0 0 0 0,0 0 194 0,0 0 0 0,0 0 0 0,0 0 0 15,0 0-1-15,2-9 1 0,0 5 0 0,0 2 0 16,0-2-135-16,0 0 1 0,0-2-1 0,3 4 1 15,-5 2-1-15,0 0 0 0,0 2 0 0,0 4 1 0,0-2-28 16,0 4 1-16,-5 1 0 0,3 5 0 0,-2 0-1 16,0 7 1-16,-2-3-1 0,0 3 1 0,2-1-19 15,-4 5 1-15,4-7-1 0,0 3 1 0,4-21-15 16,0 0-1927-16</inkml:trace>
  <inkml:trace contextRef="#ctx0" brushRef="#br0" timeOffset="57312.01">23475 8883 340 0,'0'0'0'0,"0"0"0"16,0 0 0-16,-4 10 148 0,4-4 1 0,0 4-1 16,0 2 1-16,4 3-1 0,-4-1 0 0,4 3 0 15,0-3 1-15,2 2-91 0,2 1 1 0,4 1 0 16,-4-5 0-16,3 1-1 0,-3 0 1 0,0-1 0 15,0-1 0-15,-2 2-18 0,0-6 0 0,0 1 0 16,-2-3 1-16,-2 2-1 0,0-4 0 0,3 0 0 16,-5-4 1-16,0 0-15 0,0-4 0 0,0 0 0 15,0 0 1-15,0-4-1 0,0-3 0 0,0-1 0 0,0 0 1 16,4-3-33-16,-4 1 1 0,4 2 0 0,-2 2 0 16,2-1-1-16,0 5 1 0,0-2 0 0,0 2 0 15,-2 2 13-15,2 4 0 0,2 0 0 0,-2 2 0 16,0 4 0-16,-2 0 0 0,2 2 0 0,1 2 0 15,-1 3-2-15,-2-1 0 0,2 2 0 0,-2 3 1 16,0 1-1-16,0-3 0 0,2 1 0 0,0-4 0 0,0 3 0 16,0-5 1-16</inkml:trace>
  <inkml:trace contextRef="#ctx0" brushRef="#br0" timeOffset="57577.78">23935 8300 360 0,'0'0'0'16,"0"0"0"-16,0 0 0 0,0 0 190 0,0 0 0 0,0 0 0 16,0 0 0-16,0 0 0 0,0 0 0 0,-11 8 0 15,11 7 0-15,-2-1-140 0,2 6 1 0,-2 7-1 16,2 8 1-16,0 2-1 0,0 10 0 0,0 6 0 15,0-1 1-15,2 7-23 0,2 1 0 0,5 3 0 16,-5-1 0-16,4-1-1 0,2-7 1 0,2-3 0 16,5-6 0-16,-1-6-13 0,0-8 1 0,2-9-1 15,3-3 1-15,-1-7-1 0,2-6 1 0</inkml:trace>
  <inkml:trace contextRef="#ctx0" brushRef="#br0" timeOffset="57895.53">24370 8442 348 0,'0'0'0'0,"0"0"0"0,-8 0 0 0,2 0 178 16,-2 4 1-16,0-4-1 0,-3 4 1 0,-1 2-1 0,2 0 0 15,0 0 0-15,0 2 1 0,2 3-127 0,4 1 0 16,-5 0 0-16,5 1 0 0,4 3 0 15,0 5 0-15,2-5 0 0,4 6 0 0,3-3-18 0,-1 1 0 16,4 3 0-16,2 0 1 0,4-1-1 0,3 1 0 16,-3-1 0-16,3 1 0 0,-5-3-16 0,2 3 0 15,0-1 0-15,-1 3 1 0,-1-2-1 0,-6 3 0 16,-2 1 0-16,-2 0 1 0,-4-1-20 0,-2 1 0 16,-2-2 0-16,-4-7 1 0,0 0-1 0,-4 1 1 15,0-7-1-15,-4-2 1 0,-1-1 1 0,1-7 1 0,-2-2-1 16,2-2 1-16,-7-4-1 0,3-3 0 0,0-5 0 15,1-2 1-15,17 16-2 0,0 0-1962 0</inkml:trace>
  <inkml:trace contextRef="#ctx0" brushRef="#br0" timeOffset="58178.04">24486 8300 216 0,'0'0'0'0,"0"0"0"0,0 0 0 16,4-12 221-16,-2 6 0 0,2 1 0 0,0-3 1 0,3 4-1 16,1-4 0-16,0 2 0 0,4 2 1 0,-2 0-172 15,4 4 0-15,5 0 0 0,-1 0 1 0,0 4-1 16,3 2 0-16,1 6 0 0,1 7 1 0,3 5-18 16,0 7 1-16,1 4-1 0,-1 6 1 0,-3 2-1 15,1 6 1-15,-1 0-1 0,-5 3 1 0,2 1-16 0,-8 0 1 16,1 1-1-16,-7-5 1 0,-2 2-1 0,-4 0 1 15,-2-3-1-15,-2-3 1 0,-4-6-20 0,-3 0 1 16,1-9 0-16,-6-7 0 0,16-23 0 0,0 0-2103 16</inkml:trace>
  <inkml:trace contextRef="#ctx0" brushRef="#br0" timeOffset="58528.95">25308 8384 476 0,'0'0'0'0,"0"0"0"0,0 0 0 0,0 0 203 0,0 0 1 0,4-8-1 0,3 6 1 0,-3 0-1 16,2 0 1-16,-2 0-1 0,4 2 1 0,4 0-141 15,0 0 1-15,3 2 0 0,1 0 0 0,2 0-1 16,3 2 1-16,-3-2 0 0,2 2 0 0,-1-4-34 0,3 4 1 15</inkml:trace>
  <inkml:trace contextRef="#ctx0" brushRef="#br0" timeOffset="58680.93">25404 8534 564 0,'0'0'0'0,"0"0"0"15,0 0 0-15,0 0 167 0,0 0 1 0,10-4-1 16,-4 4 1-16,5-4-1 0,-3 4 1 0,4-2-1 16,0 2 1-16,6 0-130 0,3-2 0 0</inkml:trace>
  <inkml:trace contextRef="#ctx0" brushRef="#br0" timeOffset="59496.01">26475 8304 124 0,'0'0'0'0,"0"0"0"0,0 0 0 0,0-8 172 0,-4 2 1 0,2 0-1 0,2-1 1 0,0 3-1 16,0-4 1-16,0-2-1 0,-3 4 1 0,1 0-140 0,0-5 0 15,-2 5 0-15,0 0 0 0,-2 2 0 0,0 0 0 16,0 0 0-16,-6 4 0 0,0 0-7 0,-1 4 1 16,1 4 0-16,-2-2 0 0,0 6-1 0,-1 1 1 15,3 1 0-15,2 7 0 0,4 1-15 0,4 5 1 16,4 0 0-16,4 3 0 0,6 3-1 0,2 2 1 16,5 4 0-16,3-4 0 0,1 4-14 0,5-2 1 15,1 2 0-15,-1 0 0 0,-2-2-1 0,3 2 1 16,-7 0 0-16,1-5 0 0,-5 1 0 0,-2 2 0 0,-3-6 0 15,-5-4 1-15,-4-5-1 0,-2 1 0 0,-6-3 0 16,0-5 0-16,-7 1 16 0,1-6 0 0,-8 3 0 16,0-3 1-16,-1-2-1 0,-1 0 0 0,-2-4 0 15,-1 0 0-15,-5-4 3 0,-3-4 1 0,1 0-1 16,-1-4 1-16,3 0-1 0,-3-2 1 0,5-3-1 16,3 3 1-16,5-6 5 0,6 1 0 0,4-1 0 15,-1 1 0-15,9 15-25 0,0 0-1851 0</inkml:trace>
  <inkml:trace contextRef="#ctx0" brushRef="#br0" timeOffset="59962.47">26959 8921 448 0,'0'0'0'0,"0"0"0"0,0 0 0 0,0 0 189 0,-8 3 1 0,4-1-1 0,0-2 1 0,0 2-1 0,0 0 0 0,-3 4 0 16,1-2 1-16,2 4-129 0,2-4 1 0,-2 2-1 16,2 7 1-16,0-3-1 0,2 2 0 0,2 3 0 15,0-3 1-15,4 2-22 0,-2-3 0 0,5 3 0 16,1-4 0-16,2 2 0 0,2-3 0 0,0-3 0 16,3 0 0-16,1-4-17 0,0-2 1 0,-1-2 0 15,1-4 0-15,-2 0-1 0,3-3 1 0,-3-5 0 16,-2 2 0-16,-2-5-27 0,-2 3 1 0,1-4-1 0,-9-1 1 15,0 3-1-15,-2 1 1 0,-4 3 0 0,-2 0 0 16,-3 1 6-16,-1 3 0 0,-2 4 0 0,-2-2 1 16,-1 4-1-16,-1 2 0 0,-2 2 0 0,2 4 1 15,-3-2 0-15,3 2 0 0,-4 3 0 0,3-1 0 16,17-8-5-16,0 0-2250 0</inkml:trace>
  <inkml:trace contextRef="#ctx0" brushRef="#br0" timeOffset="60747.7">27488 8782 396 0,'0'0'0'0,"0"0"0"0,0 0 0 0,0 0 200 0,0 0 0 0,-8 0 0 0,6 0 1 0,0 0-1 0,2 0 0 15,0 0 0-15,2 0 1 0,0 0-140 0,4 0 0 16,2 2 0-16,2-2 0 0,3 2-1 0,3 2 1 16,4-4 0-16,1 0 0 0,1 4-31 0,5-4 0 15,-1 0 0-15,2 4 0 0,3-4-1 0,-3 0 1 16,3 0 0-16,-2 0 0 0,-1-4-16 0,-6 4 1 15,3-4-1-15,-5-4 1 0,-2 4-1 0,-1-2 1 16,-3-2-1-16,-2-5 1 0,-2 3-14 0,-4-2 1 0,1-1 0 16,-5 3 0-16,-2-4-1 0,0 6 1 0,0-7 0 15,-6 3 0-15,-1 0-1 0,-3-1 0 0,0-1 0 16,-2 0 1-16,-2 5-1 0,-1-5 0 0,-3 2 0 16,0 4 0-16,-1 3-1 0,3-3 1 0,-2 4-1 15,0 4 1-15,3 2-1 0,-3 2 1 0,4 2-1 16,-1 3 1-16,3 1 5 0,2 2 0 0,-2 3 0 15,0 1 1-15,1 2-1 0,3 3 0 0,4 1 0 16,-2 1 1-16,4 2-1 0,2 1 0 0,4 1 0 16,4-4 0-16,2 3-1 0,5 1 1 0,3-5 0 0,4 1 0 15,5 0-2-15,3-3 1 0,7-4 0 0,0 1 0 16,5-1-1-16,1-3 1 0,-2-7-1 0,2 0 1 16,-3 0 1-16,-3-2 0 0,0-4 0 0,-1 0 1 15,-3 0-1-15,-5 0 0 0,3-4 0 0,-1 4 1 16,-30 0-7-16,0 0-2289 0</inkml:trace>
  <inkml:trace contextRef="#ctx0" brushRef="#br0" timeOffset="62744.85">28160 8212 16 0,'0'0'0'0,"0"0"0"0,0 0 0 0,0 0 23 0,0 0 0 0,0 0 0 16,0 0 0-16,0 0-1 0,0 0 1 0,0 0 0 16,0 0 0-16,0 0-14 0,0 0 1 0,0 0 0 15,0 0 0-15,0 0-1 0,0 0 1 0,0 0 0 16,0 0 0-16,8 0 47 0,-6 0 1 0,0 4-1 15,0-4 1-15,0 4-1 0,2-4 1 0,-2 4-1 16,0 0 1-16,0 2 7 0,0 3 0 0,0-5 0 16,-2 2 1-16,0 2-1 0,0 0 0 0,2 0 0 0,-2 1 0 15,0 1-98-15,0-2 1 0,0-2-1 16,0 0 1-16,0 1-1 0,0-3 1 0,0 0-1 0,-2 0 1 16,2-2 83-16,0 0 1 0,-2-2 0 0,2 2 0 15,0-2-1-15,-2 0 1 0,2 0-1 0,-2-2 1 16,0 0-38-16,0-4 1 0,0 2-1 0,0-5 1 15,0-1-1-15,0 2 1 0,-2-6-1 0,4 1 1 16,0 1 18-16,0 0 0 0,0-3 0 0,0 1 1 16,2 2-1-16,2-5 0 0,2 7 0 0,0-4 1 0,0 5 1 15,3-5 1-15,-1 4 0 0,0 0 0 0,2 1-1 16,2 1 1-16,-2 2 0 0,3 2 0 0,-3-4-7 16,2 4 0-16,-4 2 0 0,2 0 0 0,0 2 0 15,1 0 0-15</inkml:trace>
  <inkml:trace contextRef="#ctx0" brushRef="#br0" timeOffset="63795.02">28762 8238 80 0,'0'0'0'0,"0"0"0"0,0 0 0 0,0 0 247 0,-8 0 0 0,6 0 0 0,0 0 0 15,0 0 0-15,2 0 0 0,-4 0 0 0,2 0 0 16,2 0-186-16,0 0 0 0,0 0 0 0,2 0 1 15,2 0-1-15,2 0 0 0,4 0 0 0,0 0 0 16,-10 0-61-16,0 0-1909 0</inkml:trace>
  <inkml:trace contextRef="#ctx0" brushRef="#br0" timeOffset="64746.15">29279 8044 96 0,'0'0'0'0,"0"0"0"0,0 0 0 0,0 0 204 0,-4-13 0 0,0 7 0 16,0 0 0-16,0 0 0 0,-2-2 0 0,0-3 0 16,2 3 0-16,-5 4-190 0,1-4 0 0,0 2 0 15,0 0 0-15,-2 1-1 0,2 3 1 0,0 2 0 16,-1 0 0-16,1 0 14 0,2 0 1 0,0 2-1 16,0 3 1-16,0 1-1 0,0 4 0 0,0-2 0 15,2-2 1-15,4 7-16 0,-4 1 0 0,4 2 0 0,4 3 1 16,-4 1-1-16,6-1 0 0,0-1 0 0,4 5 1 15,0 1-16-15,0-1 1 0,5 0-1 0,1 1 1 16,0-1-1-16,0-1 1 0,1-3 0 0,-3-1 0 16,-2 3 1-16,0-9 1 0,-3 2 0 0,-3 1 0 0,0-3-1 15,-2 0 1-15,-4 3-1 0,0-7 1 0,-2 0 2 16,-2-2 0-16,-2 3 0 0,2-1 0 0,-5-4 0 16,-1 0 0-16,-2-2 0 0,0-2 0 0,2 0 5 15,-7-2 0-15,3-2 0 0,0 0 0 0,0-4 0 16,1-5 0-16,3 3 0 0,0 2 0 0,0-7 2 15,2 7 1-15,2-4 0 0,2 2 0 0,4 1-1 0,0-1 1 16,4 2 0-16,-2 4 0 0,2-4 1 0,2-3 0 16,0 5 0-16,0 0 0 0,2 2 0 0,0-4 0 15,3 4 0-15,-1 0 0 0,0 2-3 0,-2 0 1 16,0-1-1-16,0 3 1 0,-2-4-1 0,0 4 1 16,3-4-1-16,-5 4 1 0,2 0-3 0,-2 0 1 15</inkml:trace>
  <inkml:trace contextRef="#ctx0" brushRef="#br0" timeOffset="65011.96">29416 7873 332 0,'0'0'0'0,"0"0"0"0,0 0 0 0,0 0 178 0,0-6 1 0,0 2 0 0,2 4 0 16,0-4-1-16,2 4 1 0,0 0 0 0,0 0 0 16,4 4-132-16,2 0 0 0,2 7 0 0,5 1 1 15,-5 0-1-15,6 7 0 0,1 7 0 0,1 1 1 16,0 4-17-16,3 4 1 0,-3-1-1 0,-2 5 1 0,1 2-1 16,-5-4 1-16,-2 2-1 0,-6-4 1 0,-2 4-8 15,-2-4 1-15,-4-2 0 0,-4 0 0 0,0-5-1 16,-4 3 1-16</inkml:trace>
  <inkml:trace contextRef="#ctx0" brushRef="#br0" timeOffset="65777.95">27897 7921 96 0,'0'0'0'0,"0"0"0"0,0 0 0 0,0 0 227 0,0 0 1 0,0 0-1 15,0 0 1-15,0 0-1 0,-10 0 1 0,6 0-1 0,2 0 1 16,-2 0-171-16,0 4 0 0,0-4 0 0,0 4 1 16,-2 2-1-16,-1 0 0 0,3 4 0 0,0 3 1 15,-2 1-48-15,0 0 1 0,0 7-1 0,0-3 1 16,2 7-1-16,0-2 1 0,0 5-1 0,0 3 1 0,2-2-12 16,2 1 0-16,2 1 0 0,4-2 1 15,0 2-1-15,2-3 0 0,4-1 0 0,-2 0 1 0,3-3 7 16,3 1 1-16,2-7-1 0,1 3 1 0,1-3-1 15,2-3 0-15</inkml:trace>
  <inkml:trace contextRef="#ctx0" brushRef="#br0" timeOffset="67927.84">29821 7816 224 0,'0'0'0'0,"0"0"0"0,0-6 0 0,0 2 139 0,0 0 1 0,2 0-1 0,0-1 1 16,0 1-1-16,-2 0 0 0,2 2 0 0,-2 2 1 0,2-4-101 15,-2 4 0-15,2 0 0 0,-2 0 0 0,0 0-1 16,2 4 1-16,-2 0 0 0,2 7 0 0,-2 1-12 16,2 2 1-16,-2 7 0 0,0 1 0 0,2 5-1 15,0 0 1-15,-2 7-1 0,2-3 1 0,0 4-5 0,0 0 0 16,0-2 0-16,2 2 1 0,0-9-1 16,0 1 0-16,0-2 0 0,-2-3 0 0,2 1-31 0,-1-11 1 15,1 6 0-15,0-7 0 0,-2 1-1 0,0-8 1 16,0 2 0-16,2-2 0 0,-2-2 16 0,0 0 1 15,0-4 0-15,0 0 0 0,0-2-1 0,0-2 1 16,0-2-1-16,0 0 1 0,0-3 3 0,2-5 0 16,0 4 0-16,2-3 1 0,-2 1-1 0,5 2 0 15,-5-3 0-15,2 3 1 0,0 2 4 0,0 2 0 0,2 3 0 16,0 1 0-16,-2 0 0 0,1 4 0 0,1 0 0 16,-2 0 0-16,0 4-1 0,2 0 1 0,-2 1-1 15,2 1 1-15,0 6-1 0,1-4 0 0,-3 5 0 16,-2 5 1-16,0-6-4 0,0 3 0 0,0-1 0 15,-2 2 1-15,0 3-1 0,2-5 0 0,-2 3 0 16,0-5 0-16,-2 2-5 0,2-1 0 0,0-1 0 16,0-2 1-16,2 0-1 0,-4-1 0 0</inkml:trace>
  <inkml:trace contextRef="#ctx0" brushRef="#br0" timeOffset="68760.89">28634 8261 188 0,'0'0'0'0,"0"0"0"0,0 0 0 0,0 0 204 0,0 0 0 0,-8 0 0 16,4 0 1-16,0 0-1 0,0 0 0 0,0 0 0 16,0 0 0-16,-1 4-161 0,-1-4 0 0,4 0 0 15,-4 0 1-15,4 0-1 0,0 0 0 0,2 0 0 16,0 0 0-16,0 0-14 0,0 0 1 0,0 0 0 15,4 0 0-15,2 0-1 0,-2 0 1 0,2 0 0 16,3 0 0-16,1 0-17 0,0 0 1 0,0 0 0 16,2 0 0-16,5 0-1 0,-5 0 1 0,4 0-1 15,0 4 1-15,1-4-14 0,-1 0 1 0,-2 0-1 0,-2 0 1 16,3 4-1-16,-3-4 1 0,0 0-1 0,0 4 1 16,-1-4-1-16,-1 3 0 0,-2-3 0 0,2 2 0 15,-2 0 0-15,-2 0 0 0,0 0 0 0,0 0 0 16,-6-2 0-16,0 0-1888 0</inkml:trace>
  <inkml:trace contextRef="#ctx0" brushRef="#br0" timeOffset="83961.97">23061 9691 116 0,'0'0'0'0,"13"4"0"0,-3-4 0 0,6 0 32 0,7 0 1 0,3 0-1 0,21-4 1 0,16-3-1 0,29-1 0 15,28-4 0-15,34-11 1 0,99-7 40 0,-19 3 0 16,18-4 0-16,17 0 1 0,10 5-1 0,12 3 0 15,4-1 0-15,10-1 1 0,0 0-33 0,7 11 0 16,1 2 0-16,13 4 0 0,8 5-1 0,1 1 1 16,-5 2 0-16,-4 5 0 0,-5 3-58 0,-3-4 0 0,-9 4 0 15,-4-8 0-15,-7 2 0 0,-9-2 0 0</inkml:trace>
  <inkml:trace contextRef="#ctx0" brushRef="#br0" timeOffset="91543.65">14334 12498 436 0,'0'0'0'16,"0"0"0"-16,0 0 0 0,4-12 111 0,-4 6 1 0,4-4-1 0,-4-3 1 0,5-1-1 0,-1 2 1 0,-4-7-1 16,4 3 1-16,0-3-24 0,-2 1 1 0,0-2-1 0,0 1 1 15,-2-1-1-15,0-1 0 0,-2 5 0 16,0-5 1-16,-2 7-29 0,-2 3 0 0,2 1 0 0,-5 4 1 16,-1 2-1-16,0 4 0 0,0 4 0 0,-2 0 0 15,-5 4-12-15,3 3 1 0,0 5-1 0,2 3 1 16,-5 3-1-16,7 3 0 0,-2-1 0 0,4 7 1 15,4 2-61-15,4-2 1 0,8 6 0 0,0-7 0 16,6 7 0-16,3 0 0 0,5-4 0 0,4 2 0 16,7 0 34-16,-2-5 1 0,3 3 0 0,-3-4 0 0,1 2-1 15,-1 0 1-15,-5-3-1 0,1 3 1 0,-7 0-15 16,-2-2 0-16,-5 1 0 0,-7 1 1 0,0-4-1 16,-6 1 0-16,-4-3 0 0,-4-2 1 0,-5-1 0 0,-5-3 0 15,2-3 0-15,-9-4 1 0,3-6-1 16,0-3 0-16,-3-6 0 0,3-5 1 0,-5-2 0 0,5-4 1 15,6-3-1-15,-5 1 1 0,3 1-1 0,2-1 0 16,3 0 0-16,3-1 1 0,2 3 0 0,4 2 0 16</inkml:trace>
  <inkml:trace contextRef="#ctx0" brushRef="#br0" timeOffset="91893.93">14833 12804 520 0,'0'0'0'0,"0"0"0"15,-10 6 0-15,4 0 215 0,0 3 1 0,-3 1 0 16,-1 0 0-16,2 2-1 0,0 3 1 0,0 1-1 0,0 3 1 16,2-1-155-16,4-1 1 0,2 1 0 0,2 0 0 15,4 1-1-15,2-3 1 0,2 3-1 0,4-3 1 16,5-1-19-16,-3-3 1 0,6-2-1 0,-3-4 1 15,1-2-1-15,6-4 0 0,-5-2 0 0,5-4 1 16,-5-2-20-16,1-4 0 0,-4-3 0 0,3-1 0 16,-7-3-1-16,2-1 1 0,-8-3 0 0,0-1 0 15,-4-1-26-15,-4 3 0 0,-4-1 0 0,-4 0 1 0,-4 7-1 16,-2-2 0-16,-2 5 0 0,-7-1 1 0,3 6 4 16,-3-1 0-16,3 5 0 0,-2 4 0 0,-3 2-1 15,7 5 1-15,-2-3 0 0,1 4 0 0,19-8 4 0,0 0 1 16,-55 31 0-16,41-21 0 0,14-10-8 15,0 0-2487-15</inkml:trace>
  <inkml:trace contextRef="#ctx0" brushRef="#br0" timeOffset="92597.72">15378 12788 520 0,'0'0'0'0,"0"0"0"0,0 0 0 0,0 0 186 0,0 0 0 0,4 8 0 0,1-4 1 0,1 0-1 0,2 2 0 16,0-2 0-16,4-4 1 0,2 2-138 0,3 0 1 16,1-2-1-16,2 0 1 0,5-2-1 0,1 0 0 15,-3-2 0-15,5-2 1 0,3 0-17 0,-1-2 1 16,-5-3 0-16,3 1 0 0,1-2-1 0,-7 2 1 16,0-3-1-16,-1 5 1 0,-5-4-20 0,-4 2 0 0,2-3 0 15,-5 1 0-15,-1 2 0 0,-4-1 0 16,-2-1 0-16,-2 0 0 0,-2 0-11 0,-2 1 0 0,0-3 0 15,-4 2 1-15,-1-1-1 0,-1 1 0 16,-2 2 0-16,4-5 1 0,-8 7-4 0,1 0 1 0,-5 2-1 16,2 0 1-16,1 2-1 0,-3 2 1 0,2-1-1 15,-1 3 1-15,-1 3 2 0,0 1 0 0,1 2 0 16,-3 2 1-16,6 4-1 0,-5 1 0 0,7 3 0 16,-6 5 1-16,1 1 4 0,1 5 1 0,2 4-1 0,4-1 1 15,-1 5-1-15,7 0 0 0,-2 2 0 16,8 0 1-16,0 0-1 0,0 0 0 0,8-2 0 0,-2 1 0 15,7 1-1-15,3-4 1 0,2-2 0 0,3-2 0 16,-1-1 2-16,2-3 0 0,5-2 0 0,-3-5 0 16,5-2-1-16,3-1 1 0,-5-3 0 0,3-6 0 15,1-2 3-15,-3-2 0 0,3-4 0 0,-5-2 1 0,3-2-1 16,1-6 0-16,-3 2 0 0,-5-9 1 0,3 3 2 16,-3-5 1-16</inkml:trace>
  <inkml:trace contextRef="#ctx0" brushRef="#br0" timeOffset="94094.03">16093 11836 456 0,'0'0'0'0,"0"0"0"0,0 0 0 0,0 0 240 0,0 0 0 0,0 0 0 0,0 0 0 0,0 0-1 0,0 0 1 16,0 0 0-16,8 2 0 0,-4 0-194 0,0 2 0 15,0 4 0-15,4-1 0 0,-4 1-1 0,2 4 1 16,1 0 0-16,-1 3 0 0,2 1-12 0,-4 3 0 0,0-5 0 16,2 2 1-16,-2-1-1 0,-2 3 0 0,0-1 0 15,-2-3 1-15,0-2-16 0,0 1 1 0,-2-3-1 16,0-2 1-16,-2 0-1 0,0-4 0 0,2-2 0 16,-2-2 1-16,0-2-19 0,0-6 0 0,-2 0 0 15,2-2 1-15,-1-3-1 0,3 1 0 0,0-2 0 0,-2-5 1 16,2 3-2-16,0-1 1 0,2 1-1 15,0 4 1-15,0-5-1 0,2 5 1 0,4 0-1 16,1-1 1-16,1 1 1 0,4 2 0 0,-4 2 0 0,4-1 0 16,2-3 0-16,-1 4 0 0,1 2 0 0,2-5 0 15,-4 5 3-15,7 0 0 0,-7 2 0 0,2 4 0 16,2-4 0-16,-5 4 0 0</inkml:trace>
  <inkml:trace contextRef="#ctx0" brushRef="#br0" timeOffset="94277.02">16461 11887 416 0,'0'0'0'0,"0"0"0"0,0 0 0 0,0 0 225 0,0 0 1 16,0 0 0-16,0 0 0 0,0 8-1 0,0-5 1 16,4-1-1-16,0-2 1 0,-2 0-170 0,6 0 1 15,1 0 0-15,3-2 0 0,-2-1-1 0,2 1 1 16,4 0-1-16,-3 0 1 0,1 0-30 0,2 2 0 15</inkml:trace>
  <inkml:trace contextRef="#ctx0" brushRef="#br0" timeOffset="94711.26">16903 11703 140 0,'0'0'0'0,"0"0"0"0,0 0 0 16,0 0 220-16,0 0 1 0,0 0-1 0,0 0 1 15,0 0-1-15,-8-9 1 0,4 7-1 0,0 0 1 16,-1 2-172-16,1 0 1 0,0 0-1 0,0 0 1 16,0 0-1-16,2 2 1 0,-4 3-1 0,0 1 1 0,2-2-17 15,0 2 1-15,0 2 0 0,-2 4 0 0,2-1-1 16,2 1 1-16,-1 0 0 0,3-1 0 0,0 5-16 15,3-4 1-15,1 3-1 0,4-1 1 0,-4-2-1 16,4 3 0-16,2-3 0 0,-2 2 1 0,4 1-19 16,1 1 0-16,-5 1 0 0,2-3 1 0,2 2-1 0,-4-1 0 15,-4 1 0-15,3-2 0 0,-3 3 0 0,-4-5 0 16,0-2 0-16,-2 3 1 0,-3-1-1 0,-1-2 0 16,0-2 0-16,-6-1 1 0,0-3 6 0,2-2 1 15,-3-2-1-15,1-2 1 0,4-2-1 0,-2-3 0 16,2 3 0-16,0-4 1 0,0-4 4 0,-1 2 0 15,3-1 0-15,2 1 0 0,-4 0-1 0,4 0 1 16,0 1 0-16,2 1 0 0,0 4 0 0,2-4 0 16,0 2 0-16,2 0 1 0,2-1-1 0,2-3 0 15,-2 4 0-15,4 2 0 0,2-2-3 0,1-2 1 0,3-3 0 16,-4 3 0-16,-10 8-10 0,0 0-2258 0</inkml:trace>
  <inkml:trace contextRef="#ctx0" brushRef="#br0" timeOffset="94979.64">17133 11596 152 0,'0'0'0'0,"0"0"0"0,0 0 0 0,0 0 229 0,0 0 0 0,0 0 0 0,0 0 1 0,0 0-1 15,0 0 0-15,0 0 0 0,10 8 1 0,-4-2-174 16,2 3 0-16,-2 1 0 0,4 2 1 0,1 3-1 16,1 5 0-16,0-4 0 0,0 7 1 0,3 4-20 0,-5 3 1 15,0 3 0-15,0 4 0 0,-6 0-1 0,4 2 1 16,-8 0-1-16,0 2 1 0,0-4-41 0,-4-4 1 16,-4-2 0-16,2-5 0 0,6-26 2 0,0 0-2046 15</inkml:trace>
  <inkml:trace contextRef="#ctx0" brushRef="#br0" timeOffset="95410.86">15908 11549 356 0,'0'0'0'0,"0"0"0"0,0 0 0 0,0 0 153 0,0 0 1 0,-9 12 0 0,5-8 0 0,-2 0-1 0,2 5 1 16,-4 5 0-16,2-4 0 0,0 2-88 0,0 7 0 15,2 1 0-15,-4-1 1 0,3 3-1 0,1 3 0 16,4 4 0-16,4 2 0 0,5-3-18 0,-1 7 0 15,6-2 0-15,6 6 1 0,-1-2-1 0,5 0 0 16</inkml:trace>
  <inkml:trace contextRef="#ctx0" brushRef="#br0" timeOffset="96143.75">17570 11580 208 0,'0'0'0'0,"0"0"0"0,0 0 0 0,0 0 174 0,0 0 0 0,-4-9 0 16,4 7 0-16,-2 2-1 0,2-2 1 0,-2 0 0 15,0 2 0-15,2 0-105 0,0 0 0 0,0 0 0 16,0 4 1-16,0 3-1 0,2-1 0 0,0 4 0 15,0 0 1-15,2 2-23 0,-4 5 1 16,4 1-1-16,1-1 1 0,-1 1-1 0,0 1 0 0,0-1 0 16,-2 3 1-16,0-3-16 0,0 1 1 0,-2-3 0 15,0 0 0-15,0 1-1 0,-2-5 1 0,0 0 0 0,0 1 0 16,0-7-39-16,0 2 0 0,2-4 0 0,0 0 1 16,0-4-1-16,0 0 1 0,0 0-1 0,0 0 1 15,0-4 17-15,2-4 0 0,2 2 0 0,2 0 0 16,0-5 0-16,2 1 0 0,-4-2 0 0,4 4 0 15,-2-5 1-15,3 3 1 0,-1 2-1 0,0-4 1 0,0 5-1 16,-2-1 0-16,4 2 0 0,0 0 1 0,3 2-2 16,-3 2 0-16,2 2 0 0,0 0 1 0,0 4-1 15,-1 2 0-15,1 2 0 0,-2 2 1 0,-2 1-2 16,0 5 1-16,0 5 0 0,1-5 0 0,-5 5-1 16,0-1 1-16,-2 1 0 0,0 1 0 0,-2 1-3 0,0-1 1 15,0-3-1-15,0 1 1 0,0-1-1 0,0-1 1 16,2-1-1-16,0-5 1 0,-2-12-2425 0</inkml:trace>
  <inkml:trace contextRef="#ctx0" brushRef="#br0" timeOffset="96877.56">14560 13323 616 0,'0'0'0'0,"0"0"0"0,10 6 0 0,-1-4 180 0,1 2 0 0,6 0 0 0,0-2 0 0,7 3 0 0,3-3 0 0,7 2 0 0,5 0 0 0,5 0-131 0,10 2 1 0,2-6-1 0,6 4 1 0,12 0-1 16,9 0 0-16,3 0 0 0,37 1 1 16,-20-5-18-16,4 2 1 0,2-2 0 0,2 0 0 0,6-2-1 15,0 2 1-15,2-2-1 0,-2 4 1 0,-4 0-18 16,0 2 1-16,-9 0-1 0,-3-2 1 0,-2 0-1 16,-13 0 0-16,-3-2 0 0,-3 2 1 0,-6-4-16 0,-1 0 1 15,-11-2-1-15,-2 0 1 0,-10-7-1 16,-3 1 0-16</inkml:trace>
  <inkml:trace contextRef="#ctx0" brushRef="#br0" timeOffset="97544.78">15916 13684 28 0,'0'0'0'0,"0"0"0"0,0 0 0 0,0 0 237 0,4-10 1 0,0 6-1 0,0-3 1 0,0 1-1 0,-2 0 0 16,0 0 0-16,0-2 1 0,-2 2-179 0,0-3 0 15,-2 1 0-15,0 2 1 0,0 0-1 0,-6 0 0 16,4 0 0-16,-6-1 0 0,-1 3-25 0,1 2 1 16,-6 2-1-16,2 0 1 0,-3 4-1 0,1 1 1 15,2 1-1-15,-2 2 1 0,1 2-20 0,3 2 0 16,-4-1 0-16,4 3 1 0,1 2-1 0,3 1 0 16,0-1 0-16,4 3 0 0,4-7-16 0,0 2 1 0,4 3-1 15,4 1 1-15,0-3-1 0,1 1 1 0,3 3 0 16,2-1 0-16,0 2 1 0,3-3 0 0,-1 1 0 15,2 5 0-15,3-1-1 0,-5 3 1 0,2-2 0 16,-4 1 0-16,3-1-1 0,-5 1 0 0,-4-5 0 16,-4 1 1-16,2-1-1 0,-4-1 0 0,-2-1 0 15,-4-5 0-15,-2 2 0 0,0-3 0 0,-2-1 0 16,-6 0 1-16,1-6-1 0,-3-2 0 0,-2-2 0 0,2-2 1 16,-5-2 6-16,3 0 1 0,-3-4-1 0,3 0 1 15,-4-3-1-15,5 1 0 0,-3 0 0 0,2 4 1 16,0-5 2-16,5 3 1 0,1 0-1 0,-2 0 1 15,4 2-1-15,-1-3 1 0,3 3-1 0,2 0 1 16,2-2-1-16,2 0 0 0</inkml:trace>
  <inkml:trace contextRef="#ctx0" brushRef="#br0" timeOffset="98143.75">16290 14006 376 0,'0'0'0'0,"0"0"0"0,0 0 0 0,0 0 185 0,-10 6 0 0,6-2 0 0,0 0 1 0,0 3-1 0,-4 3 0 0,2-4 0 0,-1 4 0 0,1 5-111 16,2-7 1-16,0 6 0 0,0 2 0 0,4 3-1 16,0-1 1-16,0-1 0 0,0 5 0 0,4-5-34 15,2 1 1-15,0 1-1 0,5-5 1 0,1-2-1 0,2 1 1 16,2-3-1-16,3-4 1 0,-1 0-19 0,2-6 1 15,1-4 0-15,1 0 0 0,-2-4-1 0,1-2 1 16,1-7-1-16,-8 3 1 0,7-5-24 0,-9-1 0 16,0-3 0-16,-2 3 0 0,-2-3 0 0,-3 3 0 15,-5-1 0-15,-5-1 0 0,1 5 3 0,0-1 0 16,-6 1 0-16,0 3 0 0,0 2-1 0,-6 1 1 16,1 7 0-16,3 0 0 0,-4 0 0 0,2 4 1 15,-5 4-1-15,3 0 1 0,0 2-1 0,-1 5 1 0,3 3-1 16,2-4 1-16,12-10-4 0,0 0-2271 0</inkml:trace>
  <inkml:trace contextRef="#ctx0" brushRef="#br0" timeOffset="99492.47">17957 12925 352 0,'0'0'0'0,"0"0"0"0,0 0 0 0,0 0 200 0,0 0 0 0,0 0 0 0,0 0 0 0,0 0-1 16,0 0 1-16,0 0 0 0,0 0 0 0,4 8-139 0,0-6 0 16,2 0 0-16,4 0 1 0,5 1-1 0,-3-1 0 15,6 0 0-15,3 0 0 0,-7 0-25 0,10-2 1 16,-3 0 0-16,1-2 0 0,0-2-1 0,3-1 1 16,-3 1 0-16,1-2 0 0,-1 2-13 0,2-2 1 15,-5-2-1-15,1 0 1 0,-6-3-1 0,1 1 1 16,-1 0-1-16,-2-5 1 0,-2 3-29 0,-4 2 0 15,0-2 0-15,-1-1 0 0,-5 1 0 0,-5 2 0 0,1-3 0 16,-2 1 1-16,-2 2 8 0,-4-2 1 0,0 1-1 16,-1 3 1-16,3-4-1 0,-8 4 1 0,2 1-1 15,-1 1 1-15,-3 2-1 0,2 0 0 0,-3 4 0 16,3 0 1-16,-2 4-1 0,1 2 0 0,-3 2 0 16,6-1 1-16,-5 3-2 0,3 4 0 0,0-1 0 15,1 1 1-15,1 4-1 0,2 5 0 0,-2 2 0 16,1-1 0-16,3 7 0 0,4 0 1 0,2 2 0 0,4 3 0 15,4-1-1-15,4 4 1 0,2-2 0 0,4-2 0 16,7 0-3-16,-3-4 1 0,10-1 0 0,-3-3 0 16,7-2-1-16,3-3 1 0,2-3 0 0,-1-3 0 15,5-4-2-15,-1-1 0 0,5-5 0 0,-8 2 0 16,8-8-1-16,-5-4 1 0,-3-2 0 0,4 0 0 16,-5-5 8-16,-1-1 1 0,-3-2-1 0,1-7 1 0,-31 21-10 15,0 0-2343-15</inkml:trace>
  <inkml:trace contextRef="#ctx0" brushRef="#br0" timeOffset="101411.03">17361 12919 352 0,'0'0'0'0,"0"0"0"0,0 0 0 0,0 0 239 0,0 10 1 0,0-6 0 0,0 2 0 15,0 1-1-15,0-1 1 0,0 2-1 0,0-2 1 16,2 0-180-16,0 2 1 0,-2-1 0 0,2-1 0 0,-2 0-1 15,0-2 1-15,2 0 0 0,-2-2 0 0,0 0-27 16,0-2 1-16,2 2 0 0,-2-2 0 0,0 0-1 16,0 0 1-16,0 0-1 0,0 0 1 0,0 0-22 15,0-2 0-15,2 0 0 0,0-2 1 0,0 0-1 16,2 0 0-16,-4 0 0 0,4-2 0 0,-4 2-10 0,4-1 1 16,0 1 0-16,-4 0 0 0,0 0-1 0,0 2 1 15,2 0 0-15,-2 0 0 0,2 2-10 0,-2 0 0 16,0-4 0-16,2 4 0 0,-2 0 0 0,0 0 0 15,0 0 0-15,0 0 1 0,0 0 4 0,0 0 0 16,0 0 0-16,0 4 1 0,-2-4-1 0,0 0 0 16,0 2 0-16,2 0 1 0,0 0-1 0,-4-2 1 0,4 2-1 15,-4 0 1-15,4 0-1 0,-4 0 1 0,4 0 0 16,0-2 0-16,-4 0-1 0,4 0 1 0,0 2-1 16,0-2 1-16,0 0-1 0,0 0 1 0,0 0 0 15,0-2 0-15,4 0 0 0,0-2 0 0,0 0 0 16,0 0 0-16,-4 2 0 0,4-2 0 0,0 4 0 15,1-4 0-15,1 2 3 0,-2 2 0 0,0 0 0 16,0 0 0-16,0 2-1 0,0 2 1 0,-4 0 0 16,0-2 0-16,2 2-1 0,-2 2 0 0,2 0 0 0,-2 3 0 15,0-5 0-15,0 0 0 0,0 0 0 0,-2 0 0 16,0 0 0-16,-2 0 0 0,0-2 0 0,0-2 1 16,0 4-1-16,2-4 0 0,-2 0 0 0,0 0 1 15,-1 0 2-15,1 0 0 0,0-4 0 0,4 4 1 16,-4-2-1-16,0-2 0 0,4 2 0 0,-4-2 0 0,4 2-1 15,0-2 0-15,0 0 0 0,0 0 1 0,0 4-5 16,0 0-2418-16</inkml:trace>
  <inkml:trace contextRef="#ctx0" brushRef="#br0" timeOffset="102278.14">18739 12236 204 0,'0'0'0'0,"0"0"0"0,0 0 0 0,0 0 231 0,0 0 1 0,-9-8-1 0,9 2 1 0,-4 4-1 0,0-5 1 16,0 1-1-16,2 0 1 0,-2 0-187 0,-2 0 0 15,0 0 0-15,2-1 0 0,0 1 0 0,-4 2 0 16,2 0 0-16,-1 2 0 0,1 0-14 0,2 2 1 0,-4 0 0 16,4 2 0-16,-4 4-1 0,4 2 1 0,-2 3-1 15,2 1 1-15,0 4-10 0,4 3 0 0,-4-3 0 16,4 7 1-16,0-1-1 0,4 1 0 0,0-3 0 15,0 1 0-15,4-1-22 0,2-3 0 0,2-3 0 16,0-4 0-16,3 3 0 0,-1-5 0 0,0-6 0 16,0 0 0-16,-1-2 0 0,1-4 1 0,-2 0 0 15,0-6 0-15,1-1-1 0,-3 1 1 0,-2-2-1 0,-2-3 1 16,-2 1 8-16,-2-2 1 0,-2-3-1 0,0 1 1 16,-2 1-1-16,0-1 0 0,-2 2 0 0,0-5 1 15,-4 3 3-15,0 3 1 0,-1-5 0 0,-1 5 0 16,2-3-1-16,-4 6 1 0,2-3-1 0,2 7 1 15,-5-4-3-15,3 6 0 0,2-1 0 0,0 5 0 16,0-2 0-16,4 4 0 0,-2 0 0 0,2 0 0 0,2 4-1 16,2-2 0-16,0 0 0 0,2 3 0 0,4-3-1 15,2 2 1-15,0 0 0 0,0 0 0 0,2-4-7 16,7 4 0-16,-3-2 0 0,2 0 1 0,2 0-1 16,3-2 0-16,-1 0 0 0,2-2 0 0,-1-2-2 0,5 0 1 15,-5-2-1-15,3-2 1 0,0-1-1 0,-3 1 0 16,1-2 0-16,-1 0 1 0,-3 3-2 0,0-3 1 15</inkml:trace>
  <inkml:trace contextRef="#ctx0" brushRef="#br0" timeOffset="102880.87">19156 12382 436 0,'0'0'0'0,"0"0"0"0,0 0 0 0,0 0 182 0,-10 6 0 0,6-2 0 0,0 0 1 0,-1 0-1 16,1 4 0-16,0 0 0 0,4 1 0 0,-4 1-118 16,4-2 0-16,0 2 0 0,4 3 0 0,2-7-1 15,3 2 1-15,3-4 0 0,-4 4 0 0,4-4-22 16,2-4 1-16,3 0-1 0,-1 0 1 0,2 0-1 0,-1-4 1 15,1-4-1-15,-2 2 1 0,2-4-14 0,-1-3 0 16,-1 1 0-16,-2 0 0 0,-2-7-1 0,-1 3 1 16,-3 2 0-16,-4-7 0 0,0 1-35 0,0-1 1 15,-4 1 0-15,-4-3 0 0,0-2 0 0,0 1 0 16,-2 1 0-16,-2-3 0 0,-1-3 13 0,1 0 1 0,-6-2 0 16,2 3 0-16,0 3-1 0,-5 0 1 0,3 1-1 15,-2 3 1-15,2 5-1 0,1 2 1 0,-3 1 0 16,4 5 0-16,2 2-1 0,-3 2 1 0,5 2-1 15,2 2 1-15,0 0-1 0,2 0 0 0,4 0 0 16,2 2 0-16,2 2 0 0,2 0 0 0,6-4 0 16,1 4 0-16,5 0 1 0,2 0 0 0,3-2 0 15,3 0 0-15,7 0-1 0,3-2 1 0,3 0 0 16,4-2 0-16,0-2-2 0,-1 0 0 0,3-2 0 16,0 0 0-16,-7-4 0 0,5-1 0 0,-4 1 0 0,-5-2 0 15,1 2-1-15,-6-3 1 0,-3 3 0 0,0 2 0 16,-7 4-1-16,-3-5 1 0</inkml:trace>
  <inkml:trace contextRef="#ctx0" brushRef="#br0" timeOffset="104744.55">19701 12002 56 0,'0'0'0'0,"0"0"0"0,0 0 0 0,0 0 257 0,0 0 1 0,0 0-1 0,0 0 1 0,0 0-1 0,0 0 0 0,0 0 0 15,0 0 1-15,0 0-202 0,0 0 1 0,0 0 0 16,0 0 0-16,0 0-1 0,0 0 1 0,0 0 0 16,0 0 0-16,0 0-43 0,0 0 0 0,0 0 0 0,0 0 1 15,0 0-1-15,-8 6 0 0,8-4 0 0,0 2 1 16,0 3-13-16,-4 1 0 0,4-2 0 0,-2 2 1 15,0 4-1-15,0 3 0 0,0 5 0 16,-2-3 0-16,0 1 4 0,0 1 0 0,0 1 0 0,2 1 0 16,-2 1-1-16,-1-1 1 0,1-1 0 0,2 1 0 15,-2-1-18-15,2-1 1 0,-2 1 0 0,0-1 0 16,0-1 0-16,0 1 0 0,2-5 0 0,-2 0 0 16,0-1 9-16,-2 1 1 0,2-6 0 0,0 0 0 0,2-1-1 15,-1-3 1-15,1 0 0 0,0-2 0 0,0-2 0 0,2 0 0 16,0 0 0-16,0-2 1 0,2-2-1 15,0 0 0-15,0-5 0 0,3 3 1 0,-1-2 8 16,0 0 0-16,2-5 0 0,-2 5 1 0,2-2-1 16,-2 2 0-16,2-2 0 0,0 1 0 0,-2 1 1 0,4 0 0 15,-3 2 0-15,1-4 1 0,2 1-1 0,0 1 0 16,0 0 0-16,0 0 1 0,0 0-2 0,3 1 1 16,-3-1 0-16,0 2 0 0,0 0-1 0,0 0 1 15,0 2-1-15,2 4 1 0,-6 0-3 0,1 0 0 16,-1 2 0-16,0 4 0 0,0 2 0 0,-2 2 0 15,0 3 0-15,-2-3 0 0,0 4-4 0,0 3 0 0,0-1 0 16,-2 2 0-16,0-1-1 0,0-3 1 0,0 3 0 16,-2-1 0-16,4-2 0 0,-4 1 1 0,4-3-1 15,0-2 1-15,-5 1-1 0,5-1 0 0,0 0 0 16,0-6 1-16,-4 2-3 0,4 1 1 0,0-3-1 16,0 2 1-16,0-6-1 0,0 4 1 0,0-4-1 15,0 0 1-15,0 0-1 0,0 0-2202 0</inkml:trace>
  <inkml:trace contextRef="#ctx0" brushRef="#br0" timeOffset="112710.1">20562 13003 564 0,'0'0'0'0,"0"0"0"0,0 0 0 0,0 0 157 0,0 0 0 0,0 0 0 0,0 0 1 0,0 0-1 0,0 0 0 15,0 0 0-15,8 2 0 0,0-2-77 0,5 0 0 16,1 0 0-16,2 0 0 0,5 0-1 0,1 0 1 16,2 0 0-16,3 0 0 0,3 0-35 0,5 0 0 15,4 0 0-15,-5 0 0 0,5 0 0 0,0 0 0 0</inkml:trace>
  <inkml:trace contextRef="#ctx0" brushRef="#br0" timeOffset="113160.84">20629 13225 348 0,'0'0'0'0,"0"0"0"0,0 0 0 0,-12 6 174 0,4-2 0 16,-2 0 0-16,0 0 0 0,-1 0-1 0,-1 0 1 15,0 0 0-15,2 0 0 0,-2 1-98 0,4-1 0 0,-1 2 0 16,3-2 0-16,2 0 0 0,4 0 0 0,4 0 0 16,0 0 0-16,7 2-23 0,1-1 1 0,4-1 0 15,2 0 0-15,5-2-1 0,5 0 1 0,1 0-1 16,5 0 1-16,1-2-22 0,4 0 0 0,-1-2 0 15,-1 0 0-15,0 0 0 0,-1 0 0 0,-3-2 0 16,-3 4 0-16,-30 0-32 0,0 0-2274 0</inkml:trace>
  <inkml:trace contextRef="#ctx0" brushRef="#br0" timeOffset="116127.4">22001 12837 220 0,'0'0'0'0,"0"0"0"0,0 0 0 0,-8 0 121 0,2 0 0 0,0 0 0 0,0 0 0 0,-2 0-1 0,-1-2 1 16,1 0 0-16,0 0 0 0,-2 0-38 0,2 0 0 16,0-2 0-16,0-1 1 0,-1 1-1 0,3 0 0 15,6-4 0-15,-4 2 1 0,4-2-24 0,0-5 0 16,4 1 0-16,0 2 1 0,0-7-1 0,7 3 0 0,1-6 0 15,2-1 0-15,4 1-23 0,3-3 0 0,3-4 0 16,1 3 1-16,3 1-1 0,5-1 0 0,-7-1 0 16,5 2 1-16,-5 1-41 0,3 1 0 0,-3 3 0 15,-2 1 1-15,-1 7-1 0,-5-2 0 0,2 4 0 16,-7 1 1-16,-3 7 16 0,-2 0 0 0,0 0 0 16,-4 5 1-16,-4 1-1 0,0 2 0 0,0 4 0 15,-4 3 1-15,-2 3-5 0,0 3 1 0,0 1 0 0,-2 3 0 16,0 6-1-16,-5 5 1 0,1-1-1 15,2 6 1-15,-2 2-1 0,2-2 0 0,-1 0 0 16,1 2 1-16,6-4-1 0,-4 0 0 0,4-8 0 0,2 0 1 16,2-4-2-16,4-7 1 0,2-10 0 0,6-1 0 15,-2-7-1-15,5-2 1 0,1-7-1 0,-2-1 1 16,9-4-1-16,-3-6 0 0,6-5 0 0,5-8 0 16,-7-4-1-16,7-4 1 0,-1-2 0 0,1-4 0 0,-5 2-2 15,-1-6 0-15,1 6 0 0,-1-2 0 0,-5 6 0 16,-2-6 0-16,-1 8 0 0,-3 4 0 0,-4 2-1 15,2 9 1-15,-8 1 0 0,-2 13 0 0,-2 6-1 16,0 2 1-16,-2 0-1 0,-2 6 1 0,4 2 1 0,-4 4 0 16,0 7 0-16,-2 3 0 0,0 13-1 0,2 8 1 15,-2 11 0-15,0-3 0 0,0 9-3 0,2-3 0 16,-3-2 0-16,5 1 1 0,2-7-1 0,2-2 0 16,0-6 0-16,3-4 0 0,3-8-1 0,-4-5 1 15,2-5 0-15,0-9 0 0,-2-6-1 0,6-4 1 16</inkml:trace>
  <inkml:trace contextRef="#ctx0" brushRef="#br0" timeOffset="117178.35">23324 12593 384 0,'0'0'0'0,"0"0"0"0,0 0 0 0,0 0 218 0,0 0 0 0,0 0 0 0,0 0 0 16,0 0 0-16,0 0 0 0,0 0 0 0,0 0 0 0,8-4-158 15,-2 2 0-15,2 2 0 0,5-2 0 0,3 2-1 16,2 0 1-16,1 0 0 0,5 0 0 0,-2 0-26 15,1 0 0-15,5 0 0 0,3 0 1 0,-1 0-1 16,1 0 0-16,-1-4 0 0,3 4 1 0,18-5-35 16,-51 5-2161-16</inkml:trace>
  <inkml:trace contextRef="#ctx0" brushRef="#br0" timeOffset="117410.14">23462 12790 576 0,'0'0'0'0,"0"0"0"16,0 0 0-16,0 0 152 0,-8 6 1 0,6-4 0 15,0 0 0-15,2-2-1 0,2 0 1 0,0 0 0 16,2 0 0-16,5 0-96 0,1 0 0 15,2-2 0-15,8 0 0 0,-1 0 0 0,7-2 0 0,7-2 0 16,5-1 0-16,44-3-57 0,-82 10-1691 0</inkml:trace>
  <inkml:trace contextRef="#ctx0" brushRef="#br0" timeOffset="121379.75">17406 13036 28 0,'0'0'0'0,"0"0"0"0,0 0 0 0,0 0 36 0,0 0 0 0,0 0 0 16,0 0 1-16,0 0-1 0,-7-10 0 0,5 5 0 15,2 1 0-15,-2 0 35 0,0-2 1 0,2 0 0 16,0 2 0-16,0-2-1 0,0 2 1 0,0-3-1 16,0 3 1-16,0 2-3 0,0 0 0 0,0 0 0 15,0 0 1-15,0 2-1 0,0-2 0 0,0 2 0 16,2 0 0-16,0 0-14 0,0 0 0 0,0 2 0 0,0 0 0 15,-2 0 0-15,0 0 0 0,0 0 0 0,0 0 0 16,0 3-69-16,0-1 0 0,0 0 0 0,0-4 1 16,0 2-1-16,-2 0 0 0,0-2 0 0,0 0 1 15,0 0 46-15,2 0 1 0,-2 0 0 0,2 0 0 16,0 0-1-16,-4 0 1 0,4 0-1 0,-4 0 1 16,4 0-12-16,-4 0 0 0,4 0 0 0,-4 0 1 0,4 0-1 15,-2 0 0-15,2 0 0 0,0 0 1 0,0 0-23 16,0 0-1665-16</inkml:trace>
  <inkml:trace contextRef="#ctx0" brushRef="#br0" timeOffset="126243.03">24584 12589 128 0,'0'0'0'0,"0"0"0"0,0 0 0 0,0 0 67 0,0 0 1 0,0 0 0 16,0 0 0-16,0 0-1 0,0 0 1 0,0 0-1 16,0 0 1-16,0 0 4 0,0 0 1 0,0 0-1 15,0 0 1-15,10-4-1 0,-6 4 0 0,2 2 0 16,2 0 1-16,3 0-7 0,1 2 0 0,2 0 0 0,2 0 1 15,1 0-1-15,1 0 0 0,2-2 0 0,3-2 1 16,1 0-6-16,0 0 0 0,1 0 0 0,1-2 0 16,3-2 0-16,-3-2 0 0,3 0 0 0,-5 0 0 15,1-2-81-15,-1-1 0 0,-2-1 0 0,-1 2 0 16,-3-6 0-16,-6 1 0 0,3 1 0 0,-5-2 1 0,-2-1 57 16,0 1 1-16,-4-1-1 0,-2-1 1 0,0 2-1 15,-2-3 1-15,-4 3-1 0,-2 0 1 0,0-7-25 16,-2 3 0-16,2 1 0 0,-7-1 1 0,1 3-1 15,2 1 0-15,-4 2 0 0,-2-1 1 0,-1 3 1 0,1 2 1 16,-2 4-1-16,-1 0 1 0,-1 0-1 0,2 4 0 16,-3 0 0-16,-3 4 1 0,1 4 0 0,1-4 0 15,2 6 0-15,1 3 0 0,1-3-1 0,0 6 1 16,-1-1 0-16,1 1 0 0,2 5-6 0,2 1 1 16,-1 3 0-16,5-3 0 0,0 7-1 0,0 2 1 15,4-3 0-15,0 5 0 0,4 2-2 0,-2-2 0 0,4 2 0 16,4 0 0-16,4-5-1 0,2 3 1 15,6-4 0-15,-4 2 0 0,7-5-3 0,3-3 1 0,3 0-1 16,3-3 1-16,3-1-1 0,-1-3 0 0,5-6 0 16,1 0 1-16,1-1 0 0,-2-1 0 0,3-8 0 15,-3 0 1-15,-1 0-1 0,3-4 0 0,0 0 0 16,-3-2 1-16,-1-3-1 0,-1 1 0 0,1-4 0 16,-5 2 1-16,-5-5-1 0,-1 3 0 0,-7 4 0 15,-5-5 0-15,-10 13-8 0,0 0-2369 0</inkml:trace>
  <inkml:trace contextRef="#ctx0" brushRef="#br0" timeOffset="127592.66">25042 11680 184 0,'0'0'0'0,"0"0"0"0,0 0 0 0,0 0 78 0,0 0 0 0,0 0 0 16,0 0 1-16,0 0-1 0,0 0 0 0,0 0 0 15,0-10 1-15,2 10 9 0,2 0 0 0,-4-2 0 16,0 2 0-16,4 0 0 0,-2 2 0 0,2 0 0 15,0 2 0-15,0 0-20 0,2 2 1 0,0 0-1 0,3 5 1 16,-5 1-1-16,2 0 0 0,0 5 0 0,0-1 1 16,-2 3-22-16,0-3 0 0,-2 2 0 0,0 1 1 15,2 1-1-15,-4-7 0 0,4-3 0 0,-4 2 1 16,0-4-55-16,0-1 0 0,0-3 0 0,-4 0 0 16,4-4 0-16,-4-6 0 0,0 0 0 0,0-3 0 0,0-1 30 15,0-6 1-15,0-3-1 0,-2 1 1 0,2-9-1 16,0 5 0-16,-3-3 0 0,3 2 1 0,4 23-8 15,-4-43 0-15,4 25 0 0,2-1 1 0,2 3-1 16,1 2 0-16,3 1 0 0,-2 5 1 0,4 2-3 16,2-4 1-16,0 4 0 0,1 1 0 0,1 3-1 0,2 0 1 15,0 0 0-15,1 2 0 0,-1 0-1 0,2 0 1 16,-1 2-1-16,1 0 1 0,-18-2-15 0,0 0-2157 16</inkml:trace>
  <inkml:trace contextRef="#ctx0" brushRef="#br0" timeOffset="129143.73">25589 11688 556 0,'0'0'0'0,"0"0"0"16,0 0 0-16,0 0 193 0,0 0 1 0,0 0-1 0,0 0 1 0,0 0-1 0,0 0 1 15,0 0-1-15,0 0 1 0,6 0-139 0,0 0 0 16,5 0 0-16,1 2 0 0,2-2 0 0,4 0 0 15</inkml:trace>
  <inkml:trace contextRef="#ctx0" brushRef="#br0" timeOffset="129858.87">26161 11500 292 0,'0'0'0'0,"0"0"0"0,0 0 0 0,0 0 188 0,-10 0 0 0,6-4 0 0,0 4 1 0,-2 0-1 0,0 0 0 0,2-3 0 15,-3 3 1-15,1 0-160 0,0 0 0 0,-2 0 0 16,0 0 1-16,0 3-1 0,2 1 0 0,0 0 0 16,0 2 0-16,-1-2 9 0,1 4 1 0,2 4-1 15,4-3 1-15,-4 5-1 0,4-4 0 0,0 5 0 16,4 1 1-16,0-2-19 0,-2 3 0 0,4-1 0 15,3 1 0-15,1 1-1 0,2-6 1 0,0 7 0 16,2-7 0-16,1 3-19 0,1-1 0 0,0 2 0 16,1-5 1-16,-3 1-1 0,-2 0 0 0,0 0 0 15,-2 1 0-15,-1-1 0 0,-1 0 0 0,-8-3 0 0,0-1 1 16,0 2-1-16,-4-2 0 0,-3 0 0 0,1 1 1 16,-2 1 1-16,-2-6 1 0,-2 2-1 0,0-2 1 15,-1-2-1-15,-1-2 0 0,-2 0 0 0,2-2 1 16,-5 0 2-16,3-2 1 0,0-2-1 0,-1 0 1 15,3 0-1-15,-2 0 0 0,2-1 0 0,2 3 1 0,-1-4 2 16,3 4 0-16,2-2 0 0,4 2 1 0,-2-2-1 16,4-1 0-16,2-1 0 0,2 2 0 0,4-2-1 0,-2 4 1 15,0-7-1-15,4 5 1 0,-2 0-1 16,4 2 1-16,1-4-1 0,-1 2 1 0,2 2-2 0,0 2 0 16,-2-3 0-16,1 3 0 0,1-2 0 0,0 4 0 15</inkml:trace>
  <inkml:trace contextRef="#ctx0" brushRef="#br0" timeOffset="130192.7">26296 11346 212 0,'0'0'0'0,"0"0"0"0,0 0 0 0,0 0 202 0,0 0 1 0,8 2 0 0,-4 0 0 16,2 2-1-16,2-4 1 0,2 4 0 0,2 0 0 15,3 0-151-15,-1 5 0 0,2 5 0 0,2-4 0 16,1 11 0-16,1-3 0 0,0 7 0 0,1 5 0 0,-1 1-13 15,-4 6 1-15,3 0-1 0,-5-2 1 16,-2 2-1-16,-2 0 0 0,-1 0 0 0,-5-2 1 0,-2-1-43 16,-2 1 1-16,0-8-1 0,-2 0 1 0,2-27 2 15,0 0-1917-15</inkml:trace>
  <inkml:trace contextRef="#ctx0" brushRef="#br0" timeOffset="130808.98">24958 11401 172 0,'0'0'0'0,"0"0"0"0,0 0 0 0,-8 0 154 0,4 0 1 0,-2 0 0 0,2-2 0 0,0 2-1 0,-4 0 1 15,0 0 0-15,-1 2 0 0,3 0-98 0,-2 0 0 16,0 4 0-16,0-1 0 0,2 1-1 0,-2 0 1 0,4 2 0 16,-5 2 0-16,3 3-21 0,0 1 1 0,0 0 0 15,0 7 0-15,4-7-1 0,0 7 1 0,2 1-1 16,2 5 1-16,2-7-17 0,2 7 0 0,2 2 0 15,5 0 0-15,1 3-1 0,2 3 1 0,2 0 0 16,3 2 0-16,1 0-20 0,7 0 0 0,-3 0 0 16,9-6 1-16,-1-3-1 0,9-3 0 0</inkml:trace>
  <inkml:trace contextRef="#ctx0" brushRef="#br0" timeOffset="131676.87">26534 11315 208 0,'0'0'0'0,"0"0"0"0,0 0 0 0,0 0 215 0,0 0 0 0,0 0 0 0,0 0 0 0,0 0-1 16,0 0 1-16,0 0 0 0,0 0 0 0,0 0-156 0,8 6 0 15,-2 0 0-15,-2 0 1 0,2 1-1 0,2 7 0 16,0-4 0-16,5 5 0 0,-5 3-20 0,2 1 0 16,-2-1 0-16,4 5 0 0,-6 1 0 0,2 3 0 15,1-5 0-15,-3 5 0 0,0 0-18 0,2-5 1 16,-4 3 0-16,2 0 0 0,0-1-1 0,-2-1 1 16,0-3 0-16,0-1 0 0,-2-3-24 0,3-4 1 15,-1-1-1-15,-4-1 1 0,0-6-1 0,2 0 1 0,-2-4 0 16,0-4 0-16,0 0 4 0,0-2 0 0,0 0 0 15,0-5 0-15,0-3 0 0,2-2 0 0,0-1 0 16,0-1 0-16,0 3-2 0,2-3 1 0,0 1 0 16,2 1 0-16,4 2-1 0,-4-3 1 0,5 7 0 15,1-2 0-15,2 1 3 0,-4 3 0 0,4 4 0 16,1-4 0-16,-1 6 0 0,0 2 0 0,0 2 0 0,-1 6 0 16,1-4-1-16,-2 7 1 0,0 1-1 0,-2-2 1 15,3 0-1-15,-1 5 0 0,-2-5 0 0,-2 6 1 16,0-1-3-16,-2 1 1 0,1-2 0 0,-3 5 0 15,-2 1-1-15,2-3 1 0,-2 1 0 0,2 1 0 16,-2-1-2-16,2 3 0 0,0-9 0 0,-2 2 0 16,-2-14-1-16,0 0-2261 0</inkml:trace>
  <inkml:trace contextRef="#ctx0" brushRef="#br0" timeOffset="133162.15">27539 11389 48 0,'0'0'0'0,"0"0"0"0,0 0 0 0,0 0 227 0,0 0 1 15,0 0 0-15,0 0 0 0,0 0-1 0,0 0 1 16,0 0-1-16,0 0 1 0,0 0-181 0,0 0 0 15,0 0 0-15,0 0 0 0,0 0 0 0,0 0 0 0,4-10 0 16,-2 8 0-16,-2 0-66 0,2-1 0 0,0 1 0 16,-2 2 1-16,4 0-1 0,-4-2 1 0,2 0-1 15,-2 2 1-15,2 0 1 0,0 0 0 0,0 0 0 16,3 2 1-16,-3 0-1 0,2 3 0 0,0 1 0 16,0 2 1-16,-2 4 26 0,2 3 0 0,2-1 0 15,-2 6 0-15,2-1-1 0,0 3 1 0,0 1 0 16,0 4 0-16,1-1-29 0,-1 3 1 0,0-2-1 15,2-5 1-15,-2 3-1 0,0-5 1 0,0-3 0 0,0 1 0 16,-2-1 16-16,0-7 0 0</inkml:trace>
  <inkml:trace contextRef="#ctx0" brushRef="#br0" timeOffset="133392.37">27470 11534 348 0,'0'0'0'0,"0"0"0"0,0 0 0 0,0 0 156 0,0 0 1 15,0 0-1-15,0 0 1 0,0 0-1 0,10 0 0 16,-4 3 0-16,2-3 1 0,4 0-110 0,3 0 0 16,1 0 0-16,2 0 1 0,3 0-1 0,1 0 0 15,3 0 0-15,-1-3 1 0,2 3-29 0,5-4 0 16,-7 4 0-16,3-4 1 0,16-2-20 0,-43 6-1541 0</inkml:trace>
  <inkml:trace contextRef="#ctx0" brushRef="#br0" timeOffset="134192.49">28386 11565 136 0,'0'0'0'0,"0"0"0"0,0 0 0 0,0 0 122 0,0 0 1 0,-8-4-1 0,4 0 1 0,-1 4-1 0,-1-4 1 0,0 2-1 16,-4 0 1-16,0 0-80 0,0 2 0 0,-3 0 0 16,1 0 1-16,0 0-1 0,0 0 0 0,0 0 0 15,-1 2 0-15,5 0-13 0,-2 4 0 0,2-2 0 16,0 2 1-16,0 5-1 0,4 3 0 0,-5-4 0 15,5 7 1-15,0-1-11 0,2 5 1 0,2-1 0 16,0 3 0-16,4 1-1 0,2 1 1 0,3-3 0 16,-1-1 0-16,4-1-25 0,2-1 0 0,3-1 0 15,1-7 0-15,0-1 0 0,0 0 0 0,3-6 0 0,-1-4 1 16,-2 0 10-16,-1-4 1 0,-1-2-1 0,-2 0 1 16,1-4-1-16,-3-3 1 0,0-1-1 0,-2-5 1 15,0 3 9-15,-4-2 0 0,1-3 0 0,-3 3 1 16,-2-7-1-16,-2 4 0 0,-2 1 0 0,0 1 0 0,-5-3 10 15,1 1 1-15,-2 3-1 0,0-3 1 0,-4 1-1 16,0 3 1-16,-1-3-1 0,-3 6 1 0,0-3-3 16,-2 3 1-16,3 0 0 0,-5 1 0 0,2 1-1 15,-5 4 1-15,3 2-1 0,2-3 1 0,1 3-5 0,3 2 1 16,2 0-1-16,0 2 1 0,3 0-1 16,3 2 1-16,2 0-1 0,2 0 1 0,2 0-14 0,4 2 1 15,2-2-1-15,5 0 1 0,5 0-1 16,2 2 0-16,3-2 0 0,3 0 1 0,4 0 0 0,3 0 1 15,0-2-1-15,3 0 1 0,1 2-1 0,-1-4 1 16,-1 4-1-16,2-4 1 0,1 2-5 0,-1 2 0 16,-3 0 0-16,1-2 1 0,10 2-6 0,-43 0-2097 0</inkml:trace>
  <inkml:trace contextRef="#ctx0" brushRef="#br0" timeOffset="136742.43">28801 11670 312 0,'0'0'0'0,"0"0"0"0,0 0 0 0,0 0 197 0,0 0 1 0,0 0 0 0,0 0 0 0,10 0-1 16,-6-2 1-16,2 2-1 0,0 0 1 0,3 2-151 0,-1-2 1 15,0 2 0-15,2 2 0 0,-2 0-1 0,2 0 1 16,-2 0 0-16,3 0 0 0,-7 3-17 0,4 1 1 15,0 0 0-15,-2 0 0 0,2 2-1 0,0-1 1 16,0-1-1-16,1 0 1 0,-1-2-16 0,2 2 0 16,-4-1 0-16,4-3 1 0,0 0-1 0,3 0 0 15,-5 0 0-15,0 0 1 0,0-4-16 0,2 0 0 16,-2 0 0-16,1 0 1 0,-1 0-1 0,0-4 0 16,-4 0 0-16,2 0 0 0,-2-2-1 0,-2-1 0 0,0 1 0 15,0-4 1-15,-2-2-1 0,-2-1 0 0,0-1 0 16,-2 2 0-16,2-5 1 0,-6 3 1 0,0-4 0 15,0-1 0-15,-1 3-1 0,-1-5 1 0,0 1-1 16,2-1 1-16,-4 1 3 0,2-1 0 0,-3 1 0 16,1-1 0-16,4 1-1 0,-6 3 1 0,4 1 0 15,-1 1 0-15,1 3-1 0,0 2 0 0,2 0 0 16,0 1 1-16,4 1-1 0,-2 0 0 0,-1 0 0 16,1 2 0-16,0 4-2 0,2-5 1 0,0 3 0 0,0-4 0 15,0 4-1-15,4 0 1 0,-4 0 0 0,8 2 0 16,-4-2-2-16,2 0 0 0,2 4 0 0,2-5 0 15,2 3 0-15,5 0 0 0,-3-2 0 0,4 2 0 16,2 0-1-16,5 0 1 0,1 0-1 0,-4 0 1 16,7 2-1-16,1-4 1 0,7 4-1 0,1-4 1 0,3 4-1 15,0-4 0-15,1 2 0 0,1-2 1 0,-2 2-1 16,1-1 0-16,-1 1 0 0,-3 0 0 0,-1 0 0 16,4 0 0-16,5-2 0 0,-5 4 0 0,-6-6 0 0,-1 4 0 15</inkml:trace>
  <inkml:trace contextRef="#ctx0" brushRef="#br0" timeOffset="138976.81">29306 11397 80 0,'0'0'0'0,"0"0"0"0,0 0 0 0,0 0 217 0,0-8 1 0,0 0 0 0,0 2 0 16,0-1-1-16,0 1 1 0,0-2-1 0,0 0 1 15,0 0-181-15,0 1 0 0,0-1 0 0,0 0 1 16,-2 0-1-16,2 2 0 0,0-3 0 0,0 3 0 16,-2 2-23-16,2 0 0 0,0 2 0 0,0 0 0 0,0-2-1 15,2 4 1-15,-2 0 0 0,0 0 0 0,0 0-11 16,0 0 1-16,0 0 0 0,0 4 0 0,0-2-1 15,2 6 1-15,-2 0 0 0,2 5 0 0,0 3-2 0,0 1 1 16,0 3 0-16,0-1 0 0,0 3-1 16,0-1 1-16,2 1-1 0,0-1 1 0,-2 1-7 0,0 3 1 15,2-1-1-15,-2-1 1 0,2-2-1 0,-2-1 1 16,0 1-1-16,0-5 1 0,2-2 2 0,-1 1 1 16,-1 1 0-16,0-6 0 0,2 3 0 0,-4-5 0 15,0 0 0-15,2 0 0 0,-2-2 0 0,0 3 0 16,0-7 0-16,0 0 1 0,0 0-1 0,0 0 0 15,-2-2 0-15,2 0 0 0,0 0 13 0,0-2 0 16,-4 0 0-16,4-2 0 0,-2-5 0 0,2 1 0 0,-2 0 0 16,2-2 0-16,0 0 1 0,0-1 1 0,0 1-1 15,2-4 1-15,4 1-1 0,-4 1 1 0,4 0-1 16,0-3 1-16,0 3-1 0,0 2 1 0,2-7 0 16,2 7 0-16,1-4-1 0,-1 4 1 0,-2-1 0 15,2 3 0-15,0 2-2 0,0 2 1 0,3-4 0 16,-5 8 0-16,2-4-1 0,0 4 1 0,0 4-1 0,1 0 1 15,-1 0-4-15,-2 2 0 0,2 4 0 0,-4 3 1 16,-2 1-1-16,2 0 0 0,0 3 0 0,-2-1 0 16,1 0-3-16,-3 1 1 0,0 1 0 0,2-1 0 15,-4-1-1-15,2-1 1 0,0 1 0 0,0-2 0 16,0 1-6-16,0-5 1 0,0 2-1 0,0-2 1 16,-2-10-3-16,0 0-2139 0</inkml:trace>
  <inkml:trace contextRef="#ctx0" brushRef="#br0" timeOffset="175960.11">23324 14978 248 0,'0'0'0'0,"0"0"0"0,0 0 0 0,0 0 54 0,0 0 0 0,8-6 0 0,-4 6 1 0,4-2-1 0,-1 0 0 16,1 2 0-16,2 0 0 0,2 0 9 0,0 0 1 15,2 0 0-15,-1 2 0 0,3 2-1 0,-4-2 1 16,7 2 0-16,-7 0 0 0,4 0-25 0,2 3 1 16,-3-1 0-16,1 0 0 0,2-2-1 0,3 0 1 15,-5 0-1-15,2 2 1 0,2-6-25 0,3 0 0 16,-5 4 0-16,3-4 0 0,23 0-15 0,-44 0-1176 0</inkml:trace>
  <inkml:trace contextRef="#ctx0" brushRef="#br0" timeOffset="176525.23">23467 15282 464 0,'0'0'0'0,"0"0"0"0,0 0 0 0,0 0 105 0,0 0 0 0,0 0 0 16,0 0 1-16,0 0-1 0,0 0 0 0,0 0 0 15,8-2 0-15,-4 2-63 0,6 0 0 0,2 0 0 16,2 0 1-16,5 0-1 0,1 0 0 0,0 2 0 16,3-2 1-16,1 2-10 0,-1 0 1 0,1 2 0 0,-4-4 0 15,1 2-1-15,-1 2 1 0,-4-2 0 0,3 0 0 16,-3 0-20-16,-4 0 1 0,0-2-1 0,-1 2 1 15,-3-2-1-15,-2 0 1 0</inkml:trace>
  <inkml:trace contextRef="#ctx0" brushRef="#br0" timeOffset="178658.04">24502 14816 344 0,'0'0'0'0,"0"0"0"0,-8-4 0 0,4 2 134 0,2 4 1 15,0-2 0-15,0 2 0 0,2-2-1 0,2 2 1 0,0-2 0 16,2 6 0-16,4-6-74 0,3 0 1 0,1 2 0 16,2-2 0-16,2 0-1 0,5 2 1 0,1-2-1 15,5 0 1-15,-1 0-22 0,-2 0 1 0,3 0 0 16,1 0 0-16,1-2-1 0,-1 0 1 0,-1-2 0 16,-1 0 0-16,3 0-22 0,-3-2 1 0,-3 0 0 15,-3 0 0-15,-4-3-1 0,-2 3 1 0,1 0 0 16,-3 0 0-16,-4-4-18 0,0 1 0 0,-4 1 0 0,-2-6 0 15,-4 4 0-15,2-1 0 0,-4 1 0 16,-2 2 0-16,-2-4 0 0,-2 1 0 0,0-1 0 16,-7-2 0-16,3 1 0 0,2 3 0 0,-8 0 0 0,1 4 0 15,-3-3 2-15,-1 3 1 0,1 4 0 0,0-2 0 16,1 2-1-16,-1 4 1 0,0 2-1 0,1 0 1 16,-1 0-1-16,1 5 0 0,7-1 0 0,-6 2 1 15,2 2-1-15,1 7 0 0,1-5 0 0,0 9 0 0,-1-3 1 16,5 5 1-16,-2 4 0 0,2 1 0 0,0 5-1 15,-1 0 1-15,3 2 0 0,4 6 0 0,4-6-2 16,2 4 1-16,0 0 0 0,4-2 0 0,4 0-1 16,4 2 1-16,5-8-1 0,3 0 1 0,4 2 1 0,7-7 0 15,6-1 0-15,3-4 0 0,3 1-1 0,6-5 1 16,0-3 0-16,8 0 0 0,2-3 4 0,0-3 1 16,-2-4-1-16,-2 0 1 0,-4-2-1 0,-3-4 1 15,7-2-1-15,-16-2 1 0,-4-2-3 0,-3-2 1 16,-5 0-1-16,-1-5 1 0,-1 1-1 0,-7 2 1 15,-6-5-1-15,0 3 1 0,-12 12-9 0,0 0-2088 0</inkml:trace>
  <inkml:trace contextRef="#ctx0" brushRef="#br0" timeOffset="184207.31">5558 14968 556 0,'0'0'0'0,"-8"6"0"0,-2 0 0 0,2 4 156 0,-8 7 1 0,1 1 0 16,-1 7 0-16,-4 12-1 0,1 4 1 0,-3 8 0 15,2 11 0-15,-3 16-73 0,7 6 0 0,8 2 0 0,0 2 0 16,10 25-1-16,8-29 1 0,14-4 0 0,7-5 0 16,3-5-34-16,5-6 0 0,8-5 0 0,10-10 1 15,-2 0-1-15,6-10 0 0,-6-2 0 0,6-8 0 16,-10-27-50-16,-51 0-2162 0</inkml:trace>
  <inkml:trace contextRef="#ctx0" brushRef="#br0" timeOffset="185291.19">6234 15524 280 0,'0'0'0'0,"0"0"0"0,0 0 0 0,-10 4 187 0,6-4 0 0,0 4 0 0,0-2 0 0,0 0-1 0,-3 2 1 0,3 0 0 16,0 2 0-16,0-6-124 0,-4 5 1 0,4-1 0 15,0 0 0-15,0 0-1 0,-4-2 1 0,4 0-1 16,2 2 1-16,-2 2-38 0,4-6 1 0,0 4-1 15,-5-2 1-15,5 0-1 0,0 0 0 0,0-4 0 16,5 0 1-16,-5 0-15 0,6-2 0 0,2-2 0 16,0 0 0-16,4-4 0 0,2-5 0 0,3-1 0 0,-1-5 0 15,6 1-13-15,-3-3 0 0,5-1 0 0,-2-3 0 16,7 6 0-16,-7-3 0 0,5 3 0 0,-7-1 0 16,3 3 4-16,-3-1 0 0,2 1 0 0,-1 1 1 15,-3 2-1-15,2 1 0 0,-10 1 0 0,7-1 0 16,-5 5-3-16,2 2 1 0,-6 0-1 0,1 4 1 0,-5 0-1 15,0 2 1-15,-4 4-1 0,0 2 1 0,0 8-1 16,-4 2 1-16,0 3 0 0,-5 3 0 0,-3 5-1 16,2 6 1-16,2 4-1 0,-8 6 1 0,3 4 8 15,-1 4 0-15,-2 0 0 0,2 0 1 0,-3-4-1 16,5 3 0-16,2-7 0 0,2-2 1 0,0-5-3 0,4-3 1 16,4-4 0-16,0-5 0 0,4-9-1 0,0-5 1 15,4-4 0-15,0-2 0 0,6-2 0 0,3-2 1 16,-5-2-1-16,6-4 1 0,0 0-1 0,3-5 0 15,-3-1 0-15,6-9 1 0,3-1-4 0,1-1 1 16,-1-4 0-16,3-1 0 0,1-3-1 0,-5-6 1 16,3 2-1-16,-3-2 1 0,-1 0-1 0,1-2 0 15,1 4 0-15,-9 6 0 0,2 5-1 0,-3 5 1 0,-3 9 0 16,-6 10 0-16,-4 6-4 0,-4 4 1 0,0 4-1 16,0 5 1-16,0 5-1 0,-4 1 0 0,0 6 0 15,0 8 1-15,0 8-2 0,0 0 1 0,0 4 0 16,2 2 0-16,-2-4-1 0,-1-1 1 0,5-1 0 15,0-6 0-15,0-2-3 0,5-3 1 0,-5-5-1 16,4 0 1-16,0-7-1 0,6-3 1 0</inkml:trace>
  <inkml:trace contextRef="#ctx0" brushRef="#br0" timeOffset="186041.3">7638 15485 604 0,'0'0'0'0,"0"0"0"0,0 0 0 0,0 0 144 0,0 0 1 0,0 0 0 15,17 0 0-15,-11 0-1 0,6 2 1 0,4 0 0 16,-4-2 0-16,7 4-94 0,-3-4 1 0,2 0 0 15,1 0 0-15,1 0-1 0,0-4 1 0,3 2 0 16,-1 0 0-16,25 0-52 0,-47 2-1632 0</inkml:trace>
  <inkml:trace contextRef="#ctx0" brushRef="#br0" timeOffset="186224.87">7522 15649 420 0,'0'0'0'0,"0"0"0"0,-8 0 0 0,8-2 134 16,0 4 0-16,0-4 0 0,4 4 1 0,0-2-1 16,4 2 0-16,1 0 0 0,5 0 0 0,6 2-100 15,3-4 0-15,1 2 0 0,7 2 1 0,7-4-1 16,5 0 0-16,0 0 0 0,6-4 0 0,1 2-22 0,1 2 0 16</inkml:trace>
  <inkml:trace contextRef="#ctx0" brushRef="#br0" timeOffset="187177.29">8617 15079 540 0,'0'0'0'0,"0"0"0"0,0 0 0 0,0 0 86 0,-8-9 1 16,8 7 0-16,0 0 0 0,4 2-1 0,-4 0 1 15,4 2-1-15,-2 3 1 0,6 5-28 0,1 2 1 0,-1 7 0 16,0 1 0-16,2 9-1 0,2 10 1 16,0 8-1-16,-1 10 1 0,1 15-15 0,0 4 1 0,0 0-1 15,-6 2 1-15,3-10-1 0,-5 18 0 0,0-29 0 16,-4-4 1-16,0-7-12 0,0-3 1 0,0-6 0 15,-4-7 0-15,0-1-1 0,-1-2 1 0,1-9-1 16,0-3 1-16,2-11-44 0,2-2 1 0</inkml:trace>
  <inkml:trace contextRef="#ctx0" brushRef="#br0" timeOffset="187606.94">8369 15715 180 0,'0'0'0'0,"0"0"0"0,-10 4 0 0,8-2 205 0,-2-2 0 16,2 6 0-16,-2-6 1 0,0 4-1 0,-1 2 0 15,1 0 0-15,0 0 0 0,-4 5-161 0,4 1 1 16,0 2-1-16,2 1 1 0,-2-1-1 0,4 2 1 16,0-1-1-16,4 1 1 0,0 1-15 0,6-3 0 15,-2 0 0-15,9-3 1 0,1-3-1 0,2 0 0 16,-1-4 0-16,5 0 0 0,3-6-24 0,3 0 1 16,1-2-1-16,-3-4 1 0,3-2-1 0,-1-5 1 15,1-3-1-15,-5-5 1 0,3-1 1 0,1-1 0 0,-3-6 0 16,-5 0 0-16,-2 3-1 0,1-3 1 0,-7 2 0 15,-6 3 0-15,-4-1-8 0,-8 4 1 0,-4 5 0 16,-4 3 0-16,-3 1-1 0,-7 2 1 0,-2 2 0 16,-7 1 0-16,-3 3 1 0,-1 4 1 0,-8 0-1 15,0 4 1-15,1 2-1 0,-5 4 0 0,2 1 0 16,4 1 1-16,1 4 1 0,1 1 0 0,6-1 0 0,7 0 0 16,26-14-4-16,0 0-1931 0</inkml:trace>
  <inkml:trace contextRef="#ctx0" brushRef="#br0" timeOffset="188107.14">9165 15737 512 0,'0'0'0'0,"0"0"0"0,0 0 0 0,0 0 134 0,0 0 0 0,-2-8 0 0,4 6 1 0,6 2-1 0,4-4 0 16,0 2 0-16,3-2 1 0,5-3-96 0,6 1 1 0,-1 0 0 15,5 0 0-15,1-2-1 0,-1 0 1 0,1 1-1 16,-1-1 1-16,-1 2-11 0,-3-2 0 0,-1 0 0 15,1-1 1-15,-3 1-1 0,-5-2 0 0,-2 2 0 16,-4-3 0-16,-1-1-15 0,-3 2 0 0,-4 2 0 16,0-3 1-16,-8-1-1 0,-2 2 0 0,-2 0 0 15,-1-5 1-15,-7 3-15 0,2 2 0 0,-2-1 0 16,-7 1 0-16,3-2 0 0,-7 2 0 0,3 1 0 16,2 1 0-16,-9 6 0 0,5 0 0 0,-3 6 0 15,-1 0 1-15,3 7-1 0,-3-1 0 0,-1 6 0 16,3 3 0-16,5 1 3 0,3 3 0 0,-2 3 0 0,5 3 0 15,3 0-1-15,6 4 1 0,4-3 0 0,4 3 0 16,4 2 5-16,4-6 0 0,6 2 0 0,7-3 0 16,5-3 0-16,1-2 0 0,9-1 0 0,5 1 0 0,6-7 0 15,4 3 0-15,-3-11 0 0,7 2 0 0,-4-2-1 16,0-2 1-16,-2-4 0 0,2-2 0 0,-4-2 3 16,-1 0 0-16,3-6 0 0,-6 0 1 0,8-19-12 15,-51 27-1835-15</inkml:trace>
  <inkml:trace contextRef="#ctx0" brushRef="#br0" timeOffset="192241.65">9641 14929 240 0,'0'0'0'0,"0"0"0"0,0 0 0 0,0 0 255 0,0 0 0 0,0 0 0 0,0 0 0 0,0 0 0 15,0 0 0-15,0 0 0 0,0-8 0 0,0 4-207 16,0 0 0-16,4 2 0 0,-4-7 0 0,4 3-1 16,0 0 1-16,2 0 0 0,0 2 0 15,1 0-40-15,1 0 1 0,0-1 0 0,-4 3 0 0,4 0-1 16,-2 0 1-16,2 0-1 0,0 0 1 0,1 0-16 16,-3 2 0-16,2 2 0 0,0 0 0 0,0 2 0 15,-4 0 0-15,4 3 0 0,-4 3 0 0,0 0 17 0,3 2 0 16,-7 3 0-16,4 1 0 0,-4-4-1 0,0 3 1 15,-4 1 0-15,4 3 0 0,-7-1-30 0,1 1 0 16,0-3 0-16,-6 2 0 0,4 1 0 0,-4-1 0 16,1 1 0-16,-1-5 1 0,0 3-5 0,-2-3 1 15,2-6 0-15,-3 2 0 0,3 3-1 0,4-7 1 0,-6-2 0 16,6-2 0-16,-5-2 17 0,5-2 0 0,0 0 0 16,4-4 1-16,0 4-1 0,2-6 0 0,-2 1 0 15,4 1 1-15,0 0 0 0,4 2 1 0,-4-4-1 16,4 2 1-16,0-3-1 0,6 5 1 0,-2-4 0 15,1 2 0-15,3 4 5 0,2-2 1 0,-2 2-1 16,0 0 1-16,3 4-1 0,-3 0 1 0,2 0-1 16,2 2 1-16,-3-2 9 0,1 2 0 0,-2 0 0 15,2 0 0-15,3 2-1 0,-1-1 1 0,-4 1 0 0,2-2 0 16,-1 2-1-16,-7-2 0 0,2 0 0 0,0 0 0 16,0 0 0-16,0-2 0 0,-2 0 0 0,0 1 0 15,1-1 0-15,-3-2 1 0</inkml:trace>
  <inkml:trace contextRef="#ctx0" brushRef="#br0" timeOffset="193606.81">10233 14904 148 0,'0'0'0'0,"0"0"0"0,-8 2 0 0,4-2 205 0,0 5 0 0,0-5 0 0,-2 4 0 0,0-2-1 0,0 2 1 0,-3 0 0 16,1 0 0-16,-4 0-197 0,2 0 0 0,2 0 0 16,0 4 1-16,-3-1-1 0,3 1 0 0,4 2 0 15,-4 0 0-15,0 1 0 0,4 3 1 0,-4 2 0 16,4-1 0-16,2-3-1 0,4 2 1 0,0 3 0 16,4-7 0-16,2 0-10 0,0 3 1 0,4-3 0 0,3-4 0 15,1 2-1-15,0-4 1 0,2-2 0 0,1 0 0 16,1-2 11-16,-2 2 0 0,-1-4 0 0,3 0 1 15,-2 0-1-15,-1-2 0 0,1-4 0 0,-6 4 0 16,2-4-10-16,-1 2 1 0,-5-5 0 0,0 1 0 16,-4 0-1-16,-2 0 1 0,0-1 0 0,0-1 0 15,-4 2 0-15,-2-1 0 0,0-5 0 0,0 2 0 0,-8-1 0 16,1-1 0-16,-1 2 0 0,0-3 0 0,-2 1 15 16,2 1 1-16,-5 1-1 0,1 2 1 0,2-1-1 15,-2 7 0-15,1 0 0 0,-1 0 1 0,0 2 1 16,1 2 1-16,3 0 0 0,2 0 0 0,2 0-1 15,0 0 1-15,4 2-1 0,0 0 1 0,0 0-4 0,8-2 0 16,0 2 0-16,0-2 1 0,8-1-1 0,2 1 0 16,-2 0 0-16,5 2 0 0,5-2-2 0,-2 2 1 15,3 0-1-15,3 0 1 0,1 2-1 0,1-2 0 16,-5 0 0-16,1 2 1 0,3-4-8 0,-1 2 1 16,-6 0-1-16,3-2 1 0,-3 2-1 0,-2-4 1 15</inkml:trace>
  <inkml:trace contextRef="#ctx0" brushRef="#br0" timeOffset="194210.05">10628 15191 468 0,'0'0'0'0,"0"0"0"0,0 0 0 0,0 0 173 0,10 11 1 0,-2-9 0 0,-4 0 0 0,7 0-1 0,1 0 1 16,4-2-1-16,-4 0 1 0,7-2-114 0,-3-2 0 16,6 2 0-16,-3-6 1 0,1-1-1 0,2 1 0 15,-1 2 0-15,-1-4 0 0,3-1-24 0,-7 1 1 16,-2 0 0-16,2 2 0 0,-5 0-1 0,-3-5 1 0,0 1 0 15,0 0 0-15,-8-3-20 0,4 1 0 0,-4 2 0 16,-4-7 0-16,0 1-1 0,0-3 1 0,-4 1 0 16,0-1 0-16,-3-3-17 0,3-1 1 0,0 2 0 15,-8 1 0-15,2 1-1 0,-3 3 1 0,3 6 0 16,-2-3 0-16,-3 9-2 0,3 0 1 0,0 0 0 16,6 2 0-16,-3 2 0 0,5 0 0 0,-2 2 0 15,4 0 0-15,4-3-8 0,-2 6 1 0,4-6-1 0,4 6 1 16,2-6-1-16,6 3 1 0,5 0 0 0,1-2 0 15,6 2 5-15,7 0 0 0,3 0 0 0,9-2 1 16,6 0-1-16,2 0 1 0,4 0-1 0,-2-2 1 16,2 0 0-16,0 0 0 0,2-2 0 0,-2 0 0 15,-4 1 0-15,-3 3 0 0,3-6 0 0,-8 4 0 16,-4 0 3-16,-5 2 1 0</inkml:trace>
  <inkml:trace contextRef="#ctx0" brushRef="#br0" timeOffset="194810.86">11204 14765 316 0,'0'0'0'0,"0"0"0"0,0 0 0 0,-2 10 188 0,2-6 0 0,0 9 0 0,0-5 1 15,0 4-1-15,0 2 0 0,0 3 0 0,0-1 0 16,2 5-147-16,-2 1 1 0,0 1-1 0,2 4 1 16,-2-5-1-16,0 5 1 0,0 1-1 0,0-7 1 0,0 4-13 15,-2-3 1-15,2 1-1 0,-2-7 1 0,0 1-1 16,2-5 1-16,-2-2-1 0,0 0 1 0,2-4-15 15,-4-1 0-15,4 1 0 0,0-4 0 0,4-2 0 16,-4-2 0-16,2 2 0 0,0-6 0 0,4-3-15 0,2 1 1 16,0-4 0-16,1-2 0 0,-3 1-1 0,6-3 1 15,0-1 0-15,2 1 0 0,3 0-1 0,-5-1 0 16,0 3 0-16,2 6 1 0,3-3-1 0,-3 3 0 16,2 2 0-16,-4 2 0 0,3 2 4 0,1 2 1 15,-8 4 0-15,2 0 0 0,-2 8-1 0,0-5 1 16,-4 3-1-16,1 0 1 0,-1 2 2 0,-2 3 0 15,0 1 0-15,-4-2 0 0,2 1 0 0,-2-3 0 0,-2 5 0 16,4-3 0-16,-5 0 5 0,1 1 0 0,-4-1 0 16,2-2 1-16,2 1-1 0,-2-1 0 0</inkml:trace>
  <inkml:trace contextRef="#ctx0" brushRef="#br0" timeOffset="197804.92">22595 14687 284 0,'0'0'0'0,"0"0"0"0,-6-10 0 0,6 10 0 0,0 0-213 0</inkml:trace>
  <inkml:trace contextRef="#ctx0" brushRef="#br0" timeOffset="198058.09">22642 14564 36 0,'0'0'0'0,"0"0"0"16,0 0 0-16,6-10 41 0,-4 3 0 0,2-1 0 15,1 0 0-15,3 0 0 0,-4-2 0 0,2 1 0 16,0-5 0-16,0 2-7 0,2-3 1 0,-4 3 0 15,2 4 0-15,-2-4-1 0,1 3 1 0,-3 3-1 16,0-4 1-16,0 2 19 0,0 2 1 0,0-1 0 16,0 3 0-16,0 0-1 0,0 2 1 0,2 0-1 15,-4 0 1-15,0 4-29 0,0 2 0 0,0 0 0 16,4 5 1-16,-4 3-1 0,4 4 0 0,-4 3 0 0,2 3 1 16,0 7-28-16,4 6 1 0,2 8 0 0,5 4 0 15,-1 6-1-15,2-1 1 0,2 7 0 0,-1-1 0 16,5 1 12-16,-4 1 1 0,2-7 0 0,-1-2 0 15,-3-4-1-15,2-2 1 0,-8-4-1 0,1-4 1 16,-3-6 7-16,-2 0 1 0,-2-11-1 0,-2-1 1 0,-4-7-1 16,0-2 1-16</inkml:trace>
  <inkml:trace contextRef="#ctx0" brushRef="#br0" timeOffset="198491.68">22404 15025 408 0,'0'0'0'0,"-8"0"0"0,4 0 0 0,0 0 169 0,0 0 0 0,-4 0 0 15,2 0 1-15,-1 0-1 0,1 4 0 0,2-4 0 16,0 3 1-16,-4-1-113 0,2 0 1 0,2 0 0 15,2 2 0-15,0-4-1 0,0 2 1 0,4 2-1 16,-2 0 1-16,2 6-20 0,0 1 0 0,2-1 0 16,2 4 1-16,2 3-1 0,0-3 0 0,-2 2 0 15,7-1 0-15,3 1-19 0,-4-4 1 0,6 3 0 16,3-7 0-16,5 0-1 0,-1-2 1 0,1-2-1 16,1 1 1-16,-1-1-20 0,0-2 0 0,3 0 0 0,-9-4 1 15,1 0-1-15,-5 0 0 0,-4-5 0 0,0-1 0 16,-1 2 1-16,-3-6 1 0,0-1 0 0,-8-1 0 15,4 0-1-15,-4-7 1 0,-4 3 0 0,-2-3 0 16,0 3 4-16,-5-7 0 0,3 5 0 0,-8-1 1 16,2 3-1-16,-7-1 0 0,-1 7 0 0,0-2 0 15,1 7 4-15,-5 5 0 0,6 0 0 0,-5 2 1 0,1 4-1 16,-1 3 0-16,3 1 0 0,1 2 0 16,-1 4-1-16,0 1 0 0,-1 1 0 0,3 1 0 0,2-5-1 15,1 4 1-15</inkml:trace>
  <inkml:trace contextRef="#ctx0" brushRef="#br0" timeOffset="199739.66">25437 14176 160 0,'0'0'0'0,"0"0"0"0,0 0 0 0,-2-8 229 0,-2 4 1 0,4 0 0 15,0 0 0-15,-5 0-1 0,3-5 1 0,0 3 0 16,0 0 0-16,0 0-190 0,0-4 1 0,0 4-1 16,0-1 1-16,0 3-1 0,0-4 0 0,0 2 0 15,0 2 1-15,-2 0-4 0,4 2 0 0,-4 0 0 16,0 0 1-16,0 4-1 0,0-2 0 0,0 4 0 0,0 2 1 15,-3 2-20-15,3 2 1 0,0 3-1 0,0 3 1 16,0 0-1-16,4 1 0 0,0 3 0 0,0 1 1 16,4 1-19-16,-4-1 0 0,4-1 0 0,0 3 0 15,0-2 0-15,3-1 0 0,-3-1 0 0,0-1 0 16,-2 0 0-16,2-3 1 0,-2-3-1 0,-2 0 1 0,4-3-1 16,-8-3 1-16,2 2-1 0,0-6 1 0,0 0-1 15,2-4 0-15,-2 0 0 0,-2 2 1 0,0-10-1 16,2 2 0-16,-3 1 0 0,1-7 1 0,0 0 2 15,4-3 0-15,-4-1 0 0,4 1 0 0,0 3-1 16,4-2 1-16,-4 1 0 0,6 1 0 0,3 2 0 0,-1-5 1 16,4 7-1-16,2-6 1 0,0 3-1 0,1 1 1 15,1 2-1-15,-2-1 1 0,2 3 0 0,1 2 0 16,1 2 0-16,-4 2 0 0,3 0-1 0,-5 4 1 16,2 0 0-16,0 0 0 0,-4 2 0 0,3 2 0 15</inkml:trace>
  <inkml:trace contextRef="#ctx0" brushRef="#br0" timeOffset="199941.14">25783 14266 352 0,'0'0'0'0,"0"0"0"0,0 0 0 0,0 0 205 0,0 0 1 0,0 0 0 0,0 0 0 15,0 0-1-15,0 0 1 0,6-8 0 0,2 8 0 16,0 2-182-16,4-2 0 0,-2 0 0 0,5 0 1 16,3-2-1-16,0 2 0 0,3 0 0 0,5-2 0 15,37 0-24-15,-63 2-1644 0</inkml:trace>
  <inkml:trace contextRef="#ctx0" brushRef="#br0" timeOffset="200857.66">26540 14010 104 0,'0'0'0'0,"0"0"0"0,0 0 0 0,0-8 123 0,0 4 1 0,0-2 0 0,0 2 0 0,-2-1-1 16,0 1 1-16,0-4-1 0,0 2 1 0,0 0-85 15,-2 0 1-15,-1 2 0 0,3-5 0 0,-2 1-1 16,2 0 1-16,-4 2-1 0,0 0 1 0,0-1-13 0,0 3 1 16,0 0-1-16,0 2 1 0,0-2-1 0,-1 4 1 15,1-4-1-15,0 2 1 0,0 2-13 0,-2 2 1 16,2-2-1-16,-2 4 1 0,2-2-1 0,2 0 1 16,-3 2-1-16,3 0 1 0,0 1-17 0,2-1 0 15,-2 2 0-15,2-2 1 0,2 2-1 0,-2 0 0 16,2-2 0-16,0 0 1 0,2 7 3 0,0-5 0 15,2 0 0-15,0 4 1 0,2-2-1 0,1 5 0 16,1 1 0-16,0-2 0 0,0 5 2 0,0-1 0 0,0 1 0 16,-2-3 0-16,3 4-1 0,-3-1 1 0,2-1 0 15,-2 3 0-15,0-5 8 0,2 0 0 0,-2 1 0 16,2-5 0-16,-4 2-1 0,3-1 1 0,-3 1 0 16,0-8 0-16,-2 2 5 0,2 0 0 0,-2 0 0 15,-2-1 1-15,4-3-1 0,-8 0 0 0,4 0 0 16,0 0 0-16,0 2 0 0,0 0 1 0,-2-2-1 0,2 2 1 15,-2 0-1-15,2 0 0 0,-2 0 0 0,0 1 1 16,2 1-2-16,-2 0 1 0,-2 0-1 0,2-2 1 16,-3 0-1-16,3 0 0 0,-2 0 0 15,2 1 1-15,0-3-4 0,-4 2 1 0,2-4-1 0,0 4 1 16,0-4-1-16,0 0 0 0,0 0 0 0,-2 0 1 16,0-4-3-16,2 4 0 0,-3-6 0 0,1 1 0 0,0-1-1 15,0 2 1-15,2-2 0 0,-2-2 0 0,2 0-3 16,0 1 1-16,0-1-1 0,0 0 1 15,0 2-1-15,0-2 1 0,1 4-1 0,3-7 1 0,-2 5-1 0,2 0 0 16,0 2 0-16,2-6 0 0,-2 1-1 16,3 1 1-16,-1 4 0 0,2-6 0 0,4 2-4 0,2 2 1 15,-4-1-1-15,8-3 1 0,1 2-1 0,1 2 1 16,4 0-1-16,1-7 1 0,5 3-1 0,0 2 0 16,1-4 0-16,-1 3 0 0,-1 3-1 0,-3-2 1 15</inkml:trace>
  <inkml:trace contextRef="#ctx0" brushRef="#br0" timeOffset="201223.74">26741 13756 447 0,'0'0'0'0,"0"0"0"0,-6-10 0 0,4 3 111 0,0 1 1 0,2-2-1 0,-2 2 1 16,2-2-38-16,0-1 0 0,2 1 0 0,0-2 0 0,0 2-1 15,4 2 1-15,-2 2 0 0,2-1 0 0,3 5-40 16,-1 5 0-16,0-1 0 0,2 4 0 0,2 2 0 15,0 4 0-15,3 3 0 0,-1-1 0 0,0 7-13 16,4 6 0-16,-1 3 0 0,1 9 1 0,-4-4-1 16,1 6 0-16,-1 2 0 0,-4 1 0 0,0-1-4 0,0 0 1 15,-1-6-1-15,-3 0 1 0,-2-4-1 0,0-3 0 16,-2-1 0-16,0 0 1 0,0-8-27 0,2-1 1 16</inkml:trace>
  <inkml:trace contextRef="#ctx0" brushRef="#br0" timeOffset="201757.4">25074 13784 152 0,'0'0'0'0,"0"0"0"0,-8-4 0 0,8 4 191 0,-2-2 0 0,0 0 0 0,0 2 1 0,-2-4-1 0,0 4 0 15,0-4 0-15,0 2 0 0,0 0-189 0,-2 4 0 16,0-2 0-16,-1 6 1 0,1-2-1 0,0 0 0 16,-4 5 0-16,0 1 1 0,0 4 4 0,2 7 1 15,-7 1 0-15,1 7 0 0,0 4-1 0,-2 4 1 0,1 4 0 16,1 6 0-16,2-2-8 0,4 0 1 0,4-2-1 16,6-2 1-16,0 0-1 0,6 2 0 0,6-8 0 15,0 4 1-15,5-2 7 0,-1-6 1 0,4 4-1 16,5-7 1-16,24 5-9 0,-51-33-1349 0</inkml:trace>
  <inkml:trace contextRef="#ctx0" brushRef="#br0" timeOffset="202643.92">27142 13700 128 0,'0'0'0'0,"0"0"0"0,0 0 0 0,0 0 176 0,-4-10 1 0,4 4-1 0,0 0 1 0,0 0-1 16,-2-3 1-16,2 3-1 0,0-4 1 0,0 2-132 16,0 0 1-16,2 4 0 0,-2-5 0 0,0 3-1 15,2 0 1-15,0 2-1 0,0 2 1 0,0-2-24 0,0 2 1 16,0 0 0-16,0 0 0 0,0 4-1 0,0 0 1 16,0 4-1-16,1 2 1 0,-1 4-13 0,2 3 0 15,0 3 0-15,0 3 1 0,2 1-1 0,-2 3 0 16,4 4 0-16,0 3 0 0,0 1-9 0,0 2 1 15,3 0 0-15,-1-2 0 0,-2-2-1 0,0-5 1 16,0 1 0-16,0 0 0 0,-4-5-4 0,1-1 0 16,-1-3 0-16,-4-2 1 0,0-1-1 0,0-7 1 15,0 0-1-15,-4-2 1 0,2-1 0 0,-1-1 1 0,1 0 0 16,0-8 0-16,0 4 0 0,0 0 0 0,2-7 0 16,-2 1 0-16,2-2 0 0,-2-2 0 0,4-5 0 15,0 3 0-15,0-6 0 0,4 5 0 0,3-5 0 16,-1 2 0-16,0 1 7 0,2 3 0 0,-2 4 0 15,0-1 1-15,3 7-1 0,-3 0 0 0,0 2 0 16,0 2 0-16,0 0 5 0,-2 3 0 0,0 3 0 16,2 0 0-16,3 0 0 0,-5 0 0 0,2 3 0 15,0 1 0-15,0 0-3 0,0 1 0 0,-2-1 0 0,1 4 0 16,-1-1 0-16,0 1 0 0,0-2 0 0,-2 3 0 16,0-3 0-16,0 1 0 0,0-1 0 0,-2-2 1 15,0-2-1-15,0 1 0 0,0-1 0 0,-2-4 1 16,0 0-2-16,-2 2 1 0</inkml:trace>
  <inkml:trace contextRef="#ctx0" brushRef="#br0" timeOffset="204876.97">27486 15056 496 0,'0'0'0'0,"0"0"0"0,0 0 0 0,10-8 155 0,-2 6 1 0,3-2-1 16,3 0 1-16,4-2-1 0,3-1 0 0,3 3 0 15,0 0 1-15,9-2-141 0,0 0 1 0</inkml:trace>
  <inkml:trace contextRef="#ctx0" brushRef="#br0" timeOffset="206127.48">27545 14990 180 0,'0'0'0'0,"0"0"0"0,0 0 0 0,0 0 99 0,0 0 1 0,0-8-1 16,0 8 1-16,0-2-1 0,0 0 0 0,2 0 0 16,0 0 1-16,2 0-77 0,-2-2 0 0,4 0 0 15,3-2 1-15,1 2-1 0,2 2 0 0,0-3 0 16,4 1 1-16,3 2 6 0,-1 2 0 0,0-4 0 0,1 8 0 15,-1-4 0-15,0 0 0 0,1 0 0 0,-1 2 0 16,0 0-21-16,-5-2 1 0,1 2 0 0,-2-2 0 16,-4 2-1-16,0 1 1 0,-6-1-1 0,0-2 1 15,-2 0-9-15,0 0 1 0,-2 2-1 0,-4-2 1 0,-2 2-1 16,0-2 0-16,-4 2 0 0,2-2 1 16,-1 0 0-16,-3-2 0 0,0 2 0 0,2-2 1 0,-5 0-1 15,1 2 0-15,2 0 0 0,-2 0 1 0,1 0 0 16,-5 0 0-16,4 0 0 0,-1 2 0 0,5 0 0 15,2 2 0-15,0-4 0 0,6 2 0 0,0-2 8 0,0 0 0 16,4 4 0-16,2-4 1 0,0 0-1 0,2 0 0 16,2 0 0-16,4 0 1 0,4 0-2 0,3-4 0 15,3 2 0-15,2 0 1 0,-1 2-1 0,1-2 0 16,2 0 0-16,1 0 0 0,-1 2 6 0,-5-2 1 16,1-1-1-16,-2 1 1 0,-5 0-1 0,-3 0 1 15,-2 2-1-15,-4-2 1 0,-2 2-2 0,-2 2 0 16,-4-2 0-16,-2 4 0 0,-4-2-1 0,-3 1 1 15,1-1 0-15,-2 0 0 0,-10 2-5 0,3 0 1 0,-1 0-1 16,-3 0 1-16,5 0-1 0,-6 0 1 0,1 0-1 16,3-2 1-16,1 0-2 0,5 5 1 0,0-7-1 15,8 0 1-15,0 4-1 0,3-4 1 0,1 0-1 16,6 2 1-16,0 2-3 0,0 0 0 0,5-2 0 16,1 0 1-16,6 0-1 0,-2 0 0 0,9-2 0 15,-1 0 1-15,4-2 1 0,1 2 1 0,-1-2 0 16,5 0 0-16,-5 0-1 0,1 0 1 0,-1 0-1 0,-2-2 1 15,-1 2-6-15,-5-2 0 0,2-1 0 0,-3 1 0 16,-5 2 0-16,-2-2 0 0,-2 2 0 0,-2 0 0 16,-8 0 0-16,-2 2 1 0,-2 2 0 0,-5-2 0 15,-3 0-1-15,-2 2 1 0,-2 0-1 0,-1 0 1 16,-5 2-4-16,3-2 1 0,-3 0-1 0,-5 3 1 16,1-1-1-16,-3-2 0 0,1 2 0 0,-1 0 1 0,3 0-2 15,1 0 1-15,3 0 0 0,3 4 0 0,3-5-1 16,4 1 1-16</inkml:trace>
  <inkml:trace contextRef="#ctx0" brushRef="#br0" timeOffset="206824.9">28656 14765 508 0,'0'0'0'0,"0"0"0"0,-10 2 0 0,2-2 134 0,-2 0 1 0,-2 0 0 0,-1 4 0 15,3-2-1-15,-4 0 1 0,2 0 0 0,0 2 0 0,1 0-81 16,3 3 1-16,2 3-1 0,2 0 1 0,0 0-1 15,2 7 0-15,4-1 0 0,-2 1 1 0,4 5-11 16,2 1 0-16,2 1 0 0,3-1 1 0,3 1-1 16,0 1 0-16,6-2 0 0,3-3 0 0,1-1-21 0,7-3 0 15,1-4 0-15,1-1 0 0,1-3 0 0,5-2 0 16,-4-4 0-16,-3-2 0 0,-1 0-24 0,-1-2 0 16,-1-4 0-16,-5-2 1 0,-3-1-1 0,-3-5 0 15,-4 0 0-15,-2-5 1 0,-3 1 5 0,-1-5 0 16,-4 1 0-16,-2-5 1 0,0-4-1 0,-2-2 0 15,-2-4 0-15,-2 3 0 0,-2-3 1 0,-2-2 1 16,-3 2-1-16,-3 2 1 0,0 0-1 0,-2 4 0 0,-5 5 0 16,-1-3 1-16,-1 8-1 0,1 9 0 15,0-4 0-15,-5 9 1 0,5 3-1 0,-3 0 0 0,3 4 0 16,4 4 0-16,1-2 0 0,5 3 1 0,2-3-1 16,2 2 1-16,2 0-1 0,2 0 1 0,2-2-1 15,4 2 1-15,0 0-2 0,4 0 0 0,4-2 0 16,2 2 0-16,7 1-1 0,3-3 1 0,4 4 0 15,7-6 0-15,6 4 1 0,-1-8 0 0,5 4 0 0,4-6 0 16,0-1 0-16,1-1 0 0,-1-2 0 0,2-2 0 16,-4 1-2-16,-2-5 1 0,-1 2 0 0,-7-1 0 15,-7 3-1-15,-7 4 1 0</inkml:trace>
  <inkml:trace contextRef="#ctx0" brushRef="#br0" timeOffset="207657.26">29275 14929 296 0,'0'0'0'0,"0"0"0"0,0 0 0 0,0 0 208 0,0 0 1 0,0 0-1 0,6 12 1 0,-2-8-1 16,0 5 0-16,5-3 0 0,-3 4 1 0,4 4-166 16,2 3 1-16,2-1 0 0,1 1 0 0,3-1-1 15,2 0 1-15,3 5 0 0,1-7 0 0,2 3-17 0,5-3 0 16,2 2 0-16,-1-3 1 0,-5 1-1 0,1-4 0 16,-1 1 0-16,-3-1 1 0,-4-6-18 0,-7 0 1 15,1 0 0-15,-6-4 0 0,0 0-1 0,-4 0 1 16,0-2-1-16,-2-2 1 0,0 0-3 0,0-2 0 15,0-5 0-15,-2 1 0 0,-2-4-1 0,2-3 1 16,-4-1 0-16,2 0 0 0,0-9-7 0,-2 0 0 16,2-4 0-16,-2-3 1 0,0-7-1 0,0-2 0 0,0-3 0 15,0 3 1-15,0-2 0 0,-2 2 1 0,1 0 0 16,1 6 0-16,-2 2-1 0,0 4 1 0,-2 5-1 16,0-3 1-16,-2 9 6 0,-3 7 1 0,-1-1 0 15,0 4 0-15,0-1-1 0,-3 1 1 0,1 2 0 16,2-2 0-16,-2-1-4 0,-1 5 1 0,5-2 0 15,0 0 0-15,2 0-1 0,6 2 1 0,2 1-1 16,-2-3 1-16,8 6-1 0,-2-2 1 0,4-2 0 0,2 2 0 16,6-2-1-16,2 2 1 0,5-1-1 0,1 3 1 15,5-2-2-15,7 2 0 0,5 0 0 0,4 2 1 16,6 0-1-16,1 0 0 0,-1 0 0 0,6-2 0 16,0 0-1-16,4 0 1 0,2 0 0 0,-2 2 0 15,2-10-1-15,-6 2 1 0,0 1-1 0,-8 1 1 0,-6-2-1 16,-5 2 0-16,-5 0 0 0,-11 2 1 0,-8 2-1 15,-10-7 0-15,-4 5 0 0,-2-2 1 0,4 6-5 16,0 0-2255-16</inkml:trace>
  <inkml:trace contextRef="#ctx0" brushRef="#br0" timeOffset="208240.93">30016 14463 368 0,'0'0'0'0,"0"0"0"0,0 0 0 0,0 0 136 0,0 0 0 0,0 0 0 0,-6-8 1 0,4 8-1 0,2 2 0 0,0-2 0 0,0 4 0 15,2 2-97-15,0 3 0 0,2 1 0 0,-4 4 1 16,4 3-1-16,2 5 0 0,-2 5 0 0,2 4 0 0,-2 2-15 15,0 5 1-15,3 1-1 0,-3 5 1 0,-2-3-1 16,0 2 1-16,0-4-1 0,0 2 1 0,0-2-2 16,0-7 0-16,-2 1 0 0,0-6 0 0,0-3 0 15,-2-3 0-15,-2-7 0 0,0-3 0 0,2-7-30 0,-4 0 0 16,1 0 0-16,1-6 0 0,0 0 0 16,4-4 0-16,-2-3 0 0,4 1 1 0,2-6 14 0,2-5 1 15,3-1-1-15,1 1 1 0,2-3-1 0,4-5 1 16,-3-4-1-16,7-1 1 0,0-5 4 0,5 6 0 15,-3-2 0-15,2 9 0 0,-1 3-1 0,-3 3 1 16,1 7 0-16,-3 7 0 0,-4 0-1 0,0 4 0 16,-3 4 0-16,1 2 1 0,-4 3-1 0,0 3 0 15,2-2 0-15,-2 2 0 0,-2 5-2 0,1 3 0 0,-1-1 0 16,-4 3 0-16,0-1 0 0,0 4 0 0,-4-5 0 16,0 3 0-16,0-1-2 0,2 1 0 0</inkml:trace>
  <inkml:trace contextRef="#ctx0" brushRef="#br0" timeOffset="-151124.78">22101 13120 52 0,'0'0'0'0,"0"0"0"0,0 0 0 0,-8 2 27 0,8-2 0 0,-4 2 0 16,2-2 1-16,-2 2-1 0,-1 0 0 0,1 2 0 15,0 0 0-15,0-2-29 0,0 0 1 0,0 3-1 16,2-3 1-16,0 0-1 0,0 2 1 0,0-2-1 16,0 0 1-16,2 0 27 0,-4 2 1 0,4 0-1 0,0-2 1 15,4 2-1-15,-4-2 1 0,2 2-1 0,0-2 1 16,6 1-2-16,0-1 0 0,2 2 0 0,1-4 1 15,3 0-1-15,4 0 0 0,-4 0 0 0,7 0 0 16,-3 0-38-16,2 0 1 0,7 0 0 0,-1 0 0 16,9 0 0-16,8 0 0 0,8-6 0 0,10-1 0 15,18-1 31-15,13-2 1 0,13-2-1 0,62-9 1 16,-22 3-1-16,14-1 0 0,8-1 0 0,12-5 1 0,0 2-15 16,4 1 1-16,2-1 0 0,2 3 0 0,-3 6-1 15,3 1 1-15,-2-5-1 0,4 1 1 0,-2 1 6 16,9-3 1-16,3 5-1 0,1-4 1 0,1 1-1 15,3-3 0-15,-3-1 0 0,-3 1 1 0,-7 1 26 0,0-5 0 16,-5 1 0-16,-7 5 1 0,-2-1-1 0,-6-1 0 16,-11 1 0-16,3 3 1 0,-8 1 1 0,0 3 1 15,-5 2 0-15,1-2 0 0,-5 5-1 0,-9 1 1 16,-7 4-1-16,-8 2 1 0,-10 0-3 0,-12 0 0 16,-13 0 0-16,-5 2 1 0,-13 0-1 0,-4 0 0 15,-10 0 0-15,-10-2 0 0,-45 0-39 0,0 0-1374 0</inkml:trace>
  <inkml:trace contextRef="#ctx0" brushRef="#br0" timeOffset="-149575.37">22862 15903 160 0,'0'0'0'0,"-6"-2"0"0,2 0 0 0,-4 2 40 0,0-4 0 0,-1 2 0 16,-1-2 1-16,2 2-1 0,-2 0 0 0,0 0 0 15,0 0 0-15,-5 0 24 0,5 0 1 0,0-1-1 16,2 1 1-16,0 2-1 0,2 2 0 0,2 1 0 16,2 1 1-16,2 0-15 0,2 0 1 0,4 0-1 15,2 2 1-15,6 0-1 0,6 0 1 0,7-1-1 16,5 1 1-16,19-2-4 0,10 0 1 0,13-4 0 15,7 0 0-15,19-6-1 0,10 0 1 0,50-11-1 0,-31 5 1 16,3 0-63-16,2-3 0 0,-1 3 0 0,5 0 0 16,-6 5 0-16,7-1 0 0,-5 2 0 0,4 4 1 15,3-2 43-15,3 0 1 0,7 4-1 0,6 0 1 16,-1-2-1-16,9-2 1 0,-4 2-1 0,6-3 1 0,-4 3-22 16,0 0 1-16,-5 2-1 0,-3 0 1 0,-9 2-1 15,-1-2 1-15,-3 2-1 0,-3 1 1 0,-9 1 10 16,2 0 0-16,-1 6 0 0,-5-6 1 0,-8 4-1 15,-2-2 0-15,-4-1 0 0,-2 1 0 0,-8-2 2 16,-1-2 0-16,-3 2 0 0,-6 0 0 0,-7-2 0 16,-4 2 0-16,1-2 0 0,-7-4 0 0,3 2-1 0,-7-2 1 15,0 0-1-15,-6 0 1 0,-2-2-1 0,-8 0 1 16,-6 0-1-16,-12 0 1 0,-7 4 1 0,-5-6 1 16,-7 3 0-16,-10-1 0 0,-14-2-1 0,-10 0 1 15,-3 0-1-15,3 0 1 0,4 2-4 0,2-3 1 16,-1 1 0-16,1-2 0 0,-6 0-1 0,0 0 1 15,1 0 0-15,1-1 0 0,2 5-2 0,4-2 0 16,2 4 0-16,0 2 0 0,2-2 0 0,0 4 0 0</inkml:trace>
  <inkml:trace contextRef="#ctx0" brushRef="#br0" timeOffset="-122009.54">23145 12123 176 0,'0'0'0'0,"0"0"0"0,-4-6 0 0,2 2 32 0,0-4 0 0,-2 2 0 0,0-1 1 16,2 1-1-16,-7-4 0 0,1 2 0 0,-2 0 1 15,0-3-16-15,4 3 1 0,-8-4-1 0,-1-3 1 16,-1 5-1-16,0 0 1 0,-5-6-1 0,-1 5 1 16,0-3 11-16,-3 2 1 0,-3-5 0 0,-3 3 0 0,-1-1-1 15,-1-1 1-15,3 0-1 0,-5 1 1 0,-2-1 5 16,3 2 1-16,-5-1 0 0,-2 3 0 0,1 0-1 16,1 1 1-16,-2 1-1 0,3 0 1 0,-1 0-54 0,0 1 1 15,3 1-1-15,3 0 1 0,-2 2-1 16,1 2 1-16,3 4-1 0,3-4 1 0,-1 8 43 0,-1 0 0 15,1 0 0-15,1 4 1 0,1 2-1 0,-3 7 0 16,1 1 0-16,-1 3 0 0,-1 7-18 0,-1 3 0 16,-1 4 0-16,-1 0 1 0,-1 6-1 0,2-2 0 15,-1 6 0-15,-5-2 0 0,0 0 5 0,1 2 0 16,3 0 0-16,1-1 1 0,3 1-1 0,-8 10 0 16,11-14 0-16,1 4 0 0,3-6 2 0,2 4 0 0,-1-6 0 15,1 0 1-15,6-4-1 0,-5 2 0 0,3-5 0 16,6 5 0-16,-3-2-4 0,3 2 0 0,0 0 0 15,4 0 1-15,0 0-1 0,2 0 0 0,2 1 0 16,0 3 1-16,4 0 8 0,0 2 0 0,4-2 0 16,-4-2 0-16,4 2 0 0,0 2 0 0,2-2 0 15,0 4 0-15,4-6 0 0,-6 6 0 0,2-4 0 16,2-6 0-16,-1 0-1 0,3-2 1 0,-2-5 0 16,4 1 0-16,2-4 0 0,3-7 1 0,-3-2 0 0,6-8 0 15,-4-1-1-15,3-1 1 0,-5 0 0 0,4 0 0 16,3 0-3-16,-3 2 0 0,4-2 0 0,1 0 1 15,-7 0-1-15,6 3 0 0,1-1 0 0,1 0 0 16,1 2-4-16,1-2 1 0,1 0-1 0,-7 3 1 16,4-3-1-16,1 0 1 0,-1 0-1 0,-1-2 1 0,-3 2-3 15,2-2 0-15,-1 3 0 0,-1-3 0 0,0 0 0 16,-1 2 0-16,-1-2 0 0,-2-4 0 0,3 0 0 16,1 0 1-16,0 0-1 0,3 0 1 0,1 0-1 15,-1 0 1-15,3 0-1 0,7-4 1 0,-3 0-2 0,3-2 0 16,-3 2 0-16,5-1 0 0,1-1-1 0,-1 4 1 15,-2-2 0-15,1-2 0 0,1 0-2 0,-3 2 0 16,1 0 0-16,0 2 1 0,-1-2-1 0,1-1 0 16,-7 1 0-16,3 0 1 0,-3 0-1 0,1 0 0 15,-7 2 0-15,-2-2 0 0,3 4-1 0,-3-4 1 16,-2 4 0-16,2-4 0 0,3 2-1 0,1 0 1 16,-6-1-1-16,7-1 1 0,-1 0-1 0,5 0 0 0,1 0 0 15,1-4 1-15,5 0-2 0,5-1 0 0,-2 3 0 16,-1-4 0-16,3 2 0 0,2 0 0 0,-5 4 0 15,3-7 0-15,0 3-1 0,-3 2 1 0,-5-2 0 16,1 4 0-16,3-3-1 0,-9 3 1 0,-1 0-1 16,5 2 1-16,-5-2-4 0,-3 0 1 0,1 0-1 15,-1 0 1-15,-2-2-1 0,5 2 1 0,-3-1-1 16,5 5 1-16,-1-8 0 0,-2 0 0 0,9 2 0 16,0-2 1-16,5 2-1 0,-3-3 0 0,3 1 0 15,5 0 0-15,-4-4 0 0,4 1 0 0,1 1 0 0,1 0 1 16,-2 0-1-16,2-3 0 0,2 3 0 15,-1-2 0-15,-1 1-2 0,2 1 1 0,4 4 0 0,2-4 0 16,0 2-1-16,4-1 1 0,-4-3-1 0,1 2 1 16,3 2-1-16,17-9 1 0,-15 7-1 0,-2 2 1 15,0 0-1-15,-2-1 1 0,0 3-1 0,0 2 1 16,-2 0-3-16,-1 4 1 0,-3 0 0 0,4 0 0 0,-4 0-1 16,0 4 1-16,2-4-1 0,-2 4 1 0,-1-4-1 15,1 2 1-15,-2-2-1 0,2 0 1 0,-4-2-1 16,0 2 0-16,1-4 0 0,-3 4 1 0,-2-4-1 0,1 0 0 15,3 2 0-15,-2 0 1 0,4-2-1 0,2-2 0 16,-5 1 0-16,7-1 0 0,0-2 0 0,2 2 0 16,0 0 0-16,0 2 0 0,2-2 0 0,-2-1 0 15,2 3 0-15,0-2 0 0,-2 2 0 0,-2-4 0 16,-3 2 0-16,3 2 0 0,-2-1 0 0,-4 1 0 16,2 0 0-16,-3-4 0 0,-3 4 0 0,4-2 0 15,0 2 0-15,-5 0 0 0,3-1 0 0,2-5 0 16,-2 4 0-16,3-4 0 0,1 2 0 0,0-3 0 0,4 3 0 15,2-4 0-15,0 2 0 0,2 1 0 0,-2 1 0 16,2 0 0-16,0 2 0 0,-5 2 0 0,1 4 0 16,-2-4 0-16,0 4 0 0,0 0 0 0,-2 0 0 15,2 0 0-15,-5 0 0 0,1 0 0 0,0 4 0 16,-2-4 0-16,-1 0 0 0,3 0 0 0,-2 2 0 16,2-2 0-16,-1 0 0 0,1 0 0 0,0-2 0 0,0-2 0 15,4 0 0-15,-9 1 0 0,3-1 0 0,-2 0 0 16,-3 0 0-16,-1 0 0 0,0 0 0 0,-3 0 0 15,1 4 0-15,-3-6 0 0,1 2 0 0,-2 0 0 16,-3-1-2-16,3 1 1 0,-1 0-1 0,3-4 1 16,-3 2-1-16,3 0 1 0,1 0-1 0,3-5 1 15,-4 5-2-15,3 0 1 0,-1 2 0 0,-1-4 0 0,-1 2 0 16,2 1 0-16,-5-1 0 0,1 0 0 0,-5 2-1 16,3 0 1-16,-7 2 0 0,-8 0 0 0,-6-2 0 15,-4 0 0-15,0 2 0 0,1-1 0 0,-1-1 1 16,4 2 0-16,-2 2 0 0,2-4 1 0,-2 4-1 15,4-4 1-15,-4 2-1 0,3 0 1 0,-1 0-1 16,0 0 1-16,0 0-1 0,-2 0 1 0,0 0-1 0,0 2 1 16,-2-2 0-16,2 0 0 0,-1 2 0 0,-3-4 0 15,2 4 0-15,-2-5 0 0,0 3 0 0,0 0 0 16,0 2 0-16,-2 0 0 0,0 0-2 0,2 0 0 16,-2-2 0-16,0 4 1 0,0-4-1 0,0 4 1 15,0-4-1-15,0 4 1 0,2-2-3 0,2 0 1 0,0 2 0 16,4-2 0-16,2 2 0 0,-6-2 0 0,9 5 0 15,-1-5 0-15,2 0 0 0,0 0 1 0,1 0-1 16,-1-5 1-16,0 3-1 0,2 0 1 0,-3 0 0 16,-3-2 0-16,2 0 0 0,0-2 0 0,0 4 0 15,-1-6 1-15,-1 4-1 0,0-3 1 0,-2-1-1 16,2 0 1-16,0 2-5 0,1-2 0 0,-3-1 0 16,0 1 0-16,2-2 0 0,-2 2 0 0,4-4 0 15,1 3 0-15,-1-1 4 0,2-2 1 0,0 1-1 16,1-1 1-16,-1 2-1 0,0-2 1 0,-2-1 0 15,2 1 0-15,1-2 0 0,-1-1 0 0,0 3 0 0,-2-6 0 16,1 1 0-16,-1 3 0 0,-2-5 0 0,2 3 1 16,-2-5 2-16,-1 3 1 0,3-1-1 0,0-5 1 15,0 1-1-15,-2 1 1 0,3-1-1 0,-3-3 1 16,2-1-2-16,0 0 0 0,-2-4 0 0,1 1 0 0,1 3 0 16,-6 0 0-16,4-3 0 0,-2-1 0 0,0-4 0 15,0-2 1-15,1 0 0 0,-1 0 0 0,-4-2-1 16,2-10 1-16,-4 10-1 0,0 8 1 0,0-4 5 0,0 3 0 15,-2-3 0-15,0 4 1 0,-2-4-1 16,0 4 0-16,-2 5 0 0,2-1 0 0,-2 0-6 0,0 1 1 16,0-3 0-16,2 2 0 0,0 3-1 0,2 1 1 15,0 3-1-15,0-1 1 0,2 5 3 0,0 3 0 16,2 1 0-16,0 2 0 0,-2-3 0 0,0 3 0 16,0 0 0-16,0 0 0 0,0 2-3 0,0-1 1 15,-2 5-1-15,2-2 1 0,-2 2-1 0,0 0 0 16,0 0 0-16,-2 2 1 0,2 0-2 0,-2 0 0 15,0 0 0-15,0-3 0 0,0 3-1 0,0 2 1 0,0-4 0 16,-2 4 0-16,-2-4-1 0,0 4 1 0,-1-6-1 16,-1 2 1-16,0 0-1 0,-2 0 1 0,0 0-1 15,-2 0 1-15,-1-5-6 0,-1 3 1 0,-2 0-1 16,-3 0 1-16,1-2-1 0,-2-1 1 0,-1-1 0 16,3 0 0-16,-2-2 0 0,-1-1 0 0,3 1 0 15,0 2 0-15,2-5 0 0,-1 3 0 0,5 0 0 0,-2-1 1 16,0 3-1-16,1-4 1 0,-1 4-1 15,0-3 1-15,0 3-1 0,-1 0 1 0,-1 0-1 0,-2 1 1 16,-5 1 0-16,-3 0 0 0,-7-2 0 0,-7 1 1 16,-5 5-1-16,-6-4 1 0,-6 2-1 0,-2 0 1 15,-10 0 0-15,6-2 1 0,6-1-1 0,0 3 1 16,4 0-1-16,6 0 1 0,0 0-1 0,2 0 1 0,7-1-2 16,-3 3 1-16,0 0-1 0,3 0 1 0,-1-4-1 15,-2 2 1-15,1 0 0 0,-3-1 0 0,-18-3 3 16,2 2 0-16,-6 0 0 0,-5 4 1 0,-39-7-1 15,15 7 0-15,-8 0 0 0,-6 0 0 0,-4 4-1 0,-8 0 0 16,0 0 0-16,-2 0 0 0,10 0 0 16,6-4 0-16,0 8 0 0,13-4 0 0,1 0-6 0,9 0 1 15,5 0 0-15,-3 0 0 0,4 0-1 0,-5 0 1 16,1 0 0-16,-1 0 0 0,-1 0 3 0,2-4 0 16,-5 4 0-16,1-4 1 0,-7 4-1 0,-2 0 0 15,-5 0 0-15,-9 4 1 0,-2 0 0 0,-14-4 0 0,-4 4 0 16,-7 0 0-16,-3 5 0 0,-3 1 0 0,-1-4 0 15,2 2 0-15,9 0 0 0,3 1 0 0,10-3 0 16,8 2 0-16,8 0 0 0,9 0 0 0,7 0 0 16,7 1 1-16,-60 11-1 0,76-7 0 15,-2-3 1-15,2 4-1 0,-2 0 1 0,-2 5-1 16,-4-5 1-16,-7 3-1 0,3-1 0 0,-4 3 0 16,-1-1 0-16,-1 3 0 0,3-3 0 0,5 0 0 15,2-3 1-15,6-3-5 0,2 5 0 0,10-7 0 16,4 2 1-16,10-4-1 0,7 1 1 0,5 1-1 15,5-2 1-15,2-4 2 0,5 4 1 0,11-2 0 16,4-1 0-16,4 3 0 0,-2-6 0 0,-4 6 0 0,-6 4 0 16,-4-4 0-16,-2 5 0 0,-1-3 0 0,1 0 0 15,-6 7 0-15,-3-5 0 0,-1 2 0 0,4-3 0 16,-5 1 0-16,-1 2 0 0,-9 1 0 0,-1 1 1 16,-5 0-1-16,2 3 0 0,-4 1 0 0,1-7 1 0,1 5-9 15,0-3 0-15,3-1 0 0,-1-2 1 0,4 1-1 16,3-3 1-16,3-2-1 0,1 4 1 0,-1 1 3 15,1 1 0-15,-1-2 0 0,3 3 0 0,-1-1 0 16,1-2 0-16,2 5 0 0,-5 1 1 0,3 1 0 0,-1 3 1 16,1 1 0-16,-3 5 0 0,1 3-1 0,3 2 1 15,1 0 0-15,-1 0 0 0,3-1 1 0,2 1 1 16,1-2 0-16,3 0 0 0,4 0-1 0,2-5 1 16,8-3 0-16,2-1 0 0,6-3-1 0,8-5 0 15</inkml:trace>
  <inkml:trace contextRef="#ctx0" brushRef="#br0" timeOffset="-119876.45">21574 14186 156 0,'0'0'0'0,"-8"-4"0"0,4-4 0 0,-3 0 18 0,1 0 1 0,-2-2 0 0,-4-1 0 16,2 1-1-16,2 4 1 0,-5-4-1 0,3 1 1 16,0 5 2-16,0 0 1 0,-2 0-1 0,2 2 1 15,-1 0-1-15,5 4 0 0,2 4 0 0,-4-2 1 0,2 7 36 16,0 5 0-16,2-2 0 0,-2 7 1 0,-3 8-1 15,1 5 0-15,-2 14 0 0,0 17 1 0,-6 11-15 16,1 12 1-16,1 9 0 0,0 34 0 0,10-31-1 16,4-1 1-16,2-7 0 0,10-6 0 0,0-8-60 0,7-2 0 15,3-12 0-15,2-1 0 0,3-9 0 0,1-7 0 16,3 0 0-16,-5-6 0 0,9 0 46 0,2-4 0 16,1-4 0-16,1-2 0 0,10-3 0 0,-2-5 0 15,4-5 0-15,10-1 0 0,6-9-18 0,10-4 0 16,11-4 0-16,11-4 0 0,19-4-1 0,15-3 1 15,11-5 0-15,7 4 0 0,12 1 2 0,-3 3 1 16,1 4 0-16,2 2 0 0,-6 4-1 0,-1 4 1 16,-5 0 0-16,0 5 0 0,-3-1-2 0,3 0 1 0,-3 5 0 15,1-3 0-15,4 2-1 0,-3 3 1 0,-5-3 0 16,1 2 0-16,-3-1-8 0,-5 1 0 0,1 1 0 16,-3-3 1-16,-2 2-1 0,-4-3 0 0,-3-1 0 15,-7 0 0-15,-4-4-2 0,-4 3 1 0,-9-3 0 16,-3 2 0-16,-2 0-1 0,-9 1 1 0,-1-3-1 15,2-4 1-15,-9 0-3 0,-2-2 0 0,3-4 0 16,-3 0 1-16,0-2-1 0,1 0 0 0,-7 0 0 16,0 2 0-16,-3-4 8 0,-3 1 0 0,0 1 0 0,0 0 1 15,-2 0-1-15,2 0 0 0,-4-2 0 0,5 2 1 16,-5 0-1-16,8 0 1 0,-2-5-1 0,4 5 1 16,-5 0-1-16,-3 2 1 0,-6 2-1 0,-8 2 1 15,-9 2 0-15,-7 0 0 0,-5 0 0 0,-3 1 1 16,-5 1-1-16,-1 0 0 0,1-4 0 0,2 2 1 0,3 2-1 15,-3-2 1-15,5-2 0 0,3-2 0 0,7-2-1 16,6-2 1-16,2 2-1 0,2-2 1 0,-1 0 2 16,-3 0 1-16,0-2 0 0,2-3 0 0,-5 1-1 15,7 0 1-15,-4 0-1 0,2-2 1 0,4 1-2 0,0-1 1 16,6 0 0-16,4 2 0 0,10-3-1 0,-4-1 1 16,0 4 0-16,-4 2 0 0,-6 2-4 0,-2 0 1 15,-8 2 0-15,0-1 0 0,0 1-1 0,-5 2 1 16,3-4 0-16,-2-2 0 0,0 0 2 0,2 0 0 15,3-2 0-15,1-1 1 0,6 1-1 0,-2-2 0 16,0 6 0-16,-4-4 1 0,-6 4-2 0,-5 2 0 16,-3-1 0-16,-5-1 0 0,-1 2-1 0,-5 0 1 0,-3 0 0 15,-11-6 0-15,-6 2-1 0,-2 0 1 0,6-2 0 16,2-1 0-16,2-1-1 0,1-4 1 0,5-3-1 16,-2-1 1-16,7-5-1 0,-1 1 1 0,7-7 0 15,1-4 0-15,5-4-1 0,1-4 1 0,3 0-1 16,0-10 1-16,1 2-4 0,3-3 1 0,-6 3 0 15,1 2 0-15,-1 0-1 0,-6 2 1 0,-5 0 0 16,0 6 0-16,-5 0-1 0,-3 4 0 0,-4 4 0 16,-1 0 0-16,-5 3 0 0,-2 3 0 0,-2-6 0 0,-4 5 0 15,0 1-7-15,-2-4 1 0,-2 3 0 0,0 1 0 16,-4 2-1-16,-1-3 1 0,1-3 0 0,0 2 0 16,-2-5-2-16,0-1 0 0,0-2 0 0,-5-4 1 15,3 0-1-15,-4-6 0 0,4-2 0 0,-5-3 1 16,-3 1-2-16,-2-2 1 0,-5 2-1 0,-1-1 1 15,-5-1-1-15,-1 4 1 0,-3 4-1 0,0 2 1 0,1 2-9 16,-7 4 1-16,0 4-1 0,0 3 1 0,-5 1-1 16,-3 6 1-16,-2-1 0 0,-2 5 0 0,4-5-5 15,-4 3 0-15,2 3 0 0,2-5 0 0,-6 1 0 16,-2-1 0-16,0-1 0 0,-6-1 1 0,-10 1-3 0,-5 1 1 16,1 3-1-16,-6-1 1 0,-5 3-1 0,-6 2 1 15,-1 1-1-15,-3 5 1 0,-2-2-1 0,0 2 0 16,-3 4 0-16,3-1 1 0,0 5-1 0,0 0 1 15,-2 0-1-15,5 0 1 0,-3 2 8 0,-2 3 0 16,0-1 0-16,-1-2 0 0,1-2 0 0,0 0 0 16,-4-4 0-16,-2 0 0 0,-2-1-7 0,-4-5 0 15,-2 0 0-15,-2 4 1 0,-6-7-1 0,-4 3 1 0,-13-2-1 16,-5 2 1-16,-5-3-15 0,-4 5 0 0,-8-4 0 16,-8 4 0-16,-2 6 0 0,-4-3 0 0,-4 1 0 15,4 2 1-15,-8 4 8 0,2 2 0 0,-1 5 0 16,1 1 1-16,4 4-1 0,4 3 1 0,2-3-1 15,-4 7 1-15,6-1-2 0,-4 3 0 0,-2-5 0 16,-5 1 0-16,1 3 0 0,-6 3 0 0,-4 1 0 16,1 1 0-16,1 0 2 0,0 3 0 0,8 5 0 0,7-2 0 15,10 0 0-15,15 4 0 0,17 2 0 0,18-6 1 16,12 4 10-16,20-3 0 0,21 3 0 0,21-2 1 16,13 2-1-16,13-2 1 0,12-4-1 0,8-2 1 15,43-9 4-15,-47-20-1555 0</inkml:trace>
</inkml:ink>
</file>

<file path=ppt/ink/ink7.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5:21:06.69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2125 10074 492 0,'0'0'0'0,"0"0"0"0,0 0 0 0,0 0 164 0,-10 8 1 0,6-6 0 0,-1 3 0 16,-3-1-1-16,4 0 1 0,-4 0 0 0,0 0 0 16,2-4-93-16,-2 0 0 0,0 0 0 0,4 0 0 15,-1 0 0-15,-3-4 0 0,6-2 0 0,-2 0 0 16,4-1-23-16,-4 3 0 0,4-6 0 0,0 2 1 16,0 0-1-16,0-1 0 0,0 1 0 0,4 0 0 15,0 2-14-15,-2 2 0 0,2 0 0 0,0 4 1 0,5-4-1 16,-5 4 0-16,0 0 0 0,4 4 1 0,-4 0-43 15,2-4 0-15,2 4 0 0,-4 2 0 0,0 0 0 16,0 4 0-16,-4-1 0 0,0 1 1 0,0 2 19 16,0-2 0-16,-4 3 0 0,0-5 1 0,0 2-1 15,0 0 0-15,-4 1 0 0,2-5 0 0,2 0-10 0,-4-2 0 16,4-2 0-16,-5-2 1 0,5-2-1 0,-2-2 0 16,2 0 0-16,0 0 1 0,-4-4 3 0,4-3 0 15,0 1 0-15,4 4 1 0,-4-6-1 0,4 1 0 16,0 3 0-16,0-2 1 0,4 4-2 0,0 0 1 15,0 1 0-15,0 5 0 0,4-4-1 0,-4 4 1 16,6 0 0-16,-5 0 0 0,3 4-1 0,4 1 1 16,-2-3-1-16,-2 2 1 0,0 2-1 0,0 0 0 0,1 2 0 15,-3-4 1-15,2 3-2 0,-8-1 0 0,4 0 0 16,-4-2 0-16,0 0-1 0,-4 0 1 0,4-2 0 16,-4 0 0-16,0 0-1 0,-2-2 1 0,-3 0-1 15,5-2 1-15,0-2-1 0,-4 0 1 0,4 0-1 16,0-4 1-16,0-3-1 0,2 3 0 0,-2-4 0 15,0 2 1-15,4 1-1 0,0-3 0 0,0 4 0 16,0 2 1-16,0 2-3 0,4-4 1 0,0 1 0 0,-2 3 0 16,2 2-1-16,4 2 1 0,-4 0 0 0,4 0 0 15,-4 2 1-15,5 2 0 0,-3 0 0 0,2 3 0 16,-4-3-1-16,4 0 1 0,-4 2 0 0,0 0 0 16,0 0-2-16,-4 2 1 0,2-3-1 0,-2 1 1 15,0 0-1-15,0-2 1 0,-2 2-1 0,2-2 1 16,-4-4 1-16,4 0 0 0,-4 0 0 0,4 0 0 0,-4 0-1 15,4-4 1-15,-4-2 0 0,4 0 0 0,-4 0 1 16,4 2 1-16,-4-5-1 0,4 1 1 0,0 2-1 16,0-2 0-16,0 4 0 0,0 0 1 0,0-5 0 15,0 3 0-15,0 2 0 0,0 4 0 0,0-4-1 16,0 4 1-16,0-4 0 0,0 4 0 0,0 0-2 0,0 0 1 16,0 0 0-16,0 0 0 0,0 0-1 0,4 0 1 15,-4 0 0-15,0 0 0 0,4 0-1 0,-4 0 1 16,0 0 0-16,0 0 0 0,0 0-1 0,0 0 1 15</inkml:trace>
  <inkml:trace contextRef="#ctx0" brushRef="#br0" timeOffset="2549.69">2855 9764 276 0,'0'0'0'0,"0"0"0"0,0 0 0 0,0 0 59 0,0 0 1 0,-10-4-1 16,10 0 1-16,-4 4-1 0,4-4 0 0,0 4 0 15,0 0 1-15,-4-6 3 0,4 4 0 0,0 0 0 16,0 0 0-16,0 0-1 0,0 2 1 0,0 0 0 16,0 2 0-16,0 4 6 0,0 0 1 0,4 4 0 0,-4 5 0 15,4 3-1-15,2 7 1 0,-2 4-1 0,5 3 1 16,-5 5-12-16,0 4 0 0,0 0 0 0,0 6 1 15,0-1-1-15,2-3 0 0,-2 0 0 0,0-2 0 16,0-2-76-16,0-4 0 0,0-3 0 0,-4-3 0 0,4-6 0 16,1-1 0-16,-5-5 0 0,0-3 0 0,0-4 54 15,0-1 0-15</inkml:trace>
  <inkml:trace contextRef="#ctx0" brushRef="#br0" timeOffset="2932.94">2833 9929 180 0,'0'0'0'0,"0"0"0"15,0 0 0-15,0 0 228 0,0 0 1 0,0 0 0 16,-8 0 0-16,8 4-1 0,0 2 1 0,0 0 0 15,0 4 0-15,0-2-164 0,4 5 1 0,4 1 0 16,-4-2 0-16,6 3-1 0,3-5 1 0,-1 6-1 16,2-5 1-16,6 1-26 0,-1-4 0 0,-3 0 0 15,6-1 0-15,-1-3-1 0,1-2 1 0,-2-2 0 16,3-4 0-16,-3-3-22 0,-1-3 1 0,-3-2-1 16,2 2 1-16,-2-9-1 0,-3 3 0 0,-3-5 0 15,-2-1 1-15,0-3-18 0,-8 5 0 0,0-7 0 0,-4 0 0 16,0 3-1-16,-4 1 1 0,-2-2 0 0,-3 1 0 15,-3 1 0-15,-2 7 1 0,2-3-1 0,-7 3 1 16,3 2-1-16,-7 1 0 0,5 7 0 0,2-2 1 16,-3 8 14-16,3 0 1 0,-3 8-1 0,3 0 1 15,2 7-1-15,2-1 0 0,-3 7 0 0,7-5 1 16,12-16-17-16,0 0-2363 0</inkml:trace>
  <inkml:trace contextRef="#ctx0" brushRef="#br0" timeOffset="3282.36">3315 9853 504 0,'0'0'0'16,"0"0"0"-16,0 0 0 0,9 8 198 0,-5-2 1 0,0 2-1 15,4-2 1-15,-4 7-1 0,2 1 1 0,2 2-1 16,0 1 1-16,0 1-134 0,1 3 0 0,-5 1 0 16,2 1 0-16,2-1-1 0,-4-1 1 0,-4 2 0 15,4-3 0-15,-4 1-23 0,0-3 0 0,0-2 0 16,0-1 1-16,0-3-1 0,-4-8 0 0,4-2 0 16,-4-2 1-16,4-6-15 0,-4-2 0 0,4-4 0 15,-4-3 0-15,4-3 0 0,-4-3 0 0,2 3 0 0,2-5 0 16,-4-3-33-16,4 1 0 0,0 2 0 0,0-1 1 15,0-1-1-15,0 3 0 0,0-1 0 0,4 1 1 16,-2 5 11-16,2-3 0 0,4 5 0 0,0 3 1 16,0 2-1-16,0 1 0 0</inkml:trace>
  <inkml:trace contextRef="#ctx0" brushRef="#br0" timeOffset="3550.56">3692 9892 444 0,'0'0'0'0,"0"0"0"0,0 0 0 0,0 0 241 16,0 0 1-16,10 0-1 0,-6 0 1 0,4 0-1 15,-4 0 0-15,5-2 0 0,1 2 1 0,2-2-179 0,0-1 1 16,-4-1 0-16,2 2 0 0,3-2-1 16,-5 0 1-16,0 0-1 0,2-2 1 0,-6 0-19 0,4 0 0 15,-4-3 0-15,-4 1 1 0,0-2-1 0,0 2 0 16,-4-5 0-16,0 3 1 0,-4 2-26 0,0-4 1 16,-2 3-1-16,-2 3 1 0,-1 2-1 0,3 4 0 0,-2 0 0 15,0 4 1-15,2 0-21 0,1 7 0 16,1 1 0-16,0 2 1 0,4 7-1 0,4-3 0 0,0 5 0 15,0 1 0-15,8 3 1 0,-4 0 1 0,9-1 0 16,-3 1 0-16,6-4-1 0,0-3 1 0,3 1-1 16,1-1 1-16,-2-5-1 0,5-3 1 0,1-4-1 15,-6-4 1-15,3-2-1 0,1-4 1 0</inkml:trace>
  <inkml:trace contextRef="#ctx0" brushRef="#br0" timeOffset="4283.88">4085 9933 424 0,'0'0'0'0,"0"0"0"0,0 0 0 0,-6-11 218 0,6 5 1 0,-4 0 0 16,0-2 0-16,4 0-1 0,-5-1 1 0,5 3 0 16,0-2 0-16,0-2-142 0,0 4 1 0,0 2-1 15,5 4 1-15,-1 2-1 0,0 2 1 0,2 2-1 16,-2 6 1-16,4-2-30 0,-4 7 1 0,4-1 0 16,0 3 0-16,3-1-1 0,-3 3 1 0,-4 1 0 15,4 1 0-15,0-1-19 0,-2-3 1 0,-2 1 0 16,0-1 0-16,-4-5-1 0,4 3 1 0,-4-7 0 15,4 0 0-15,-4-4-35 0,4-2 1 0,-4-4-1 0,0-4 1 16,0-6-1-16,5 2 1 0,-5-7-1 0,0 1 1 16,4 0 10-16,-4-5 0 0,4 1 0 0,-2 1 1 15,2-1-1-15,0 2 0 0,0 1 0 0,4 3 1 16,-4 0-4-16,0 1 0 0,4 7 0 0,-2-4 0 0,-1 4 0 16,3 2 0-16,0 2 0 0,0 4 0 0,-2 2-2 15,2 2 1-15,0-2 0 0,0 5 0 0,-3 3-1 16,1-2 1-16,2 3-1 0,-4-1 1 0,0 2-2 15,0-1 0-15,0 1 0 0,0-3 1 0,-4 1-1 16,4-6 0-16,0 0 0 0,-4-2 0 0,4 3-1 0,2-9 1 16,-1-4-1-16,-1-3 1 0,4-1-1 0,-4-4 1 15,4 2-1-15,2-7 1 0,2-1-3 0,-4 1 1 16,3-5-1-16,-3 3 1 0,4-1-1 0,-4 1 1 16,4-1 0-16,-1 6 0 0,1-1 0 0,0 3 1 15,2 4 0-15,-6 4 0 0,5 2-1 0,-5 4 1 16,2 6 0-16,-2 0 0 0,0 4-1 0,0 3 1 0,2 3 0 15,-1 1 0-15,-1 5-1 0,0-1 1 0,0-5 0 16,-2 7 0-16,2-3 1 0,-4 1 1 0,4-1-1 16,-3 1 1-16,-1-2-1 0,2-3 0 0</inkml:trace>
  <inkml:trace contextRef="#ctx0" brushRef="#br0" timeOffset="4467.64">4801 9959 696 0,'0'0'0'0,"0"0"0"0,0 0 0 0,0 13 206 0,4-5 1 0,-4 2 0 0,4 2 0 15,0 3-1-15,2 3 1 0,-1 1 0 0,-1 1 0 16,-4 7-138-16,8-7 0 0,-4 5 0 0,4 2 0 16,-2-3 0-16,2 3 0 0,0-5 0 0,1-5 0 0,-9-17-69 15,0 0-2177-15</inkml:trace>
  <inkml:trace contextRef="#ctx0" brushRef="#br0" timeOffset="6414.96">5090 9881 44 0,'0'0'0'0,"0"0"0"0,0 0 0 0,0-6 241 0,-4 2 1 0,-2-4-1 16,6 2 1-16,-4 0-1 0,0 4 0 0,0-7 0 15,0 5 1-15,0 0-188 0,0 0 0 0,0 2 0 16,4 0 1-16,-5 2-1 0,3 0 0 0,-2 2 0 15,4 2 1-15,-4 2-23 0,4-2 1 0,0 7 0 16,-4 1 0-16,4 4-1 0,0 3 1 0,0-1 0 16,4 3 0-16,-4 5-18 0,4 1 1 0,2 0 0 0,3-1 0 15,-1 5-1-15,0 0 1 0,6-9 0 0,-2 3 0 16,5-4-14-16,1-1 1 0,-2-10-1 0,3 1 1 16,1-5-1-16,-2-6 0 0,-2-8 0 0,3-1 1 15,1-1-2-15,-6-6 1 0,3-3 0 0,-5-3 0 16,2-3-1-16,-6 3 1 0,0-5-1 0,1 0 1 0,-3 5 1 15,-2-5 1-15,0 0 0 0,-4 5 0 0,0 3-1 16,0 3 1-16,-4-1-1 0,4 7 1 0,0 10-4 16,0 0-2144-16</inkml:trace>
  <inkml:trace contextRef="#ctx0" brushRef="#br0" timeOffset="6884.6">5438 9863 252 0,'0'0'0'16,"0"0"0"-16,0 0 0 0,0 12 247 0,0-4 1 15,4 3 0-15,0 1 0 0,0 4-1 0,0 1 1 16,5 3-1-16,-3-1 1 0,2 3-187 0,0-1 1 16,0 1-1-16,0 1 1 0,-2 0-1 0,3-3 0 15,-5 3 0-15,4-3 1 0,-4-1-21 0,0-1 1 0,0-8 0 16,-4 3 0-16,0-1-1 0,2-8 1 0,-2 0-1 16,0-4 1-16,0-4-23 0,2-4 0 0,0-5 0 15,2-1 0-15,0 0 0 0,0-3 0 0,0-3 0 16,4-1 0-16,-3 5-19 0,1-7 0 0,2 5 0 15,0 1 0-15,0-1 0 0,-4 6 0 0,4-1 0 16,-2 5 0-16,3 2 1 0,3 2 1 0,-4 4-1 16,2 0 1-16,2 4-1 0,-4 0 1 0,5 6-1 0,-3 3 1 15,2-3-1-15,0 6 1 0,-2-1 0 0,3 1 0 16,-5 1-1-16,0-3 1 0,2 2-1 16,-2 3 1-16,0-9-2 0,-4 2 1 0,5-1-1 0,-5-3 1 15,-4 0-1-15,2-4 1 0,-2-4-1 0,2 0 1 16,0 0 0-16,2-4 1 0,0-4 0 0,0-2 0 15,0-3-1-15,0-5 1 0,4-1 0 0,-4 3 0 0,2-5 1 16,3 1 1-16,-1-1-1 0,-4-1 1 0,4 3-1 16,-2 3 0-16,6-5 0 0,-4 5 1 0,1 4 1 15,1 4 0-15,2-3 0 0,0 5 1 0,0 2-1 16,-1 4 0-16,1 4 0 0,0 4 1 0,-2 5 0 0,2-1 0 16,-4 6 0-16,3 5 0 0,1-3-1 0,0 3 1 15,-4 2 0-15,2 3 0 0,-1-5 0 0,3 4 0 16,-4-1 0-16,-2-1 1 0,2-3-1 0,0 1 0 15,0-5 0-15,1 1 0 0,-9-19-6 0,0 0-2563 0</inkml:trace>
  <inkml:trace contextRef="#ctx0" brushRef="#br0" timeOffset="7485.84">6977 10004 584 0,'0'0'0'0,"0"0"0"0,0 13 0 0,0-9 216 0,0 0 1 0,0 6-1 16,0 2 1-16,0-3-1 0,4 3 1 0,4 2-1 16,0-3 1-16,0 1-146 0,7 0 0 0,1 3 0 15,2-5 0-15,3-2-1 0,-3 0 1 0,2-4 0 16,7 0 0-16,-5-4-25 0,2-4 0 0,-1 0 0 15,-3-4 1-15,-1-2-1 0,-3-3 0 0,-6-1 0 16,-2 2 0-16,0-7-19 0,-8-3 0 0,0-1 0 16,-4 3 0-16,-6-3 0 0,2-3 0 0,-4 1 0 15,-5 0 0-15,3 1-30 0,-2 1 1 0,-2 1-1 16,-3 5 1-16,3 3-1 0,2 1 1 0,-3 5 0 0,3 4 0 16,-2 2 6-16,5 2 0 0,-3 4 0 0,4 2 1 15,2 3-1-15,-2-1 0 0,-1-2 0 0,7 4 1 16,-2 0-5-16,4 3 1 0</inkml:trace>
  <inkml:trace contextRef="#ctx0" brushRef="#br0" timeOffset="7816.36">7659 9906 632 0,'0'0'0'0,"0"0"0"0,14-8 0 0,-6 2 220 0,0-1 1 16,4-3 0-16,3-2 0 0,-3 0-1 0,0-3 1 15,2-3 0-15,3-3 0 0,-3-3-161 0,-2-1 0 16,0-2 0-16,3-3 0 0,-7 3-1 0,-4-6 1 16,4 2 0-16,-4 1 0 0,-4-5-19 0,0 0 1 15,0 0 0-15,-4-6 0 0,-4 2-1 0,0 0 1 16,-3 0 0-16,-1 2 0 0,0 6-20 0,-4 7 1 16,1 3-1-16,-5 9 1 0,6 8-1 0,-2 4 0 0,-3 8 0 15,7 6 1-15,-4 3-23 0,6 5 0 0,-3 7 0 16,1 8 0-16,6 4 0 0,2 6 0 0,0 2 0 15,4-3 0-15,4 5 0 0,0 0 0 0,6 4 0 16,2-1 1-16,-1-1-1 0,5-2 0 0,0-1 0 16,3-1 1-16,-3-6 6 0,-4 2 1 0,6-10-1 15,-5-2 1-15,-1-5-1 0,-2-5 0 0,2-7 0 16,-8-5 1-16,2-11-1 0,-2 0 1 0</inkml:trace>
  <inkml:trace contextRef="#ctx0" brushRef="#br0" timeOffset="7951.62">7453 9844 508 0,'0'0'0'0,"0"0"0"0,0 0 0 0,-8 0 242 16,4 0 0-16,4 0 0 0,0 0 1 16,0 0-1-16,0-4 0 0,4 4 0 0,4 0 0 0,4 0-181 15,-2-4 0-15,11 2 0 0,1 0 1 0,7 0-1 16,5 0 0-16,1 2 0 0,4 2 0 0,1 2-32 16,1 2 1-16</inkml:trace>
  <inkml:trace contextRef="#ctx0" brushRef="#br0" timeOffset="8405.57">8528 9266 528 0,'0'0'0'0,"0"0"0"0,0 0 0 0,0 0 166 0,0 0 0 0,0 0 0 0,0 0 1 0,0 0-1 16,4 14 0-16,0-1 0 0,2 1 0 0,0 5-99 15,4 5 1-15,-2 11-1 0,5 0 1 0,-3 10-1 0,2 8 1 16,0 5-1-16,-4 3 1 0,3 5-17 0,1-2 1 15,-4 3-1-15,-2-3 1 0,-2-7-1 16,4-3 1-16,-4-9-1 0,0-4 1 0,0-11-30 0,-4-5 1 16,0-9-1-16,0-11 1 0,0-5-23 0,0 0-2175 15</inkml:trace>
  <inkml:trace contextRef="#ctx0" brushRef="#br0" timeOffset="8865.7">8481 9744 104 0,'0'0'0'0,"0"0"0"15,0 0 0-15,0-10 244 0,0 6 0 0,4-1 0 16,0 1 0-16,0 0 0 0,4 2 0 0,0 0 0 15,7 0 0-15,-3 2-188 0,2 0 1 0,6 0 0 16,-1 0 0-16,5-2-1 0,-1 0 1 0,1 0 0 16,-2 0 0-16,5-2-16 0,-3-4 1 0,-1-1-1 15,-1 1 1-15,-6-2-1 0,3 0 1 0,-3-3-1 16,-4-1 1-16,-2 2-21 0,-2-5 0 0,1 3 0 0,-5-2 0 16,0 1 0-16,0-1 0 0,0 1 0 0,-4-1 0 15,4 2-22-15,-4 3 1 0,0 1-1 0,0 4 1 16,2-2-1-16,0 6 1 0,0 2-1 0,0 2 1 15,4 6 1-15,-2 2 1 0,0 1 0 0,4 7 0 16,-3 5-1-16,-1-1 1 0,4 5-1 0,2 8 1 16,2-1 5-16,-4 5 1 0,2 7 0 0,-1-7 0 0,-1 2-1 15,0-2 1-15,-2-5-1 0,0 1 1 0,0-6-1 16,-6 0 1-16,4-7-1 0,-4-3 1 0,4-9-1 16,-4-2 1-16,0-4-1 0,0-4 1 0,4-6 0 15,-4-2 1-15,5 0-1 0,-1-11 1 0,0-1-1 0,2-7 0 16,2-4 0-16,-4-6 1 0,8 3-1 0,-4-1 1 15,2-4-1-15,3 8 1 0,-1 0-1 0,2 7 0 16,2 3 0-16,-1 11 1 0,1 2 1 0,0 3 0 16,3 5 0-16,-3 5 0 0,0 1 0 0,2 2 0 15,-5 4 0-15,1 7 0 0,-2-3 1 0,0 7 1 16,-1-5 0-16,-3 7 0 0,0-1-1 0,0 3 1 16,-4-2-1-16,2 1 1 0,2-3-3 0,-4-1 0 0,0-3 0 15,0 1 1-15,-4-7-1 0,5 1 0 0,-5-6 0 16,4 0 1-16,-4-8-10 0,0 0-2641 0</inkml:trace>
  <inkml:trace contextRef="#ctx0" brushRef="#br0" timeOffset="9082.94">9387 9916 1650 0,'0'0'0'0,"0"0"0"0,0 0 0 0,0 0 412 0,0 0 1 0,8-10-1 15,-2 10 1-15,2-4-413 0,0 0 0 0,2-2 0 16,3-1 0-16,3 1 0 0,-4-2 0 0,6-4 0 16,1 2 0-16,1 1-3 0,-2-5 1 0,3 2-1 0,-5-3 1 15,2 3-1-15,-6-2 1 0,1 1 0 0,-3-1 0 16,-2 2 0-16,0-5 0 0,-8 5 0 0,0 2 1 15,0-3-1-15,-4 7 1 0,-4 2-1 0,4 0 1 16,-8 8 7-16,1 0 1 0,-1 4 0 0,2 7 0 16,2-1-1-16,-4 7 1 0,4-3-1 0,-5 7 1 0,7-1-12 15,2 3 1-15,4-2-1 0,4 1 1 0,4-3-1 16,7-7 1-16,1-1-1 0,2-3 1 0,5-2 9 16,5-2 1-16,3-3-1 0,-1-1 1 0,-1-2-1 15,5 2 1-15</inkml:trace>
  <inkml:trace contextRef="#ctx0" brushRef="#br0" timeOffset="9701.43">10465 9627 304 0,'0'0'0'0,"0"0"0"0,0 0 0 0,0 0 259 0,-4-10 0 0,4 8 0 0,0-2 0 0,0 4-1 0,0-4 1 0,0 4 0 15,0 0 0-15,0 0-181 0,4 4 0 0,-2 2 0 16,2 4 1-16,3 4-1 0,-1 5 0 0,2-1 0 16,-4 9 1-16,4 6-28 0,-4 6 1 0,2 6-1 15,-2 0 1-15,0 2-1 0,0-2 1 0,0 0-1 16,0-2 1-16,1 1-38 0,-1-3 0 0</inkml:trace>
  <inkml:trace contextRef="#ctx0" brushRef="#br0" timeOffset="10098.73">10504 9756 528 0,'0'0'0'0,"0"0"0"0,0 0 0 0,-4 11 194 0,4-5 0 16,0 0 0-16,0 2 1 0,4 0-1 0,-2 2 0 16,4 3 0-16,-2-1 0 0,6-2-130 0,3 1 1 15,-1-1-1-15,6 0 1 0,-2-2-1 0,7-2 1 16,-1-1-1-16,3-3 1 0,1-2-17 0,-2 0 0 0,7-2 0 15,-5-5 0-15,-3 3-1 0,1-8 1 0,3 0 0 16,-9 1 0-16,2-5-29 0,-3-2 0 0,-7-1 0 16,2-1 0-16,-8 1-1 0,-4-3 1 0,0-5 0 15,-4 4 0-15,-4 3-18 0,-6 1 0 0,-3-1 0 16,-3 6 1-16,-2-3-1 0,-1 7 0 0,-5 0 0 16,1 1 1-16,-3 5-1 0,3 4 1 0,-3 0 0 15,5 0 0-15,-1 4-1 0,4 1 1 0,5 1-1 16,1 2 1-16,16-8-2 0,0 0-2366 0</inkml:trace>
  <inkml:trace contextRef="#ctx0" brushRef="#br0" timeOffset="10615.79">11149 9695 84 0,'0'0'0'0,"0"0"0"0,0 0 0 0,0 0 240 0,-4-13 1 0,4 9 0 15,-4-2 0-15,4 2-1 0,-4-4 1 0,4 0 0 16,-4 1 0-16,0-1-186 0,2-2 0 0,0 2 0 16,0 4 1-16,0-4-1 0,0 1 0 0,-2 3 0 15,4 2 1-15,-5 0-20 0,1 2 0 0,0 0 0 16,0 4 1-16,0 2-1 0,0 7 0 0,0-3 0 15,0 6 1-15,2 1-18 0,2 1 1 0,0 5 0 0,0 3 0 16,2-3-1-16,4 0 1 0,4-1 0 0,2 3 0 16,5-9-22-16,1 1 1 0,4-5 0 0,-1 0 0 15,5-6 0-15,-3-2 0 0,5-4 0 0,-5-4 0 16,1-2 2-16,-2-2 1 0,1-8-1 0,-3 1 1 16,-2-3-1-16,-1-3 0 0,-5 1 0 0,0-1 1 0,-2 3 2 15,-2 1 1-15,-4-1-1 0,1-1 1 0,-1 7-1 16,-2 0 1-16,0 0-1 0,0 1 1 0,-2 3 6 15,0 0 1-15</inkml:trace>
  <inkml:trace contextRef="#ctx0" brushRef="#br0" timeOffset="10948.79">11782 9024 456 0,'0'0'0'0,"0"0"0"0,-4-10 0 0,4 4 229 0,-2-1 1 0,2 3-1 16,-4-4 1-16,4 2-1 0,0 2 1 0,0 2-1 15,4 2 1-15,-4 6-164 0,2 4 0 0,0 3 0 0,2-1 0 16,2 8-1-16,2 5 1 0,1 6 0 16,-1 8 0-16,2 8-20 0,2 4 0 0,-4 3 0 0,4 3 1 15,3 0-1-15,-3 5 0 0,-4-11 0 0,6 5 1 16,-2-7-27-16,-1-2 1 0,-1-6 0 0,0 0 0 16,-2-4-1-16,0-2 1 0</inkml:trace>
  <inkml:trace contextRef="#ctx0" brushRef="#br0" timeOffset="11218.3">11640 9502 428 0,'0'0'0'15,"0"0"0"-15,-13-2 0 0,7-2 227 0,2 0 0 16,-4 0 0-16,0 2 1 0,0-1-1 0,2-1 0 15,2 2 0-15,0-2 0 0,4 2-157 0,0 2 1 0,4-2-1 16,0 2 1-16,6 0-1 0,6 0 0 16,0 0 0-16,7 0 1 0,-1 2-19 0,3 0 1 0,5 2 0 15,1 0 0-15,-1 1-1 0,3-3 1 0,-3 6-1 16,1-4 1-16,-1 0-30 0,1 0 1 0,-7 0 0 16,-1-2 0-16,-1 2-1 0,3-4 1 0,-7 4 0 15,2-4 0-15,-1 0-23 0,-3 0 0 0</inkml:trace>
  <inkml:trace contextRef="#ctx0" brushRef="#br0" timeOffset="28966.15">12022 10810 180 0,'0'0'0'0,"0"0"0"0,0 0 0 0,0 0 92 0,0 0 0 0,0 0 0 0,0 0 0 15,0-8 0-15,0 8 0 0,0-4 0 0,0 0 0 16,0 0-3-16,0 0 0 0,0 0 0 0,0 2 1 16,0-2-1-16,0 0 0 0,0-3 0 0,0 3 1 15,0 0-25-15,0 0 1 0,0 0-1 0,0 0 1 16,4-2-1-16,0-3 1 0,0 1-1 0,5 0 1 0,1-4-25 15,2-3 0-15,0 1 0 0,0-2 1 0,3-1-1 16,3 3 0-16,2-5 0 0,-3 1 1 0,5-3-45 16,-4 1 0-16,7-1 0 0,-9 1 0 0,6 1 0 15,-5-3 0-15,1 6 0 0,-2-3 0 0,-1 1 20 0,-3 5 1 16,0-1-1-16,-2 4 1 0,-6 4-1 16,4 1 0-16,-4 1 0 0,1 2 1 0,-5 2-7 0,4 0 0 15,-4 2 0-15,0 2 1 0,-4 5-1 0,4-1 0 16,-5 6 0-16,1 1 1 0,-4 5-1 0,4-1 1 15,-2 3 0-15,-2 3 0 0,0 3-1 0,0 1 1 16,-1 6 0-16,1 2 0 0,2-6-1 0,2-1 1 16,4 1 0-16,0-4 0 0,0 0-1 0,4-5 1 15,2-6 0-15,0 3 0 0,5-9-3 0,-3 0 0 0,4-3 0 16,-2-3 1-16,2-4-1 0,5-6 0 0,-3-3 0 16,6 1 1-16,-3-8-1 0,1 1 0 0,2-9 0 15,3-3 0-15,-1-4-1 0,0-1 1 0,3-3 0 16,-3-2 0-16,3 0-4 0,-9 0 1 0,6 2 0 15,-5 4 0-15,-3 9-1 0,-2-1 1 0,-2 11-1 16,-2 6 1-16,-4 4-5 0,0 4 1 0,-4 4 0 16,0 8 0-16,-4 7-1 0,4 5 1 0,-4 9 0 0,-4 6 0 15,2 13 2-15,2 3 0 0,0 2 0 0,4 5 0 16,0-2-1-16,0-5 1 0,4-2 0 0,0-7 0 16,4-5-2-16,2-8 1 0,3-5-1 0,-1-3 1 15,-12-27-3-15,0 0-2342 0</inkml:trace>
  <inkml:trace contextRef="#ctx0" brushRef="#br0" timeOffset="30248.57">13211 10605 484 0,'0'0'0'0,"0"0"0"0,0 0 0 0,0 0 183 0,0 0 1 0,0 0-1 0,10 0 1 0,-6 0-1 16,4 0 0-16,2-2 0 0,3 2 1 0,3-4-126 0,2 0 0 15,7-2 0-15,1 2 1 0,5-2-1 0,3 4 0 16,3-7 0-16,4 5 1 0,1 2-29 0,-3 0 0 15</inkml:trace>
  <inkml:trace contextRef="#ctx0" brushRef="#br0" timeOffset="30765.32">13327 10819 564 0,'0'0'0'0,"0"0"0"0,0 0 0 0,0 0 148 0,10 4 1 0,-6-4-1 15,4 2 1-15,-2-2-1 0,7 4 0 0,-1-4 0 16,6 0 1-16,2 4-89 0,-1-4 0 0,9 0 0 15,3 0 1-15,3 0-1 0,5-4 0 0</inkml:trace>
  <inkml:trace contextRef="#ctx0" brushRef="#br0" timeOffset="34148.83">12838 11818 20 0,'0'0'0'0,"0"0"0"0,0 12 0 0,0-4 225 0,0 6 0 16,0-3 0-16,-4 5 1 0,4-2-1 0,0 7 0 15,0-5 0-15,0 1 0 0,-4-3-209 0,4 3 1 16,0-1 0-16,0 0 0 0,0-1-1 0,-2-3 1 16</inkml:trace>
  <inkml:trace contextRef="#ctx0" brushRef="#br0" timeOffset="34465.78">12796 11541 316 0,'0'0'0'0,"0"0"0"0,0 0 0 16,0 0 117-16,0 0 1 0,-4-7 0 0,4 3 0 15,-2 4-1-15,2-4 1 0,-2 2-1 0,2 0 1 0,-3 0-82 16,3 2 1-16,0 2 0 0,0 2 0 0,0 7-1 15,0 3 1-15,3 4-1 0,-1 9 1 0,4 2-13 16,-2 14 1-16,0 6 0 0,4 11 0 0,-4 5-1 16,4 7 1-16,2 0-1 0,3 2 1 0,-5 6 25 15,2-13 0-15,-2-9 0 0,0-7 1 0,0-6-1 16,-2-10 0-16,-4 0 0 0,0-11 1 0,0-3-81 16,-2-9 0-16,0-4 0 0,-2-3 1 0,2-5 29 0,0 0-1523 15</inkml:trace>
  <inkml:trace contextRef="#ctx0" brushRef="#br0" timeOffset="34833.31">12645 12055 376 0,'0'0'0'0,"0"0"0"16,0 0 0-16,-12 0 214 0,8 0 1 0,-2 0-1 15,-2 0 1-15,-1-4-1 0,-3 4 1 0,2 0-1 16,2 0 1-16,-4 4-153 0,1 1 0 0,3-3 0 0,0 6 0 16,0 4 0-16,4 0 0 0,-4 7 0 15,4-1 0-15,2 5-18 0,2 2 1 0,0 3-1 0,4 1 1 16,2 4-1-16,2 0 1 0,4-5-1 0,-2 3 1 16,7-4-26-16,1-5 0 0,2-1 0 0,3-7 1 15,1-2-1-15,-1-3 0 0,1-7 0 0,2-4 1 16,-5-2-19-16,-3-11 0 0,0-1 0 0,3-5 0 0,-9-1 0 15,0-7 0-15,-2-2 0 0,-1 3 0 16,-9-5 0-16,0 2 1 0,-5 2 0 0,-3-2 0 0,-2 3-1 16,-2 5 1-16,-4-1 0 0,-7 5 0 0,3 1 5 15,-2 5 1-15,-9 5-1 0,3 6 1 0,-3 4-1 16,5 2 1-16,-5 9-1 0,2-3 1 0,3 6 1 16,4 3 0-16,1 1 0 0,-1 3 1 0,6-1-1 0,3-1 0 15</inkml:trace>
  <inkml:trace contextRef="#ctx0" brushRef="#br0" timeOffset="35233.31">13237 11994 516 0,'0'0'0'0,"0"0"0"0,0 0 0 0,0 0 201 0,0 0 1 0,0 0-1 0,0 0 1 0,0 0-1 0,0 0 1 0,13-8-1 0,-3 6 1 0,2 0-142 16,6-2 0-16,3-1 0 0,1 3 0 0,6-6-1 16,5 2 1-16,4 2 0 0,3-2 0 0,3 0-20 0,0-3 0 15,-2 3 0-15,-1 0 1 0,-1 2-1 0,-2 2 0 16</inkml:trace>
  <inkml:trace contextRef="#ctx0" brushRef="#br0" timeOffset="35497.14">13321 12224 420 0,'0'0'0'0,"0"0"0"15,0 0 0-15,-10 8 179 0,6-4 1 0,-1-2 0 0,5 0 0 16,-4 0-1-16,8 0 1 0,1 0-1 0,-1-2 1 16,4 0-119-16,6 0 1 0,2-2-1 0,3 0 1 15,5-2-1-15,7 2 1 0,-1-6-1 0,9 4 1 16,3 0-18-16,1-1 1 0,2-1-1 0,2 2 1 15,20-8-45-15,-67 12-1896 0</inkml:trace>
  <inkml:trace contextRef="#ctx0" brushRef="#br0" timeOffset="113003.53">14149 10546 288 0,'0'0'0'0,"0"0"0"16,0 0 0-16,0 0 121 0,0 0 0 0,0 0 0 0,0 0 1 0,0 0-1 0,8 0 0 15,-4 0 0-15,0 0 0 0,2 2-45 0,3 2 0 16,3 0 0-16,-2 0 1 0,2-2-1 0,5 0 0 16,-1 2 0-16,2-4 1 0,5 5-19 0,1-5 0 0,-2 0 0 15,-1 0 1-15,5 0-1 0,-3 0 0 0,1-5 0 16,-2 5 1-16,-1-6-23 0,-3 2 0 0,0-2 0 16,-1 0 1-16,-5 2-1 0,0 0 0 0,-2-5 0 15,-2 1 0-15,0 2-40 0,-3-2 1 0,-1 2-1 16,-4 0 1-16,0-1-1 0,0-1 1 0,-4-2-1 15,4 2 1-15,-5 0 17 0,-3-5 0 0,0 3 0 16,0-4 1-16,-2-1-1 0,-2-1 0 0,-1 0 0 16,-1-1 0-16,2-1-7 0,-4-1 1 0,1 3 0 0,-5 1 0 15,2 1-1-15,-1 2 1 0,3 4 0 0,-4 3 0 16,6-1-2-16,-7 6 1 0,7 0 0 0,-2 2 0 16,-3 7-1-16,3-5 1 0,0 2-1 0,2 2 1 15,1 4-5-15,1-3 1 0,2 5 0 0,-2-2 0 16,-2 3-1-16,3 1 1 0,1 2 0 0,2-3 0 15,0 5-1-15,2-3 1 0,0 1-1 0,4 1 1 0,-2-1-1 16,4 3 1-16,4 1-1 0,-2-5 1 0,4-1-3 16,4 4 1-16,-2-5 0 0,4 1 0 0,1-3-1 15,1 1 1-15,2-2-1 0,2 7 1 0,1-5 0 16,5 2 1-16,-4 1 0 0,7 1 0 0,-1-5-1 16,-1 3 1-16,5-2 0 0,5 1 0 0,-5-3 5 0,5-2 1 15,0-6 0-15,-1 0 0 0,3-4-1 0,-3 0 1 16,3 0 0-16,0-8 0 0,-1 0 1 0,-3-4 0 15,-3 2 0-15,1-7 1 0,-31 17-10 0,0 0-2237 0</inkml:trace>
  <inkml:trace contextRef="#ctx0" brushRef="#br0" timeOffset="114020.71">14841 9824 356 0,'0'0'0'0,"0"0"0"0,0 0 0 0,0 0 246 0,0 0 1 0,0 0-1 15,0 0 1-15,4 10-1 0,0-4 0 16,0-2 0-16,-2 3 1 0,4 5-195 0,1 0 0 0,1 3 0 16,-4 1 1-16,0-2-1 0,4 3 0 0,0-3 0 15,-2 3 0-15,2 1-23 0,1-6 0 0,-5 3 0 16,2-7 0-16,0 2 0 0,-2-2 0 0,-2 0 0 15,0-3 0-15,-2 1-17 0,0-2 1 0,0 0 0 16,-2-2 0-16,-2-2-1 0,0 0 1 0,0-2 0 16,2 0 0-16,-2-4-12 0,0 0 1 0,-1-9-1 15,1 3 1-15,4 0-1 0,-4-7 0 0,4-1 0 16,0 1 1-16,4 1-7 0,0 1 0 0,1-1 0 16,-1-1 0-16,2 3 0 0,2-2 0 0,0 3 0 0,4 1 1 15,-4 4 3-15,2-5 0 0,3 7 0 0,-1 4 1 16,-2-4-1-16,6 2 1 0,-3 1-1 0,1 3 1 15,2 0-1-15,-4 2 1 0,5 0-1 0,1 2 1 16,-4 0-1-16,2 1 1 0</inkml:trace>
  <inkml:trace contextRef="#ctx0" brushRef="#br0" timeOffset="114236.66">15283 9885 388 0,'0'0'0'15,"0"0"0"-15,0 0 0 0,0 0 199 0,0 0 1 0,0 0 0 16,0 0 0-16,0 0-1 0,0 0 1 16,10 0 0-16,-2 0 0 0,0 0-144 0,2 0 0 0,3 0 0 15,-1 0 1-15,4-2-1 0,2 2 0 0</inkml:trace>
  <inkml:trace contextRef="#ctx0" brushRef="#br0" timeOffset="114603.43">15800 9539 232 0,'0'0'0'0,"0"0"0"0,0 0 0 0,0 0 166 0,0 0 1 15,0 0-1-15,0 0 1 0,0 0-1 0,0 0 0 16,0 0 0-16,0 0 1 0,0 0-121 0,0 0 1 16,-4 10-1-16,8-2 1 0,-4 5-1 0,4 1 0 15,0 4 0-15,0 5 1 0,0 2-5 0,-2-3 0 16,2 5 0-16,2 4 1 0,-2-5-1 0,2 1 0 16,-2 4 0-16,1-5 0 0,-1-5-18 0,0 3 1 0,-2-1 0 15,0-2 0-15,-2-21-25 0,0 0-1778 0</inkml:trace>
  <inkml:trace contextRef="#ctx0" brushRef="#br0" timeOffset="114885.04">15726 9853 132 0,'0'0'0'0,"0"0"0"0,-10 0 0 15,6 0 196-15,-2 2 1 0,0 0-1 0,2 2 1 16,-4 2-1-16,4-2 1 0,-2 4-1 0,2-4 1 15,4 5-143-15,0 1 1 0,0 0-1 0,0 0 1 16,4 1-1-16,2 1 1 0,2 2-1 0,-4-3 1 16,4 1-19-16,2 0 1 0,2-4 0 0,1 3 0 0,-3-7-1 15,2 4 1-15,0-8 0 0,0 0 0 0,3-4-18 16,-7 0 0-16,2-7 0 0,0-1 0 0,4-2 0 16,-5-3 0-16,3-3 0 0,-2-1 0 0,-2 1-19 0,0-3 0 15,-2-1 0-15,0 5 0 0,-1 1 0 16,-3 1 0-16,-2 3 0 0,-2 2 0 0,-3 4 1 0,-1 1 1 15,0 7 0-15,-2 0 0 0,8 0-2 0,0 0-1945 16</inkml:trace>
  <inkml:trace contextRef="#ctx0" brushRef="#br0" timeOffset="115186.58">16005 9465 280 0,'0'0'0'0,"0"0"0"0,0 0 0 15,8 6 178-15,-1 0 0 0,-1 0 0 0,0 3 0 16,2 3 0-16,0 2 0 0,2 5 0 0,2 1 0 15,1 3-128-15,-5 4 0 0,2 3 0 0,2 1 1 16,-4 6-1-16,-2 0 0 0,0 0 0 0,-1 2 0 16,-5 0-22-16,-2 2 1 0,-3-2-1 0,-3-4 1 0,-10 14-29 15,18-49-1665-15</inkml:trace>
  <inkml:trace contextRef="#ctx0" brushRef="#br0" timeOffset="115653.24">14721 9557 200 0,'0'0'0'0,"0"0"0"0,0 0 0 0,0 0 138 0,0 0 0 0,-10 0 0 0,6 0 1 0,2 2-1 0,0 0 0 0,-2 3 0 0,4 1 0 0,-4-2-68 0,-1 4 0 0,5 4 0 0,-4 3 1 0,4 3-1 15,-4 3 0-15,4 1 0 0,0 9 0 0,0 0-17 16,0 4 0-16,4 1 0 0,0 3 0 0,1-4 0 0,1 2 0 15,4-4 0-15,4 0 0 0,-2-2-28 0,5-7 1 16,5-1 0-16,0-5 0 0,25 1-26 16,-47-19-1795-16</inkml:trace>
  <inkml:trace contextRef="#ctx0" brushRef="#br0" timeOffset="117885.77">16380 9477 220 0,'0'0'0'0,"0"0"0"0,0 0 0 0,0 0 63 0,0 0 1 0,0 9-1 0,0-7 1 0,0 6-1 0,0-2 1 16,4 4-1-16,0 5 1 0,0-1-8 0,-2 4 1 0,2 3-1 16,2 6 1-16,0-3-1 0,2 5 0 15,-4-2 0-15,5 1 1 0,-5 1-20 0,4-2 0 0,-2-1 0 16,2-1 0-16,-4-7 0 0,0 1 0 0,0-3 0 16,-4-1 0-16,0-3-5 0,0-6 1 0,0 0 0 15,0-4 0-15,0-2-1 0,0 0 1 0,0-4 0 16,0-2 0-16,0-2-42 0,0-9 0 0,2 3 0 15,0-4 0-15,0-1 0 0,2 3 0 0,1-7 0 0,-1 5 1 16,4 1 25-16,-4-1 1 0,4 1 0 0,-4 1 0 16,4 2-1-16,2 1 1 0,-2 3-1 0,1 2 1 15,1 0-10-15,2 1 1 0,0 3-1 0,0 4 1 16,3 0-1-16,-3 0 0 0,2 0 0 0,2 7 1 16,-3 1 1-16,-1 0 0 0,2 4 0 0,-2 3 0 15,-2 1-1-15,3 2 1 0,-9 1 0 0,0-3 0 16,4 7 2-16,-6-5 1 0,0 3-1 0,0-3 1 0,-2 1-1 15,2 1 0-15,-2-5 0 0,0 1 1 0,0-16-13 16,0 0-1539-16</inkml:trace>
  <inkml:trace contextRef="#ctx0" brushRef="#br0" timeOffset="118069.75">17021 9539 308 0,'0'0'0'16,"0"0"0"-16,0 0 0 0,0 0 176 0,4 10 0 0,-2-6 0 16,0 0 0-16,2 2 0 0,0 7 0 0,-4-5 0 15,4 6 0-15,-4 5-150 0,4 1 1 0,-4 3 0 16,2-1 0-16,0 5-1 0,0 2 1 0</inkml:trace>
  <inkml:trace contextRef="#ctx0" brushRef="#br0" timeOffset="118252.59">16998 9676 352 0,'0'0'0'0,"0"0"0"0,0 0 0 15,5-2 125-15,1 0 0 0,0 2 0 0,2-4 0 0,2 4-1 16,2 0 1-16,0 0 0 0,3 0 0 0,-3 0-92 15,2 0 1-15</inkml:trace>
  <inkml:trace contextRef="#ctx0" brushRef="#br0" timeOffset="118736.16">17609 9691 336 0,'0'0'0'16,"0"0"0"-16,0 0 0 0,0 0 115 0,-10 0 0 0,4 0 0 15,0-2 1-15,2 0-1 0,-5-1 0 0,1 1 0 16,0 0 0-16,0 0-83 0,-2 0 0 0,2 2 0 16,2 0 1-16,-3 2-1 0,1 2 0 0,0 3 0 15,-2-1 1-15,2 4-8 0,0 2 0 0,0 5 0 16,4 1 1-16,-5-1-1 0,5 5 0 0,2-3 0 15,2 1 0-15,0-1 8 0,4-1 1 0,2 0 0 16,7-1 0-16,-3-5-1 0,2 3 1 0,4-7-1 16,-3-4 1-16,1 2-51 0,2-4 0 0,2-2 0 0,-1-2 0 15,-3-2 0-15,2-2 0 0,0-2 0 0,-1-7 1 16,-3 3 36-16,0-9 1 0,-2 3 0 0,3-1 0 16,-5-3-1-16,-4-3 1 0,0 1 0 0,0-1 0 15,-4-2 1-15,0-3 0 0,-2 3 0 0,-2 4 1 16,-2-3-1-16,2 5 0 0,-5 7 0 0,-1 0 0 0,0 1 1 15,0 3 1-15,-2 4-1 0,-1 0 1 0,3 6-1 16,-2-4 0-16,0 4 0 0,2 0 1 0,2 0 0 16,4 0 0-16,-1 0 0 0,1 0 1 0,4 4-1 15,0-4 0-15,0 0 0 0,9 0 0 0,-5 2-8 16,4 0 0-16,2-2 0 0,2 2 1 0,0 0-1 0,5 0 0 16,1 0 0-16,-2 0 1 0,3 2-6 0,1-4 1 15,2 0-1-15,-1 4 1 0,1-4-1 0,0 0 0 16,-1 0 0-16,5 0 1 0,-26 0-12 0,0 0-2096 0</inkml:trace>
  <inkml:trace contextRef="#ctx0" brushRef="#br0" timeOffset="119336.16">17922 9810 372 0,'0'0'0'0,"0"0"0"0,0 0 0 0,0 0 203 0,0 0 0 0,0 0 0 0,-10 10 1 0,8-4-1 16,2 0 0-16,0 2 0 0,0-4 1 0,2 7-152 0,4 1 0 15,-2 0 0-15,1-3 1 0,5 1-1 0,0 0 0 16,4-2 0-16,-2-2 0 0,3 1-20 0,1-3 1 15,0-4-1-15,2 0 1 0,-1-4-1 0,-3-3 0 16,2-1 0-16,1 0 1 0,-3-6-21 0,-2 1 1 16,0-5 0-16,-2 1 0 0,-6 1-1 0,1-2 1 0,-1-1 0 15,-4-3 0-15,0 1-8 0,-4-2 1 0,-1 1 0 16,1-5 0-16,-2 5-1 0,0-5 1 0,0 0 0 16,0 3 0-16,0-3-6 0,2 0 1 0,-4 1 0 15,2-1 0-15,-1 0-1 0,1 3 1 0,2 1 0 16,-4 5 0-16,0-3 2 0,2 7 1 0,0 2 0 15,2 1 0-15,-2 7-1 0,2-2 1 0,4 2 0 16,0 2 0-16,0 0 3 0,0 2 0 0,4 0 0 16,4 0 0-16,2 0-1 0,6 2 1 0,1 0 0 0,5 0 0 15,0 0-3-15,3-2 1 0,1 6 0 0,3-6 0 16,1 4-1-16,1 0 1 0,-1 1 0 0,-5-1 0 16,3 0-1-16,1 0 1 0</inkml:trace>
  <inkml:trace contextRef="#ctx0" brushRef="#br0" timeOffset="119769.09">18289 9549 240 0,'0'0'0'0,"0"0"0"0,0 0 0 0,0 0 214 16,0 0 0-16,0 0 0 0,0 0 0 0,0 8-1 0,0-2 1 15,2 1 0-15,0-1 0 0,0 2-155 0,2 4 1 16,2 3 0-16,-2 3 0 0,0 1-1 0,2 1 1 0,-4-1-1 16,4 3 1-16,-1 3-21 0,-1-7 1 0,-2 1-1 15,0 1 1-15,2-1-1 0,-4-3 0 0,0-2 0 16,0-3 1-16,0-3-20 0,0 0 1 0,0-4 0 15,-4 0 0-15,2-4-1 0,2-4 1 0,0 0-1 16,0-2 1-16,0-4-22 0,0-1 1 0,2-3 0 16,2-2 0-16,4-3-1 0,-4 1 1 0,2-3 0 15,2 3 0-15,4-1 1 0,-3 3 1 0,1 1 0 0,2 3 0 16,0 4-1-16,0 0 1 0,1 2-1 0,-3 4 1 16,2 2 1-16,0 4 0 0,-2 2 0 0,3 0 1 15,-7 2-1-15,2 4 0 0,0 3 0 0,0-1 0 16,0 3 0-16,-4 1 1 0,0-2 0 0,0 3 0 15,1-1-1-15,-3 1 1 0,0 1-1 0,0-5 1 16,2 1 0-16,0 1 0 0</inkml:trace>
  <inkml:trace contextRef="#ctx0" brushRef="#br0" timeOffset="121152.5">18246 10577 252 0,'0'0'0'0,"0"0"0"0,0 0 0 0,0 0 196 0,0 0 0 16,0 0 0-16,0 0 1 0,0 0-1 0,-6-4 0 16,6 4 0-16,0 0 0 0,-4 0-140 0,4 0 0 0,0-5 0 15,0 5 1-15,0 0-1 0,4-4 0 0,-4 2 0 16,4 2 1-16,0 0-17 0,2-2 0 0,2 2 0 15,5 0 0-15,-3 0 0 0,2 0 0 0,4 0 0 16,-6 0 0-16,7 0-26 0,-1 2 0 0,-2 0 0 16,3 2 1-16,-17-4-15 0,0 0-1986 0</inkml:trace>
  <inkml:trace contextRef="#ctx0" brushRef="#br0" timeOffset="121337.16">18279 10772 416 0,'0'0'0'0,"0"0"0"0,0 0 0 16,0 0 192-16,0 0 0 0,0 0 0 0,0 0 0 16,0 0-1-16,0 0 1 0,0 0 0 0,0 0 0 0,0 0-130 15,12 0 1-15,-2 0-1 0,2-5 1 16,-2 3-1-16,5 0 1 0,3 0-1 0,0 0 1 0,3-2-19 16,-5 0 1-16,6 2-1 0,-3-2 1 0,-3-2-1 15,2 2 1-15</inkml:trace>
  <inkml:trace contextRef="#ctx0" brushRef="#br0" timeOffset="125686.43">19455 10445 552 0,'0'0'0'0,"0"0"0"0,0 0 0 0,0 0 170 0,0 0 1 0,0 0-1 16,0 0 1-16,10 0-1 0,-6 0 1 0,6 0-1 15,3 0 1-15,3 0-98 0,0-2 1 0,7 2-1 16,-3 0 1-16,4 0-1 0,5 0 0 0,-5 0 0 16,5 0 1-16,-1 0-27 0,-3-2 1 0,1 2 0 15,-3 0 0-15,1-2-1 0,-2 0 1 0,1 0 0 0,-5 0 0 16,2 0-23-16,-5-2 0 0,-1 0 0 0,0-4 0 16,-4 1 0-16,3-1 0 0,-1 0 0 0,-4-6 0 15,-4 6-25-15,0-7 1 0,-2 3 0 0,0-3 0 16,-2-1-1-16,-4 0 1 0,0 1-1 0,-4 1 1 15,0 2 2-15,-5-5 1 0,3 7-1 0,-2-2 1 16,-2 3-1-16,-2 3 0 0,-1 2 0 0,-1 4 1 0,0 2-4 16,-1 2 1-16,1 3-1 0,0-1 1 0,1 6-1 15,-1-2 0-15,2 3 0 0,-5 1 1 0,3 2 0 16,2 1 1-16,2 3 0 0,-3 5 0 0,7-3-1 16,-2 1 1-16,4 8 0 0,-2 0 0 0,4-1-2 0,3 5 1 15,3-4-1-15,5 0 1 0,3-3-1 16,6 1 1-16,-4 2-1 0,4-9 1 0,7 5-1 0,3-11 0 15,-1 3 0-15,3-3 1 0,2-1-1 0,-1-5 0 16,3-2 0-16,3 0 1 0,2-8 0 0,-5 0 1 16,5 0 0-16,3-4 0 0,-5-4-1 0,0 0 1 15,-3-2-1-15,3-3 1 0,-33 13-2 0,0 0-2365 16</inkml:trace>
  <inkml:trace contextRef="#ctx0" brushRef="#br0" timeOffset="127169.62">20106 9451 164 0,'0'0'0'0,"0"0"0"0,0 0 0 0,0 0 261 0,0 0 1 0,0 0 0 0,0 0 0 15,-4-9-1-15,4 9 1 0,-2-4-1 0,0 4 1 0,0-4-211 16,0 4 1-16,2-4 0 0,0 4 0 0,-2 0-1 16,2 0 1-16,-2 0-1 0,2 0 1 0,0 0-24 15,0 0 0-15,0 0 0 0,0 8 1 0,0-2-1 16,0 5 0-16,0 3 0 0,0 0 0 0,2 3-19 0,0 5 1 15,0 1-1-15,2 2 1 0,0-1-1 16,2 5 0-16,3 0 0 0,-5-5 1 0,4 3-7 0,2 0 1 16,2-5 0-16,0-1 0 0,-12-21-4 0,0 0-2239 15</inkml:trace>
  <inkml:trace contextRef="#ctx0" brushRef="#br0" timeOffset="128720.58">20452 9397 132 0,'0'0'0'0,"0"0"0"0,0 0 0 0,0 0 192 0,-8-2 0 0,6 0 0 0,-2 2 1 16,2-2-1-16,-2 2 0 0,0-2 0 0,0 2 0 16,-2 0-133-16,2 0 1 0,-2 2-1 0,1 0 1 15,1 2-1-15,0 2 1 0,-2 3-1 0,2-1 1 16,-2 6-23-16,2-1 0 0,0 5 0 0,2-2 1 16,2 3-1-16,0-1 0 0,0 3 0 0,4-3 1 0,2 1-19 15,0-5 1-15,2 3-1 0,4-7 1 0,1-2-1 16,1-2 0-16,-4-4 0 0,6-2 1 0,1 0-20 15,-1-2 1-15,-2-2-1 0,0-2 1 0,-1 0-1 16,-1-2 1-16,-4-1-1 0,-2-1 1 0,0 2 0 0,-2-4 1 16,-4 1 0-16,0-3 0 0,-4 2-1 0,0-5 1 15,-2 3 0-15,0 2 0 0,-6 1 1 0,2-1 0 16,-3 2 0-16,1 2 1 0,0-1-1 0,2 5 0 16,2 0 0-16,-5 0 0 0,5 4 3 0,0 0 1 15</inkml:trace>
  <inkml:trace contextRef="#ctx0" brushRef="#br0" timeOffset="128919.32">20699 9588 128 0,'0'0'0'0,"0"0"0"0,0 0 0 15,0 0 211-15,0 0 1 0,-11 2 0 16,11-2 0-16,-2 2-1 0,2-2 1 0,-2 0-1 0,2 2 1 16,0-2-208-16,0 0 1 0,0 0 0 0,0 0 0 15,0 0-5-15,0 0-1380 0</inkml:trace>
  <inkml:trace contextRef="#ctx0" brushRef="#br0" timeOffset="129370.81">20815 9393 417 0,'0'0'0'16,"0"0"0"-16,0 0 0 0,0 0 104 0,-11 4 0 0,9-4 0 15,-2 2 1-15,0 2-68 0,0 5 0 0,0-5 0 16,0 4 0-16,-2 2 0 0,2 3 0 0,0 1 0 16,2-2 0-16,0 3-13 0,0 1 0 0,2 2 0 15,0-1 0-15,0 1-1 0,2-5 1 0,2-3 0 16,4 2 0-16,-4-2 9 0,4 3 0 0,2-7 0 15,2 0 0-15,1 0 0 0,-1-2 0 0,2-4 0 16,2 0 0-16,1-6-2 0,-1 0 1 0,-2-2 0 0,1-2 0 16,-1-3-1-16,-2 3 1 0,0-2-1 0,-8-1 1 15,2-1-49-15,-2 0 1 0,-4 1 0 0,0-5 0 16,-4 4 0-16,-2-1 0 0,2 1 0 0,-4-1 0 16,-2 3 40-16,0 0 1 0,0 2 0 0,-5 1 0 15,3 5-1-15,0-2 1 0,0 2 0 0,-1 0 0 16,3 0-3-16,-2 4 1 0,4 0 0 0,-2 0 0 15,2 4-1-15,3-4 1 0</inkml:trace>
  <inkml:trace contextRef="#ctx0" brushRef="#br0" timeOffset="129869.52">21175 9369 188 0,'0'0'0'0,"0"0"0"0,0 0 0 0,0 0 186 0,-8 0 1 0,4 4 0 16,0-4 0-16,-1 0-1 0,-1 0 1 0,0 4-1 15,2-4 1-15,0 4-135 0,0 0 1 0,2-2-1 16,-2 2 1-16,4 2-1 0,0 0 0 0,4-1 0 15,-4 3 1-15,4 0-19 0,2 2 1 0,2 0-1 16,0 3 1-16,1-1-1 0,1 0 1 0,0-1-1 16,0 1 1-16,-2 2-16 0,-2-1 1 0,3-1 0 0,-1 2 0 15,0 1-1-15,-8-3 1 0,4 4-1 0,-4-1 1 16,0-1-22-16,-4-2 1 0,4 1 0 0,-8-3 0 16,2-2-1-16,-1-2 1 0,-1-2 0 0,2-2 0 15,-4-2 4-15,4-2 0 0,0-2 0 0,0-2 0 16,4-2-1-16,-2 0 1 0,4-3 0 0,0-3 0 0,4 0 9 15,-4-1 0-15,6 1 0 0,0 2 1 0,0-3-1 16,2 3 0-16,0 0 0 0,-2-3 0 0,3 3-1 16,-1 2 1-16,0-4 0 0,0 3 0 0,-4 1-1 15,2-4 1-15,0 1-1 0,-2 1 1 0,0 0-9 0,-2 1 1 16,-2 1 0-16,-2 2 0 0,-2-4-1 16,-2 4 1-16,0 1 0 0,-2 3 0 0,0 0-2 0,0 0 0 15,-5 0 0-15,3 2 1 0,-2 2-1 0,0 0 0 16,2 2 0-16,-3 2 0 0,3-4-12 0,0 4 0 15</inkml:trace>
  <inkml:trace contextRef="#ctx0" brushRef="#br0" timeOffset="130155.06">21456 9549 188 0,'0'0'0'0,"0"0"0"0,0 0 0 0,0 0 141 0,0 0 0 0,0 0 0 0,0 0 0 16,0 0 0-16,0 0 0 0,0 0 0 0,8 0 0 0,0 0-113 15,-4 0 0-15,4 0 0 0,2-4 0 0,-2 4 0 16,5-2 0-16,1 2 0 0,2 0 0 0,-16 0-28 16,0 0-1155-16</inkml:trace>
  <inkml:trace contextRef="#ctx0" brushRef="#br0" timeOffset="132036.32">21787 9365 172 0,'0'0'0'0,"0"0"0"0,0 0 0 0,0 0 96 0,-6 2 0 0,2-2 0 16,0 2 0-16,0 2-1 0,2-4 1 0,-2 4 0 15,0 0 0-15,2 0-55 0,-2 2 1 0,0 0-1 16,2 5 1-16,-2 1-1 0,4 6 1 0,-4-3-1 15,4 3 1-15,0-1-13 0,4 1 0 0,0-2 0 16,2-1 0-16,2-3 0 0,4 0 0 0,0-3 0 16,3-3 0-16,1-2-9 0,-2 0 0 0,2-4 0 15,1-4 0-15,-3 0 0 0,2 0 0 0,-8-2 0 16,5-3 0-16,-3-5-24 0,2 2 1 0,-8-5-1 16,2 3 1-16,-2-5-1 0,-2 3 1 0,-2-5 0 0,0 3 0 15,-2 0 10-15,-2 3 1 0,0-1-1 0,-2 1 1 16,2 3-1-16,-4 0 1 0,0 2-1 0,0 1 1 15,-3 5 22-15,7-2 1 0,-6 4-1 0,4-2 1 16,0 2-1-16,0 0 0 0,0 2 0 0,2 0 1 16,-5 0-4-16,3 0 1 0</inkml:trace>
  <inkml:trace contextRef="#ctx0" brushRef="#br0" timeOffset="132237.87">22125 9522 176 0,'0'0'0'16,"0"0"0"-16,0 0 0 0,0 0 207 0,0 0 0 16,0 0 0-16,0 0 1 0,0 0-1 0,0 0 0 15,0 0 0-15,0-10 1 0,0 8-190 0,0 0 0 0,0 0 0 16,0 2 1-16,0 0-19 0,0 0-1431 0</inkml:trace>
  <inkml:trace contextRef="#ctx0" brushRef="#br0" timeOffset="132637.76">22298 9350 156 0,'0'0'0'0,"0"0"0"0,0 0 0 0,0 0 114 15,0 0 0-15,-10 0 0 0,10 0 1 0,-4 0-1 16,0 0 0-16,0 0 0 0,0 4 0 0,-4-4-97 16,2 4 0-16,-1 0 0 0,1 1 0 0,2 1-1 15,0-2 1-15,0 4 0 0,0 0 0 0,2 2 10 16,0-1 0-16,2 1 0 0,0 2 0 0,2-2-1 15,4 3 1-15,-2-1 0 0,2-2 0 0,2-1 14 0,5 3 0 16,-1-6 0-16,0 2 0 0,-2 0 0 0,7-3 0 16,-5-5 0-16,0 0 0 0,2 0-64 0,-4-5 1 15,1-3 0-15,-1 0 0 0,-2-2-1 0,-2 0 1 16,0-3 0-16,-2 1 0 0,-2-5 50 0,-2 3 1 16,0 0-1-16,-2 1 1 0,0-1-1 0,-2 2 0 15,-2-3 0-15,2 3 1 0,-4 0 3 0,2 4 0 16,-2 1 0-16,-1-1 1 0,1 2-1 0,-4 4 0 15,0 0 0-15,2 0 0 0,-5 2-4 0,3 0 1 16,2 2 0-16,0 0 0 0,10-2-29 0,0 0-1626 0</inkml:trace>
  <inkml:trace contextRef="#ctx0" brushRef="#br0" timeOffset="133119.03">22526 9252 306 0,'0'0'0'0,"0"0"0"0,0 0 0 0,0 0 76 0,0 0 0 0,8-2 0 0,-4 2 1 0,5 0 15 0,-5-2 1 15,0 2 0-15,2 0 0 0,2 0-1 0,4 0 1 16,-4 0 0-16,5 2 0 0,-1 0-54 0,-2 4 0 16,0-2 0-16,-2 0 1 0,0 2-1 0,1 0 0 15,-5 5 0-15,0-3 0 0,-2 4-16 0,-2-2 0 16,0 5 0-16,-2 1 1 0,-2-1-1 0,0 1 0 16,-5 0 0-16,1-1 1 0,-2 3-12 0,2-6 1 15,-2 1-1-15,2-3 1 0,-1-2-1 0,1-2 0 16,4-4 0-16,-4 0 1 0,2-2-15 0,0-2 0 15,2 0 0-15,2-2 0 0,0 0 0 0,0 2 0 0,0-2 0 16,2 0 1-16,0-2 5 0,0 2 1 0,2 0-1 16,2-1 1-16,2 1-1 0,2 4 0 0,4-4 0 15,-2 4 1-15,5 0 0 0,-1 0 0 0,0 4 0 16,2 0 0-16,1-2 0 0,-3 3 0 0,2-1 0 16,1 0 0-16,1 0 0 0,-4 0 1 0,2 0 0 15,1-2 0-15,-5 0-1 0,2 0 1 0,-2-2-1 16,-1 2 1-16,-1 0 2 0,0 0 0 0</inkml:trace>
  <inkml:trace contextRef="#ctx0" brushRef="#br0" timeOffset="133402.57">22856 9116 196 0,'0'0'0'0,"0"0"0"0,0 0 0 0,0 0 165 0,0 0 0 0,0-8 0 0,0 6 0 0,0 0 0 0,0 0 0 15,0 2 0-15,4 0 0 0,-4 2-119 0,4 0 1 16,0 4-1-16,2-2 1 0,0 5-1 0,0-1 1 16,3 6-1-16,-1 0 1 0,2 3-10 0,0 1 0 15,0 5 0-15,0-3 1 0,-1 7-1 0,1-4 0 16,0 3 0-16,-6-1 1 0,2 2-7 0,-2-1 0 15,-2-1 0-15,-2-1 0 0,0 3-1 0,-2-8 1 0,-2-1 0 16,-2-2 0-16,6-16-31 0,0 0-1825 0</inkml:trace>
  <inkml:trace contextRef="#ctx0" brushRef="#br0" timeOffset="138821.2">23312 9086 32 0,'0'0'0'0,"0"0"0"0,0 0 0 0,0 0 32 0,0 0 1 0,0 0-1 0,0 0 1 0,0 0-1 0,0 0 1 16,0 0-1-16,0 0 1 0,0 0-12 0,0 0 0 15,0-11 0-15,0 9 1 0,0 0-1 0,-4 0 0 16,4 0 0-16,-2 0 1 0,2 2 30 0,0-2 0 16,-2 2 0-16,0-4 1 0,2 4-1 0,-2 0 0 15,2 0 0-15,-2 0 0 0,0 0-3 0,-3 0 0 16,3 0 0-16,0 4 1 0,0-2-1 0,-2 4 0 0,4 0 0 15,-4 3 1-15,4 3-71 0,-4 2 1 0,4 3-1 16,0 1 1-16,0 5-1 0,0-1 1 0,0 5-1 16,4 2 1-16,-4 1 56 0,4 1 0 0,2 0 0 15,3 2 0-15,1-7 0 0,4 5 0 0,-4-6 0 16,4-1 0-16,1-3-21 0,-1-3 0 0</inkml:trace>
  <inkml:trace contextRef="#ctx0" brushRef="#br0" timeOffset="141252.54">23591 9020 136 0,'0'0'0'0,"0"0"0"0,0 0 0 0,0 0 196 0,0 0 0 0,0 0 0 0,0 0 0 16,0 0 0-16,0 0 0 0,0 0 0 0,0 0 0 15,0 0-146-15,0 0 0 0,0 0 0 0,0 0 1 16,6 12-1-16,-4-2 0 0,2-1 0 0,-2 3 0 16,2 0-18-16,-2 3 1 0,2-3 0 0,2 2 0 15,-6-1-1-15,4-3 1 0,0 2 0 0,-4 1 0 16,2 1-20-16,-2-4 0 0,0 2 0 0,0-3 1 0,0 1-1 15,0-2 0-15</inkml:trace>
  <inkml:trace contextRef="#ctx0" brushRef="#br0" timeOffset="141488.16">23477 9280 216 0,'0'0'0'16,"0"0"0"-16,0 0 0 0,0 0 170 0,0 0 0 0,0 0 0 15,4-8 0-15,0 6-1 0,0 2 1 0,2-2 0 16,0 0 0-16,2 2-119 0,-2 0 0 0,5 0 0 16,-1 0 0-16,2 0 0 0,0 0 0 0,0 0 0 15,3 2 0-15,-1 0-24 0,0 0 0 0,2 0 0 16,3 0 0-16,-1 0 0 0,-2 0 0 0</inkml:trace>
  <inkml:trace contextRef="#ctx0" brushRef="#br0" timeOffset="142150.79">23603 9362 172 0,'0'0'0'16,"0"0"0"-16,0 0 0 0,0 0 143 0,0 0 0 16,0 0 0-16,0 0 0 0,-8 0 0 0,6 0 0 0,2 0 0 15,0 0 0-15,-2 0-115 0,2 0 0 0,-4 3 0 16,4-3 0-16,0 2 0 0,0 4 0 0,-4-2 0 16,4 0 0-16,-5 0 1 0,3 2 0 0,2 0 0 15,0 0 1-15,0-1-1 0,0 1 0 0,0 0 0 16,0 0 1-16,0-2-15 0,0 0 0 0,2 0 0 15,-2 0 1-15,5-4-1 0,-5 2 0 0,0 1 0 16,4-1 1-16,-4 0-18 0,4-2 0 0,-4 2 0 16,4 0 0-16,-2 0 0 0,2 2 0 0,0-4 0 15,0 4 1-15,0 0 4 0,4-4 0 0,-4 2 0 16,2 0 1-16,0 0-1 0,1-2 0 0,1 0 0 0,0 0 1 16,0 0 1-16,0 0 0 0,0-2 0 0,0 0 0 15,-1 0-1-15,1-2 1 0,-2 0 0 0,0 0 0 16,0 2 5-16,-2-2 0 0,0 0 0 0,0-1 0 15,0 5 0-15,-2-4 0 0,-2 0 0 0,2 0 0 16,0 0 6-16,0 0 0 0,0 0 0 0,-2 0 0 0,0 2-1 16,0-2 1-16,0 4 0 0,0-5 0 0,0 5 0 15,0-4 0-15,0 4 0 0,0 0 1 0,0 0-1 16,0 0 0-16,0 0 0 0,0 0 1 0,0 4-3 16,0-4 0-16,0 5 0 0,0 1 0 0,0 0-1 15,0 4 1-15,0 2 0 0,2 1 0 0,1 3-2 0,-3-1 0 16,2 1 0-16,0 4 0 0,0-3-1 0,2 1 1 15,0-3 0-15,2-3 0 0,-2 0-3 0,-2-1 1 16,2-1-1-16,0-2 1 0,2 0-1 16,-2 0 1-16</inkml:trace>
  <inkml:trace contextRef="#ctx0" brushRef="#br0" timeOffset="142620.84">23857 9008 88 0,'0'0'0'0,"0"0"0"0,0 0 0 0,0 0 222 0,0 0 1 0,0 0 0 0,0-7 0 0,0 3-1 0,0 4 1 0,0 0-1 0,0-4 1 0,2 4-172 0,2 0 1 16,0 0-1-16,1 0 1 0,-1 0-1 0,4 4 1 15,0 0-1-15,2 3 1 0,2 3-16 0,0 4 1 16,1-1 0-16,1 5 0 0,2 5-1 0,-4-1 1 16,3 3-1-16,-3 1 1 0,4 5-18 0,-2 0 0 15,-1 0 0-15,-1 2 0 0,-2 1 0 0,-4 1 0 16,0-2 0-16,-2-2 0 0,0 2-20 0,-4-1 0 16,0-3 0-16,0-2 1 0,-2-3-1 0,0-3 1 0,-2-7-1 15,-2-1 1-15,2-3 1 0,-2-2 1 0,2 0 0 16,-2-4 0-16,6-4-2 0,0 0-2046 0</inkml:trace>
  <inkml:trace contextRef="#ctx0" brushRef="#br0" timeOffset="143969.75">24566 9104 196 0,'0'0'0'0,"0"0"0"0,0 0 0 0,0 0 210 0,0 0 1 0,0 0-1 0,0 0 1 15,10-2-1-15,-6 0 1 0,0 2-1 0,2 0 1 16,0 2-159-16,0 0 0 0,0 2 0 0,0 4 0 16,3-4 0-16,-5 7 0 0,0 1 0 0,0-2 0 0,0 7-18 15,0-3 0-15,-2 7 0 0,2-5 0 0,-2 2-1 16,0 5 1-16,0-5 0 0,0 5 0 16,2-3-19-16,-4-1 1 0,4-1 0 0,-4 3 0 0,4-7-1 15,-2-1 1-15</inkml:trace>
  <inkml:trace contextRef="#ctx0" brushRef="#br0" timeOffset="144285.59">24494 9258 228 0,'0'0'0'0,"0"0"0"16,0 0 0-16,0 0 186 0,0 0 0 0,0 0 0 15,0 0 0-15,0 0 0 0,0 0 0 0,0 0 0 0,0 0 0 16,13-4-132-16,-9 2 1 0,4 0 0 0,2 0 0 15,0 2-1-15,4-2 1 0,-1 2 0 0,5-3 0 16,-2 1-21-16,2 0 0 0,3 2 0 0,1 0 0 16,-3-4 0-16,5 4 0 0</inkml:trace>
  <inkml:trace contextRef="#ctx0" brushRef="#br0" timeOffset="149603.01">25327 9194 76 0,'0'0'0'0,"0"0"0"0,0 0 0 0,0 0 37 0,0 0 1 0,0 0-1 0,0 0 1 16,0 0-1-16,-8-2 0 0,8 2 0 0,-4-2 1 0,1 0 25 15,-1 2 0-15,2-2 0 0,0 0 0 0,-2 0 0 16,2 2 0-16,0 0 0 0,-2-2 0 0,2 0-3 16,0 2 1-16,0 0 0 0,0-4 0 0,2 4-1 15,-4 0 1-15,0 0 0 0,0 0 0 0,0 4-7 0,0-4 0 16,0 4 0-16,0 0 0 0,-1 2-1 15,1 2 1-15,2 1 0 0,-2-3 0 0,0 0-71 0,4 4 0 16,4-2 0-16,0-1 1 0,0 1-1 0,7 0 0 16,1-4 0-16,2 2 1 0,2 0 50 0,5 1 1 15,-5-3-1-15,6 0 1 0,3 0-1 0,1-4 1 16,1 0-1-16,-1 0 1 0,3 0-16 0,-1-4 1 16,1-4-1-16,-5-1 1 0,-2-1-1 0,1 2 1 15,-3-7-1-15,-2 3 1 0,-1 0 0 0,-5-2 0 0,-2-5 0 16,-2 3 1-16,-6-3-1 0,-2 1 0 0,-2 1 0 15,-2 1 1-15,-2 2 1 0,-4-5 0 0,-2 7 0 16,2-3 1-16,-7 3-1 0,1-2 0 0,-2 1 0 16,1 5 1-16,-1-2-2 0,0 4 0 0,-1 4 0 15,1-2 0-15,0 4 0 0,2 4 0 0,1 0 0 16,1 2 0-16,0 6 1 0,4-3 1 0,-5 1 0 16,3 2 0-16,4 0-1 0,0-1 1 0,2 1-1 0,2 0 1 15,2-1-9-15,2-1 0 0,0 0 0 16,4 0 0-16,-4-10-14 0,0 0-2130 0</inkml:trace>
  <inkml:trace contextRef="#ctx0" brushRef="#br0" timeOffset="150018.57">25884 9221 308 0,'0'0'0'0,"0"0"0"0,0 0 0 0,0 0 207 0,0 0 0 0,0 0 0 16,0 0 0-16,-8-2-1 0,6 2 1 0,2-2 0 16,-2 2 0-16,0 0-150 0,0 0 0 0,2 0 0 15,0 0 0-15,0 0 0 0,0 0 0 0,0 0 0 16,0 0 0-16,0 0-17 0,0 2 1 0,2 0-1 0,0-2 1 15,0 2-1-15,0-2 0 0,2 4 0 0,0-4 1 16,-4 0-41-16,0 0-2057 0</inkml:trace>
  <inkml:trace contextRef="#ctx0" brushRef="#br0" timeOffset="150585">26017 9008 252 0,'0'0'0'0,"0"0"0"15,0 0 0-15,0 0 171 0,-6-7 0 0,2 3 0 16,-1-4 1-16,1 2-1 0,0 0 0 0,2 0 0 16,-2 2 1-16,0-5-105 0,2 7 0 0,0-4 0 15,2 4 0-15,0-2-1 0,2 0 1 0,0 0 0 16,2-2 0-16,0 4-24 0,0 0 0 0,2 0 0 16,3 2 0-16,-3-3 0 0,2 3 0 0,0 0 0 15,2 3 0-15,0-1-16 0,-2 2 0 0,1 2 0 0,-3 2 0 16,0-4 0-16,0 2 0 0,-6 0 0 0,4 5 0 15,-4-1-30-15,0 2 0 0,-4 1 0 0,-2-5 1 16,2 2-1-16,-2 0 0 0,0 1 0 0,-1-5 1 16,1 2 9-16,2-2 1 0,0 0-1 0,2 0 1 15,0-2-1-15,0 1 1 0,2-1-1 0,0-4 1 16,2 4-2-16,2-4 1 0,0 2 0 0,0 0 0 16,2 2-1-16,3 2 1 0,-1-2 0 0,0 4 0 0,0-3-3 15,0 1 1-15,2-2 0 0,0 4 0 0,1 0-1 16,-3-4 1-16,2 2 0 0,0 3 0 0,0-1-2 15,-2-4 1-15,1 2-1 0,-3 2 1 0,0 1-1 16,0-3 1-16,-6 2-1 0,4 0 1 0,-4 0-2 0,-4-2 1 16,4 3 0-16,-6-1 0 0,0 0-1 0,0-2 1 15,0 0-1-15,-1 1 1 0,3 1-3 0,0-4 1 16,-4-4 0-16,2 0 0 0,0 0-1 0,-2 0 1 16,2-4 0-16,-2 0 0 0,8 4-1 0,0 0-2177 0</inkml:trace>
  <inkml:trace contextRef="#ctx0" brushRef="#br0" timeOffset="151218.46">25569 9049 56 0,'0'0'0'0,"0"0"0"0,0 0 0 0,0 0 223 0,0 0 1 0,0 0 0 0,0 0 0 0,0 0-1 0,0 0 1 0,0 0-1 16,4-9 1-16,-2 5-201 0,-2 0 0 0,2 0 0 15,-2-4 0-15,0 4 0 0,0-2 0 0,0 2 0 16,2-1 0-16,-2 1-24 0,0 0 0 0,0 0 0 16,-2 0 1-16,0 2-1 0,-2 0 1 0,0 0-1 15,0 0 1-15,-2 2-7 0,0 0 1 0,-3 0-1 16,1 0 1-16,0 2-1 0,-2 0 1 0,2 0-1 15,-4 0 1-15,1 0 10 0,1 0 1 0,0 2-1 0,0 0 1 16,0 0-1-16,0 3 1 0,-3-1-1 0,3 0 1 16,-2 2-20-16,0 0 1 0,2 1 0 0,-1 5 0 15,1-4-1-15,-2 2 1 0,2 1 0 0,4 1 0 16,0 0 10-16,-2-1 1 0,1-1-1 0,3 2 1 16,2-1-1-16,2-1 1 0,2-2 0 0,2 3 0 15,-4-13 3-15,0 0-1401 0</inkml:trace>
  <inkml:trace contextRef="#ctx0" brushRef="#br0" timeOffset="152585.26">26049 9323 48 0,'0'0'0'0,"0"0"0"0,0 0 0 0,0 0 163 0,0 0 0 0,0 0 0 0,0 0 0 0,0 0-1 0,0 0 1 16,0 0 0-16,0 0 0 0,0 0-127 0,0 0 0 15,0 0 0-15,0 0 1 0,0 0-1 0,0 0 0 16,8-4 0-16,-4 4 1 0,3-4-13 0,-1 4 0 16,0-4 0-16,2 4 1 0,-4-2-1 0,2 2 0 0,0 0 0 15,-2 0 0-15,2 0-11 0,-2 0 1 0,5 0 0 16,-9 0 0-16,4 0-1 0,0 0 1 0,0 0-1 16,0 0 1-16,0 0-16 0,0 0 1 0</inkml:trace>
  <inkml:trace contextRef="#ctx0" brushRef="#br0" timeOffset="154221.44">26389 9180 304 0,'0'0'0'0,"0"0"0"0,0 0 0 0,0 0 132 0,0 0 1 0,0 0-1 15,0 0 1-15,0 0-1 0,0 0 0 0,0 0 0 16,0 0 1-16,0 0-88 0,8 8 1 0,-4-4-1 16,2 4 1-16,1 1-1 0,3-3 0 0,2 0 0 15,-2 4 1-15,2 0-1 0,1 1 1 0,1-1-1 0,0-2 1 16,0 0-1-16,-4 3 0 0,3-7 0 16,-1 2 1-16,0-2-10 0,0 0 1 0,-2-2 0 0,1-2 0 15,-3 0-1-15,-2 0 1 0,0-2-1 0,-2 0 1 16,0 0-49-16,0-2 0 0,0 2 0 0,-4-6 1 15,0 4-1-15,0-7 1 0,0 3-1 0,0-4 1 16,-4-1 30-16,0-1 0 0,0-4 0 0,-2-5 1 16,0-2-1-16,0-1 0 0,-2-1 0 0,-1 0 0 0,-1-3-2 15,0 7 1-15,0-4-1 0,0 1 1 0,0 1-1 16,1 5 0-16,1 3 0 0,-2-3 1 0,0 5-6 16,2 3 0-16,-2-2 0 0,-1 1 0 0,1 3-1 15,2-4 1-15,-2 4 0 0,2-1 0 0,0 3-1 0,0 2 0 16,1 2 0-16,1 0 0 0,2 0-1 0,0 0 1 15,2-1 0-15,0 3 0 0,2 0-8 0,0 2 1 16,0 0-1-16,0-2 1 0,2 2-1 0,0 0 0 16,2 0 0-16,2-2 1 0,0 0-3 0,5 0 1 15,-1 2-1-15,2 0 1 0,0-2-1 0,3 0 0 16,-1 0 0-16,2 2 1 0,0 0-5 0,-1 0 1 16,3 0-1-16,0 0 1 0,3 0-1 0,-1 0 1 15,2 0-1-15,3-4 1 0,-3 4-2 0,5 0 1 0,1-4-1 16,3 4 1-16,-3 0-1 0,5-4 1 0,1 2-1 15,1-2 1-15,-3-1-1 0,3 1 0 0,-2 0 0 16,-1-4 0-16,-1 4 0 0,-3-2 0 0,-1 4 0 16,-3-2 0-16,-2 2-1 0,-1-3 1 0,-5 1 0 15,-2-2 0-15,-1 2 0 0,-1 2 0 0,-4 0 0 16,0-2 0-16,-2 4-1 0,-2-4 1 0,-2 4 0 16,0-4 0-16,-2 4-1 0,0 0 1 0,-2-4 0 0,-2 4 0 15,4 0 4-15,0 0-1991 0</inkml:trace>
  <inkml:trace contextRef="#ctx0" brushRef="#br0" timeOffset="154885.07">26939 8825 72 0,'0'0'0'0,"0"0"0"0,0 0 0 0,0 0 80 0,0 0 1 16,0 0 0-16,0 0 0 0,0 0-1 0,0 0 1 16,0 0-1-16,0 0 1 0,0 0-71 0,0 0 1 15,0 0-1-15,0 0 1 0,0 0-1 0,0 0 0 16,0 0 0-16,6 4 1 0,0 0-5 0,0 2 1 16,0 3-1-16,0-5 1 0,2 4-1 0,-4 0 0 15,3-2 0-15,-1 7 1 0,0-5 28 0,-2 2 0 16,0 2 0-16,0-3 1 0,-4 1-1 0,0 2 0 0,4-4 0 15,-4 3 0-15,0-11-35 0,0 0-849 0</inkml:trace>
  <inkml:trace contextRef="#ctx0" brushRef="#br0" timeOffset="155221.01">26800 9018 156 0,'0'0'0'0,"0"0"0"0,0 0 0 0,0 0 136 16,0 0 0-16,0 0 0 0,0 0 1 0,0 0-1 15,0 0 0-15,0 0 0 0,0 0 1 0,-2-8-85 0,6 8 1 16,0-2-1-16,2 2 1 0,1 0-1 15,1-2 1-15,2 2-1 0,2 0 1 0,2 0-18 0,3 0 0 16,3 0 0-16,-4 0 1 0,3 0-1 16,1 0 0-16,2 0 0 0,-3 0 0 0,1 0-20 0,0 0 1 15,-1 2 0-15,-1 0 0 0,2 0-1 0,-5 0 1 16,-1 0 0-16,-2-2 0 0,-2 2-14 0,-2 0 1 16,-2 2 0-16,3-4 0 0,-5 4-1 0,0-4 1 15</inkml:trace>
  <inkml:trace contextRef="#ctx0" brushRef="#br0" timeOffset="155985.67">26871 9153 196 0,'0'0'0'0,"0"0"0"0,0 0 0 0,0 0 153 0,0 0 0 0,0 0 0 0,0 0 1 0,0 0-1 0,0 0 0 16,0 0 0-16,0 0 1 0,0 0-118 0,-8 2 1 15,8 0 0-15,0-2 0 0,-2 2-1 0,2 3 1 16,0-3-1-16,0 2 1 0,-4 0-12 0,4 0 0 16,0 2 0-16,0-2 1 0,0 2-1 0,0 0 0 15,0 3 0-15,0-5 0 0,0 0-11 0,4 0 0 16,-4-2 0-16,2 2 0 0,0 0 0 0,0 0 0 0,0-4 0 15,0 4 0-15,1-4-14 0,1 2 0 0,0 0 0 16,0-2 1-16,-2 0-1 0,2 0 0 0,0 3 0 16,0-3 0-16,2 0 0 0,0 0 0 0,0 2 0 15,-2-2 1-15,5 0-1 0,-1 0 0 0,0 0 0 16,2 0 1-16,0 0 2 0,2 0 0 0,-1 0 0 16,-1 0 0-16,2 0 0 0,-4-2 0 0,2-1 0 15,0 1 0-15,1 0 2 0,-7 2 0 0,4-4 0 16,0 4 0-16,-2-4 0 0,0 0 0 0,0 0 0 15,0 2 0-15,0-2 2 0,-1 2 0 0,-1-2 0 0,-2 2 1 16,0 2-1-16,0-4 0 0,-2-1 0 0,0 5 1 16,0-4 1-16,0 2 1 0,0 0-1 0,0 0 1 15,0 0-1-15,0 0 1 0,-2-2-1 0,0 2 1 16,0 0-3-16,2 2 0 0,-2-4 0 0,0 4 1 16,2-4-1-16,0 4 0 0,-2 0 0 0,2 0 0 0,-3 0-3 15,3-4 0-15,0 4 0 0,0 0 0 0,0 0-1 16,0 0 1-16,0 0 0 0,0 4 0 0,0-4-1 15,0 4 0-15,0 0 0 0,0-2 0 0,3 4 0 16,-1 0 0-16,0 2 0 0,0 1 0 0,0-3 0 0,2 0 1 16,0 4 0-16,0 0 0 0,0 1-1 0,0-1 1 15,0 0 0-15,2 3 0 0,-2-5 1 0,0 2 0 16,0-2 0-16,0 0 1 0,1 1-1 0,-1-1 0 16,-2-2 0-16,0 2 1 0,0-4-2 0,0 2 1 15,-2 1-1-15,2-1 1 0,-2-2-1 0,0-4 1 16</inkml:trace>
  <inkml:trace contextRef="#ctx0" brushRef="#br0" timeOffset="160103.57">27592 9929 360 0,'0'0'0'0,"0"0"0"0,0 0 0 0,0 0 184 0,0 0 0 0,0 0 0 0,0 0 1 16,0 0-1-16,0 0 0 0,0 0 0 0,0 0 1 16,0 0-126-16,0 0 0 0,4-11 0 0,2 9 1 0,2 0-1 15,2-2 0-15,3 2 0 0,-1 0 1 0,2-2-30 16,2 0 1-16,1 4 0 0,1-4 0 0,-2 2-1 16,5 0 1-16,-5 0-1 0,2 2 1 0,1 0-26 15,-3 0 0-15</inkml:trace>
  <inkml:trace contextRef="#ctx0" brushRef="#br0" timeOffset="160401.81">27661 10084 268 0,'0'0'0'0,"0"0"0"16,0 0 0-16,0 0 135 0,0 0 1 0,0 0-1 16,0 0 1-16,0 0-1 0,0 0 0 0,0 0 0 0,0 0 1 15,8-6-75-15,-4 2 0 0,2 4 0 16,5-6 1-16,-1 2-1 0,2 0 0 0,-2 0 0 0,4 0 1 15,1 4-20-15,1-5 1 0,-2 5 0 0,3-4 0 16,-3 4-1-16,0 0 1 0,0 0-1 0,-2 0 1 16,-12 0-43-16,0 0-1637 0</inkml:trace>
  <inkml:trace contextRef="#ctx0" brushRef="#br0" timeOffset="170616.83">28433 9730 32 0,'0'0'0'0,"0"0"0"0,0 0 0 0,0 0 29 0,0 0 1 0,0 0 0 0,0 0 0 0,0-13-1 0,0 9 1 0,0-2-1 0,2 2 1 0,2-4 12 16,-4 2 1-16,2-1 0 0,2-1 0 0,0 2-1 15,0-2 1-15,0 0-1 0,0 1 1 0,0-1 16 16,0-2 1-16,0 4-1 0,0 0 1 0,0 2-1 15,-2 0 0-15,0-1 0 0,0 5 1 0,1 0 0 0,-3 5 0 16,2 3 0-16,-2-2 1 0,0 6-1 0,0 3 0 16,0 1 0-16,0 7 0 0,0 1-85 0,0 7 1 15,0 0 0-15,0 6 0 0,0 2-1 0,2 0 1 0,0 2 0 16,0-7 0-16,0 3 67 0,2-4 0 0,-2-2 0 16,2 0 0-16,2-7 0 0,-4 1 0 0,2-3 0 15,2-3 0-15,-2-5-31 0,0 1 0 0,0-1 0 16,0-8 0-16,-4-6-12 0,0 0-1323 0</inkml:trace>
  <inkml:trace contextRef="#ctx0" brushRef="#br0" timeOffset="171352.87">28833 10150 176 0,'0'0'0'0,"0"0"0"0,0 0 0 0,0 0 214 0,0 0 1 0,0 0 0 0,0 0 0 0,0 0-1 0,0 0 1 0,0 0-1 16,0 0 1-16,0 0-169 0,0 0 0 0,0 0 0 16,0 0 1-16,0 8-1 0,0-4 0 0,0-4 0 15,0 4 0-15,0-4-13 0,0 0 0 0,-2 5 0 16,0-5 0-16,0 0 0 0,2 0 0 0,-2 0 0 16,0-5 0-16,0 5-14 0,2-4 0 0,0 4 0 15,0-4 1-15,0 4-1 0,0-4 0 0,0 2 0 0,0-2 0 16,0 0-19-16,0 2 1 0,0 0-1 15,0 2 1-15,0-4-1 0,0 4 0 0,2-4 0 0,0 4 1 16,0-5-1-16,0 3 1 0,0 0-1 0,3 0 1 16,-1 2-1-16,-2 0 0 0,0 0 0 0,2 0 1 0,-4 0 5 15,0 0 0-15,0 0 0 0,0 0 1 0,0 0-1 16,0 0 0-16,0 0 0 0,0 0 0 16,0 0 1-16,0 0 0 0,0 0 0 0,12 41 1 0,-12-37-1 15,-6 1 0-15,2-1 0 0,0 0 0 0,0-2-2 0,0-2 0 16,2 0 0-16,-1 0 0 0,1 0 0 15,2-2 0-15,0 0 0 0,0 0 0 0,2-2 0 0,1-1 0 16,1 1 0-16,2 0 0 0,0-2-1 16,2 2 1-16,-4 0 0 0,2 0 0 0,0 0-1 0,0 0 1 15,-2 4-1-15,0 0 1 0,-1 0-1 0,-1 0 0 16,2 0 0-16,-4 0 1 0,0 0-4 0,0 4 0 16,0-4 0-16,0 4 1 0,0-2-1 0,0 0 0 15,0 2 0-15,0-2 1 0,0 0 1 0,0 0 1 16</inkml:trace>
  <inkml:trace contextRef="#ctx0" brushRef="#br0" timeOffset="171733.79">29147 9687 8 0,'0'0'0'0,"0"0"0"0,0 0 0 0,-4-11 244 0,4 7 1 0,-2 0-1 0,2 0 1 0,0 0-1 16,0 0 0-16,-2 0 0 0,2 0 1 0,0 1-232 15,0-1 0-15,0 0 0 0,0 0 0 0,2 2-1 16,0 2 1-16,2 0 0 0,0 6 0 0,2 2-3 0,0 3 1 16,0 1-1-16,-2 7 1 0,0 3-1 0,1 5 0 15,-3 4 0-15,0 5 1 0,0 5 2 0,-2-2 0 16,0 7 0-16,0-10 0 0,0 5-1 0,0-4 1 16,0-2 0-16,0-4 0 0,0 0-6 0,0-9 1 15,0 1 0-15,2-7 0 0,0-1-1 0,0-3 1 16</inkml:trace>
  <inkml:trace contextRef="#ctx0" brushRef="#br0" timeOffset="172184.51">29517 9713 12 0,'0'0'0'0,"0"0"0"0,0 0 0 0,0 0 232 15,0 0 0-15,0 0 0 0,0 0 1 0,0 0-1 16,0 0 0-16,0 0 0 0,0 0 0 0,-8-2-171 16,8 0 1-16,-2 2 0 0,2 0 0 0,0-2-1 15,0 0 1-15,0 0 0 0,2-2 0 0,0 0-28 16,4 0 1-16,-2-3-1 0,3 1 1 0,1 0-1 15,2 2 1-15,0 0-1 0,0-2 1 0,2 0-20 0,1 2 0 16,-1 1 0-16,0-1 1 0,0 0-1 16,0-2 0-16,-1 4 0 0,-1 0 0 0,0 0-15 0,-2 0 0 15,0 2 0-15,0 0 0 0,-4 0 0 16,5 0 0-16,-3 0 0 0,0 0 0 0,0 2-1 0,0 0 1 16,0 2-1-16,0 2 1 0,0-2-1 0,0 5 1 15,-1 1-1-15,-1 2 1 0,0 0-1 0,-2 7 1 16,0-1 0-16,0 5 0 0,0 0 0 0,0 3 0 0,0 3 0 15,0 0 0-15,0 3 0 0,-2-1 0 0,2-2 0 16,0 2 0-16,2-3 0 0,-2-3 0 0,2 2 0 16,0-3 0-16,0-1 0 0,0-5 0 0,0 3 0 15,1-3 0-15,-1-3 0 0,0 1 0 0,-2-6 0 16,0 3 0-16,-2-13 0 0,0 0-2067 0</inkml:trace>
  <inkml:trace contextRef="#ctx0" brushRef="#br0" timeOffset="172419.33">29595 10006 260 0,'0'0'0'0,"0"0"0"0,0 0 0 0,0 0 204 0,-11-6 0 0,9 4 0 0,0 0 1 0,2 2-1 16,0-2 0-16,0 2 0 0,2 0 0 0,5-4-154 15,1 4 1-15,2-4 0 0,2 4 0 0,2 0-1 16,3-4 1-16,1 2-1 0,0 2 1 0,1-2-22 16,1 0 1-16,2 2-1 0,-1-2 1 0,-1 0-1 0,2 0 0 15</inkml:trace>
  <inkml:trace contextRef="#ctx0" brushRef="#br0" timeOffset="173103.26">30360 9793 108 0,'0'0'0'0,"0"0"0"0,0 0 0 0,0 0 176 15,0 0 0-15,0-10 0 0,0 6 0 0,0-2 0 16,0 0 0-16,4-1 0 0,-4 3 0 0,0-4-143 15,0-2 0-15,-4 2 0 0,2-7 1 0,0 5-1 16,-2 0 0-16,0-3 0 0,-2 3 1 0,0 2 4 0,-1 2 1 16,-1-2 0-16,0 3 0 0,-2-3-1 0,0 4 1 15,-2 0 0-15,-1 2 0 0,-1 2-18 0,0 0 0 16,0 2 0-16,-1 2 1 0,-1 4-1 0,2-4 0 16,0 5 0-16,-1 1 1 0,1 0-26 0,2 5 1 15,0-1 0-15,1 4 0 0,3-3-1 0,2 1 1 16,0 1 0-16,4 1 0 0,0 0 9 0,2 1 1 15,0-3-1-15,2 3 1 0,2 1-1 0,0-1 0 0,0-5 0 16,2 3 1-16,3-5 4 0,1 2 0 0,4-4 0 16,-4 1 1-16,2-1-1 0,5-6 0 0,-5 0 0 15,4-2 0-15,0-2 0 0,-3 0 1 0,1-2-1 16,0-6 1-16,0 2-1 0,-1 0 1 0,1-3-1 16,-2-1 1-16,4-2 2 0,-5 2 0 0,1-3 0 15,-2 1 0-15,2 2 0 0,0-7 0 0,1 7 0 16,-1-4 0-16,-2 6-3 0,-2-1 1 0,0 1 0 15,0 2 0-15,-2 2-1 0,1 2 1 0,-3 2-1 16,0 0 1-16,-2 2-4 0,-2 4 0 0,0 2 0 0,0 0 0 16,0 7 0-16,0 1 0 0,0 3 0 0,0 3 0 15,0 1-1-15,0 1 0 0,2 3 0 0,0-4 1 16,2-1-1-16,0 3 0 0,2-3 0 0,0 1 1 16,-2-7-3-16,2 3 0 0,0-1 0 0,1-1 0 15,-1-3 0-15,0-4 0 0,0 1 0 0,0-1 0 0,-6-10-5 16,0 0-2127-16</inkml:trace>
  <inkml:trace contextRef="#ctx0" brushRef="#br0" timeOffset="174019.04">30812 9711 208 0,'0'0'0'0,"0"0"0"0,0 0 0 0,0 0 213 0,-8-4 1 15,6 2-1-15,-2 0 1 0,-1-2-1 0,3 0 1 16,0 4-1-16,0-6 1 0,0 1-170 0,2 1 0 0,0 0 0 16,0 0 0-16,2 0 0 0,2 0 0 0,3 4 0 15,-1-4 0-15,2 2-13 0,0 0 0 0,2 0 0 16,2 2 1-16,0-2-1 0,3 2 0 0,1 0 0 16,0 0 0-16,3 2-17 0,-1 0 1 0,2 0-1 15,1 4 1-15,-3-2-1 0,0 0 0 0,-1 2 0 16,1 0 1-16,0 1-15 0,-2 1 1 0,-1 0-1 15,-1 0 1-15,-2 2-1 0,0-1 0 0,-1 1 0 16,-7-2 1-16,0 2-1 0,-2 1 0 0,-2-1 0 0,-4 0 0 16,0 2 0-16,-5 1 0 0,1-3 0 0,-6 2 0 15,2-3 0-15,0 3 0 0,-3 2 0 0,1-6 1 16,4 3-1-16,-4 1 0 0,2-6 0 0,1 2 0 16,3 1 0-16,-2-5 0 0,2 2 0 0,0 0 1 0,0 0-1 15,2 2 0-15,1-4 0 0,3-2 0 0,2 1 0 16,4-1 0-16,3 0 0 0,-1 0 0 0,2 0 0 15,2 0 0-15,2-2 0 0,0 0 0 0,7 2 1 16,-1 0 1-16,4 2-1 0,3 0 1 0,1 2-1 16,-5 0 1-16,3 1-1 0,1 1 1 0,-3 0 2 0,-2 0 1 15,-1 2 0-15,-3 1 0 0,-6-1-1 0,0 4 1 16,-4-6-1-16,-2 7 1 0,-2-7-1 0,-2 4 0 16,-4-1 0-16,-2 1 1 0,-4 2-1 15,0-1 0-15,-6-3 0 0,-1 2 0 0,-7-4 0 0,-1 3 1 16,-1 1-1-16,2-4 1 0,-5 0-1 0,3 3 0 15,-1-5 0-15,3 0 1 0,1 0-1 0,7-2 0 16,-2 0 0-16,4 0 1 0,14-4-5 0,0 0-2079 16</inkml:trace>
  <inkml:trace contextRef="#ctx0" brushRef="#br0" timeOffset="180700.51">14469 11742 224 0,'0'0'0'0,"0"0"0"0,0 0 0 0,0 0 72 0,-6-4 0 0,1-1 0 0,1 1 0 0,-4 0-1 16,4 0 1-16,-2 0 0 0,0-2 0 0,0 2-10 16,2 0 1-16,-4 0-1 0,2-1 1 0,-1 1-1 15,1 2 1-15,2 0-1 0,0 0 1 0,-4 0-3 0,4 2 0 16,-4 0 0-16,4 0 0 0,-2 2-1 0,2 0 1 16,0 2 0-16,-5 0 0 0,5 5-9 0,-6 1 1 15,2 2 0-15,0 5 0 0,0 1-1 0,4 1 1 16,-4 3 0-16,1 3 0 0,3 1-68 0,0 1 0 15,4 4 0-15,4 0 0 0,-2-1 0 0,4-3 0 16,5 4 0-16,-3-9 0 0,4 3 47 0,2-2 0 0,7-1 0 16,-7-3 1-16,6-5-1 0,3 2 0 15,1-5 0-15,2-3 1 0,-3-2-15 0,1-4 1 0,3-4 0 16,1-4 0-16,1-4-1 0,-1-5 1 0,-1-1-1 16,-3-7 1-16,3-3 1 0,-7-5 1 0,-2 0 0 15,-4-4 0-15,-1 0-1 0,-5-2 1 0,-4 0 0 16,-4 1 0-16,-4 1 0 0,0-6 1 0,-6 6-1 15,-1 0 1-15,-3 4-1 0,-2 0 1 0,-2 5-1 16,-3 1 1-16,-1 5-1 0,-1 3 1 0,3 5 0 16,-2 4 0-16,1 4-1 0,1 4 1 0,2 4-1 0,-3 2 1 15,7 4-2-15,0 2 0 0,2 1 0 0,-1 1 1 16,5-6-1-16,0 7 0 0,2-5 0 0,4 2 1 16,2 0-7-16,2-1 0 0</inkml:trace>
  <inkml:trace contextRef="#ctx0" brushRef="#br0" timeOffset="181633.87">15128 12265 312 0,'0'0'0'0,"0"0"0"0,0 0 0 0,0 0 219 0,0 0 1 0,0 0 0 0,0 0 0 0,0 0-1 16,0 0 1-16,0 0-1 0,0 0 1 0,0 0-165 0,0 0 1 15,0 0-1-15,0 0 1 0,0 0-1 0,0 0 0 16,0 0 0-16,0 0 1 0,-4-6-19 0,4 1 0 16,0 3 0-16,0 0 0 0,0 0 0 0,0 0 0 15,0 0 0-15,0 2 0 0,0 0-16 0,0 0 1 16,0 0-1-16,0-2 1 0,0 2-1 0,0-2 0 16,0 0 0-16,0 2 1 0,0-2-25 0,0 2 1 0,0-4 0 15,0 4 0-15,0 0-1 0,0-4 1 0,-4 4 0 16,4 0 0-16,0 0 4 0,0 0 1 0,0 0 0 15,0-4 0-15,0 4-1 0,-4 0 1 0,4 0 0 16,0 0 0-16,0 0 7 0,-4 0 1 0,4 0 0 16,0 0 0-16,0 0-1 0,0 0 1 0,0 0 0 15,0 0 0-15,0 0 0 0,0 0 0 0,0 0 0 0,0 0 1 16,0 0-1-16,0 0 0 0,0 0 0 0,0 0 0 16,0 0-2-16,0 0 1 0,0 0-1 0,0 0 1 15,0 0-1-15,0 0 1 0,0 0-1 0,0 0 1 16,0 0-3-16,0 0 1 0,0 0 0 0,0 0 0 15,0 0-1-15,0 0 1 0,0-2-1 0,0 2 1 16,0-2-1-16,0 2 0 0,4-3 0 0,-4 3 0 0,0 0-1 16,0-2 1-16,0 0 0 0,0 2 0 0,0 0-2 15,0 0 0-15,0 0 0 0,0 2 0 0,0 0-1 16,0 1 1-16,0-3 0 0,-4 2 0 0,4 4-2 16,0-2 0-16,-4 0 0 0,4-2 0 0,0 0 0 15,-4 2 0-15,4-2 0 0,-2 0 0 0,0 0 1 0,2 0 0 16,0 0 0-16,0 3 1 0,0-5-1 0,0 0 0 15,0 0 0-15,0 0 0 0,0 0 0 0,0 0 0 16</inkml:trace>
  <inkml:trace contextRef="#ctx0" brushRef="#br0" timeOffset="183285.45">15580 11612 200 0,'0'0'0'0,"0"0"0"0,0 0 0 0,0 0 257 0,0 0 0 15,0-8 0-15,0 6 1 0,0-2-1 0,-4-2 0 0,4 2 0 16,-4-2 0-16,4 0-241 0,-4 1 1 0,4-1-1 15,-6 2 1-15,4 0-1 0,0-2 0 0,-3 2 0 16,3 2 1-16,-2 0-6 0,2 2 1 0,-2 0 0 16,4 0 0-16,-4 2-1 0,-4 2 1 0,2 4 0 15,0 0 0-15,-2 0-11 0,2 7 0 0,-3-3 0 16,5 7 0-16,-4-3 0 0,6 2 0 0,2 1 0 16,4-1 0-16,2 3 0 0,7 1 0 0,-3-3 0 15,6 1 1-15,-4 3-1 0,7-3 0 0,1 3 0 0,2 0 0 16,1-1-8-16,-3-1 0 0,0 1 0 0,-1-1 1 15,-3-1-1-15,0 3 0 0,-2-1 0 0,-5 1 1 16,-1-3 5-16,-2 1 0 0,-2-1 0 0,0 1 1 16,-8-5-1-16,0 3 1 0,-2-5-1 0,0-1 1 0,0-3-1 15,-7-2 1-15,3-4 0 0,0 0 0 0,0-4 0 16,-4-4 0-16,3-4 0 0,1 0 0 0,-2-3 9 16,2-1 1-16,0-2 0 0,4-3 0 0,-3 3-1 15,1-7 1-15,2 3 0 0,2 0 0 0,2 1 1 16,2-1 0-16,0-1 0 0,4 1 1 0,0 1-1 15,4 1 0-15,-4 2 0 0,5-1 0 0,-1 3-1 0,0-2 1 16,2 1 0-16,-2 1 0 0,0 2-1 16,2-3 1-16,-3 1-1 0,3-2 1 0,-2-1-3 0,0 3 0 15,0-4 0-15,2 3 0 0,-6-3 0 0,5 4 0 16,-5-5 0-16,0 3 0 0,-2-5-3 0,0 7 1 16,-2-8 0-16,0 1 0 0,0 1-1 0,-2 1 1 15,-2 3-1-15,2-5 1 0,-7 3-2 0,5 0 1 0,-4 1 0 16,0 3 0-16,0 6-1 0,-2-2 1 0,2 1 0 15,-2 1 0-15,-1 2-4 0,1 2 0 0,2 2 0 16,-4 0 1-16,4 2-1 0,2 0 0 0,-3 0 0 16,1 2 1-16,2 1 0 0,0 3 0 0</inkml:trace>
  <inkml:trace contextRef="#ctx0" brushRef="#br0" timeOffset="184120.51">16129 11567 292 0,'0'0'0'0,"0"0"0"0,0 0 0 0,0 0 203 0,-8-6 0 0,8 2 0 0,-4 4 0 0,4-4 0 15,0 2 0-15,0 0 0 0,0 0 0 0,0 0-158 16,0 2 1-16,0 0-1 0,0-2 1 0,6 2-1 15,0 0 0-15,3-2 0 0,1 0 1 0,2 0-18 0,0-1 1 16,6 3 0-16,-5-4 0 0,5 4-1 0,-2-4 1 16,3 2-1-16,-3 0 1 0,0 2-23 0,2 0 1 15,-5 0-1-15,1 0 1 0,-2 0-1 0,0 0 1 16,1 2-1-16,1 0 1 0,-4 2-1 0,0-4 0 16,0 4 0-16,3-4 0 0,-7 5 0 0,2-1 0 15,-2 2 0-15,0 2 0 0,2 0-6 0,-4 0 0 16,0 7 0-16,0-5 1 0,-2 4-1 0,2 3 0 0,1 3 0 15,-3 1 1-15,0 1-1 0,2 3 1 0,-4 2 0 16,0 3 0-16,0-1-1 0,0 4 1 0,0-2-1 16,-6 4 1-16,2 0 4 0,-1-1 0 0,1-1 0 15,2 2 0-15,0-4 0 0,2 2 0 0,0-5 0 16,0 1 0-16,0-2 3 0,0-5 0 0,0-3 0 16,0-3 1-16,4-1-1 0,0-3 0 0,1 2 0 15,1-6 1-15,-2 1 0 0,0-3 1 0,0-2 0 16,4 0 0-16,-6-4-1 0,2 4 1 0,0-4-1 15,0 0 1-15,-4 0-10 0,0 0-2099 0</inkml:trace>
  <inkml:trace contextRef="#ctx0" brushRef="#br0" timeOffset="184484.28">16168 11941 24 0,'0'0'0'0,"0"0"0"0,0 0 0 0,0 0 226 0,0 0 0 0,-8-4 0 0,8-1 1 0,-4 3-1 0,4 0 0 16,0 2 0-16,0-2 1 0,0 2-196 0,0 0 1 0,0-2-1 15,0 2 1-15,0 0-1 0,4 0 1 0,0 0-1 16,2-2 1-16,0 2-11 0,4 0 1 0,-1 0-1 16,-1 0 1-16,4 0-1 0,2-2 1 0,-4 2-1 15,3-2 1-15,-1 0-19 0,2 0 1 0,-2 2-1 16,0-4 1-16,1 4-1 0,-1 0 1 0,-2 0-1 16,2-4 1-16,-2 2 2 0,1 2 0 0,-1-2 0 15,-2 0 1-15,-4 0-1 0,2-1 0 0,0 1 0 16,0 2 0-16,-6 0-6 0,0 0-1752 0</inkml:trace>
  <inkml:trace contextRef="#ctx0" brushRef="#br0" timeOffset="186070.57">16986 11565 148 0,'0'0'0'0,"0"0"0"0,0 0 0 0,-8-4 193 0,2 0 0 0,2 0 0 0,-4 0 0 16,-4 0 0-16,3 0 0 0,-1 0 0 0,2 1 0 0,-2-1-167 15,4 0 0-15,0 0 0 0,2 0 1 0,0 0-1 16,0 2 0-16,4-2 0 0,0 0 1 0,0 0-10 16,4 0 1-16,0 1-1 0,2 1 1 0,4-2-1 15,4 0 0-15,-2 2 0 0,7 0 1 0,-5 2-11 0,4 0 1 16,1 0 0-16,1 2 0 0,0 2-1 0,1 0 1 16,-3 3-1-16,-2 1 1 0,1 2 0 0,-7-2 1 15,-2 4-1-15,-2 1 1 0,0 1-1 0,-2 3 1 16,-4 1-1-16,-4-6 1 0,-2 7-8 0,0-1 1 15,-2-1-1-15,-2 1 1 0,-3-4-1 0,1 3 0 16,-2-3 0-16,0 3 1 0,1-7-1 0,5 2 1 16,0-6-1-16,0 1 1 0,2-3-1 0,4 0 1 0,0-2-1 15,2 2 1-15,4-4 15 0,2 4 0 0,2-4 0 16,0 0 0-16,2 4 0 0,7-2 0 16,-5 2 0-16,4 2 0 0,3 1-5 0,-3 1 0 0,2-4 0 15,0 4 1-15,3 2-1 0,-1-1 0 0,-2 1 0 16,1 2 1-16,-3-2-3 0,-4 3 0 0,1 1 0 15,-5 0 1-15,-2 1-1 0,-2-1 0 0,-4 2 0 16,-4 3 0-16,-4-5-1 0,-3 3 1 0,-1-1 0 16,0-2 0-16,-4 3-1 0,-3-3 1 0,1-1-1 0,-2-3 1 15,-3-2-3-15,3-6 0 0,2 0 0 0,-3-2 0 16,1-2 0-16,2-4 0 0,-1 0 0 0,7 0 0 16,12 6-7-16,0 0-1981 0</inkml:trace>
  <inkml:trace contextRef="#ctx0" brushRef="#br0" timeOffset="186554.48">17621 11602 144 0,'0'0'0'0,"0"0"0"0,0 0 0 0,0 0 217 0,0 0 0 0,0-6 0 0,0 2 0 0,0 0 0 0,0 0 0 0,0 0 0 16,4 0 0-16,2-3-174 0,1 3 0 0,3-4 0 16,2 2 0-16,-2 0 0 0,6 2 0 0,1 0 0 0,1-3 0 15,4 3-19-15,3 0 1 0,-1-2 0 0,5 4 0 16,3-2-1-16,-1 2 1 0,3 2 0 0,-5 0 0 16,1 0-38-16,1 0 1 0,-5 6 0 0,-3-2 0 15,1 8-1-15,-7-1 1 0,1 9 0 0,-6-1 0 16,0 3 31-16,-2 3 0 0,-1 6 0 0,-5 1 1 15,0 5-1-15,-2 4 0 0,0-6 0 0,0 6 1 16,-2-2-46-16,0-2 1 0,0-2 0 0,0 0 0 0,0 0 0 16,2-9 0-16,0 5 0 0,0-6 0 0,0-3 21 15,2-3 0-15,0-5 0 0,0-2 1 0,-4-12 3 16,0 0-1697-16</inkml:trace>
  <inkml:trace contextRef="#ctx0" brushRef="#br0" timeOffset="186784.2">17695 11910 412 0,'0'0'0'0,"0"0"0"16,0 0 0-16,0 0 138 0,0 0 0 0,0 0 0 15,0 0 0-15,0 0 0 0,0 0 0 0,8-10 0 16,2 5 0-16,6 1-84 0,0 0 0 0,11-4 0 15,-3 0 0-15,11 2-1 0,6-2 1 0,1-1 0 16,1 3 0-16,4 0-29 0,-4 2 1 0,-5-2-1 16,1 2 1-16,14-3-26 0,-53 7-1537 0</inkml:trace>
  <inkml:trace contextRef="#ctx0" brushRef="#br0" timeOffset="-203980.31">5218 14262 24 0,'0'0'0'0,"0"0"0"0,0 0 0 0,0 0 45 0,0 0 1 16,0-8-1-16,0 4 1 0,0 2-1 0,0-2 0 16,4-4 0-16,-4 2 1 0,0-3 8 0,5 1 1 15,-5 4-1-15,4-4 1 0,-4 2-1 0,2 4 1 0,0 2-1 16,0 2 1-16,2 4 17 0,0 2 0 0,0 4 0 16,4 3 1-16,-4 3-1 0,0 9 0 0,2 8 0 15,2 8 1-15,1 4-18 0,3 6 1 0,-4 3-1 16,2 5 1-16,2-3-1 0,-4-1 1 0,3 0-1 15,-3-3 1-15,0-3-72 0,0-4 1 0,0-4-1 16,-2-4 1-16,2-2-1 0,-3-8 1 0</inkml:trace>
  <inkml:trace contextRef="#ctx0" brushRef="#br0" timeOffset="-203543.99">5214 14375 232 0,'0'0'0'15,"0"0"0"-15,0 0 0 0,0 0 176 0,0 0 1 16,0 10 0-16,0-8 0 0,0 5-1 0,0 1 1 16,0 2-1-16,0 2 1 0,4 1-107 0,0 3 1 0,5 5 0 15,1-5 0-15,2 2-1 0,4-1 1 0,3 1-1 16,-3 1 1-16,6-5-33 0,3-2 0 0,1-1 0 16,1-7 0-16,3 2 0 0,-1-4 0 0,1-2 0 15,1-4 0-15,-1-2-18 0,-3 2 1 0,1-5-1 16,-1-5 1-16,-5 2-1 0,-2-5 1 0,-1-1-1 15,-3 2 1-15,-4-7-20 0,-2 0 0 0,-2 1 0 16,-3-5 1-16,-5-4-1 0,-5 1 0 0,-3-5 0 16,-2 0 1-16,-2 2-1 0,-4 2 1 0,-3 3-1 15,-3 3 1-15,-2 9-1 0,-3-3 1 0,1 7-1 16,-3 6 1-16,3 2 8 0,-1 4 1 0,3 6-1 0,-3 2 1 16,5 2-1-16,2 7 1 0</inkml:trace>
  <inkml:trace contextRef="#ctx0" brushRef="#br0" timeOffset="-203213.68">5813 13846 236 0,'0'0'0'0,"0"0"0"0,0 0 0 0,0 0 211 0,0 0 1 0,0 0-1 16,0 10 1-16,0-2-1 0,0-3 0 0,2 3 0 15,0 2 1-15,2 0-159 0,4 7 0 0,-4 1 0 16,4 3 1-16,-4 1-1 0,2 1 0 0,3 3 0 16,-5 5 1-16,4-2-24 0,-4 2 0 0</inkml:trace>
  <inkml:trace contextRef="#ctx0" brushRef="#br0" timeOffset="-202930.53">5674 14041 172 0,'0'0'0'0,"0"0"0"0,0 0 0 0,0 0 143 0,0 0 0 15,4-10 0-15,0 3 0 0,1 3 0 16,3-2 0-16,-4 2 0 0,6-4 0 0,-2 2-114 0,0 0 1 15,4-1-1-15,3 3 1 0,-3 0-1 0,0-2 0 16,6 0 0-16,-1 0 1 0,-3 2-15 0,2 0 0 16,-2-3 0-16,3 1 0 0,-5 2-1 0,2 0 1 15,-2 0 0-15,1 2 0 0,-5-2-10 0,2 0 0 16,-6 0 0-16,4-1 0 0,-8 5-5 0,0 0-1268 0</inkml:trace>
  <inkml:trace contextRef="#ctx0" brushRef="#br0" timeOffset="-202697.43">6039 13776 188 0,'0'0'0'0,"0"0"0"0,0 0 0 16,0 0 104-16,-9 2 0 0,5 2 0 0,0 3 1 15,0-1-1-15,-4 2 0 0,0 0 0 0,2 4 1 16,-6 3-72-16,-1 1 0 0,3 3 0 0,-2 1 1 0,0 5-1 16,-2-3 0-16,1 3 0 0,1-2 1 0,-2 1-26 15,2 1 0-15</inkml:trace>
  <inkml:trace contextRef="#ctx0" brushRef="#br0" timeOffset="-202480.03">5737 13663 364 0,'0'0'0'16,"0"0"0"-16,0 0 0 0,0 0 64 0,0 0 1 16,0 0-1-16,0 0 1 0,11 15-1 0,-7-3 1 15,0 2-1-15,4 3 1 0,2 8-18 0,2 1 0 0,5 9 0 16,-3 0 1-16,6 6-1 0,-4 0 0 0,7 2 0 15,-1-4 1-15,3 0-17 0,-3-4 0 0</inkml:trace>
  <inkml:trace contextRef="#ctx0" brushRef="#br0" timeOffset="-201479.61">5872 13633 296 0,'0'0'0'0,"0"0"0"0,0 0 0 0,0 0 118 0,0 0 1 0,12 2 0 0,-12 4 0 0,6 2-1 16,2 4 1-16,-4 3 0 0,4 3 0 0,-4 3-82 15,5 1 1-15,-3 7 0 0,2 4 0 0,0 2-1 16,0 2 1-16,0-3 0 0,-2 5 0 0,3-2-3 15,-5-2 0-15,4 0 0 0,-4-4 0 0,0 0 0 16,0-3 0-16</inkml:trace>
  <inkml:trace contextRef="#ctx0" brushRef="#br0" timeOffset="-201228.32">5623 14002 436 0,'0'0'0'0,"0"0"0"16,0 0 0-16,0 0 108 0,0 0 1 0,0 0 0 15,0 0 0-15,4-8-1 0,5 8 1 0,-1-2-1 16,4 2 1-16,6 0-60 0,3 0 1 0,1 2 0 0,9 0 0 15,-3 0-1-15,9 0 1 0,1 4-1 0,3-6 1 16,4 4-18-16,-2-4 0 0</inkml:trace>
  <inkml:trace contextRef="#ctx0" brushRef="#br0" timeOffset="-200775.91">5945 13739 132 0,'0'0'0'0,"0"0"0"0,0 0 0 0,0 0 127 0,-8 7 1 0,0-5-1 0,2 4 1 15,2 0-1-15,-5 6 0 0,1 0 0 0,0 7 1 0,-2-3-89 16,2 7 1-16,0 4 0 0,-7 1 0 0,3 3-1 16,4 4 1-16</inkml:trace>
  <inkml:trace contextRef="#ctx0" brushRef="#br0" timeOffset="-200563.97">5660 13688 488 0,'0'0'0'15,"0"0"0"-15,0 0 0 0,-4 6 103 0,0-2 1 0,4 0-1 16,0 3 1-16,4 3-1 0,0-4 1 0,6 6-1 16,-2 1 1-16,9 1-69 0,1 4 1 0,4 3-1 15,7-1 1-15,1 5-1 0,9 0 0 0,-4-3 0 16,3 5 1-16,27 8-36 0,-65-35-1200 0</inkml:trace>
  <inkml:trace contextRef="#ctx0" brushRef="#br0" timeOffset="-191594.9">6495 14576 412 0,'0'0'0'0,"0"0"0"0,0 0 0 0,0 0 116 0,0 0 0 0,0 0 0 0,-9 2 0 16,9-2-1-16,0 0 1 0,-4 0 0 0,4 0 0 15,0 0-33-15,0 0 0 0,4 0 0 16,0 0 0-16,1-2 0 0,3 0 0 0,2 0 0 0,2 2 0 15,0-2-15-15,2 2 0 0,7 0 0 0,-3 0 0 16,3 2-1-16,1 0 1 0,2 2 0 0,-1 0 0 0,19 2-68 16,-42-6-1910-16</inkml:trace>
  <inkml:trace contextRef="#ctx0" brushRef="#br0" timeOffset="-191078.78">6521 14792 168 0,'0'0'0'0,"0"0"0"0,0 0 0 0,-8 0 202 0,2 0 1 0,2 0-1 0,0 0 1 0,0 0-1 16,4 0 0-16,-5 0 0 0,5 4 1 0,0-4-141 15,5 0 1-15,-1 0-1 0,0 0 1 0,6 2-1 16,2 0 1-16,0-2-1 0,2 0 1 0,7 0-14 0,1 0 1 16,3 0 0-16,5 2 0 0,1-2-1 0,-5 0 1 15</inkml:trace>
  <inkml:trace contextRef="#ctx0" brushRef="#br0" timeOffset="-187248.44">7213 14162 316 0,'0'0'0'0,"0"0"0"0,0 0 0 0,-8-2 78 0,4 0 0 0,-2 2 0 16,2 0 0-16,-5-2-1 0,5 2 1 0,-4 0 0 15,2 0 0-15,0 0-2 0,0 0 1 0,2 2 0 16,-4 0 0-16,4-2-1 0,0 4 1 0,-3 2-1 15,5 0 1-15,-2 2-16 0,2 3 1 0,2 3 0 16,0-4 0-16,0 5-1 0,2 1 1 0,0 5 0 16,0-1 0-16,2 5-16 0,1-1 1 0,3 5-1 0,-4 2 1 15,8-2-1-15,-4 1 1 0,6 1-1 0,-1-2 1 16,1-3-57-16,2-1 0 0,0-2 0 0,3-9 0 16,1 2 0-16,2-1 0 0,-3-3 0 0,1-6 0 15,-2 0 34-15,3-4 0 0,-3-2 0 0,2 0 1 16,-3-4-1-16,1-2 0 0,-2-2 0 0,-1-2 1 15,-3-3-15-15,0 1 1 0,2-2 0 0,-6-5 0 0,1 3-1 16,-1-7 1-16,-4 1 0 0,-2-1 0 0,-2-6 2 16,-4-3 1-16,2-1-1 0,-6-4 1 0,-1 2-1 15,-3-4 1-15,-2 2-1 0,-2 2 1 0,-1 2 0 16,3 5 0-16,-6 1 0 0,1 2 0 0,-1 5-1 0,2 8 1 16,-3 3 0-16,3 3 0 0,-4 6-2 0,1 2 1 15,-1 7 0-15,-2-5 0 0,1 2-1 16,3 2 1-16,1 0-1 0,-1-2 1 0,20-6-13 0,0 0-2204 0</inkml:trace>
  <inkml:trace contextRef="#ctx0" brushRef="#br0" timeOffset="-186546.98">7895 14728 212 0,'0'0'0'0,"0"0"0"0,0 0 0 0,0 0 193 0,0 0 1 0,0 0 0 0,-8 0 0 0,8 0-1 0,-4 0 1 16,4 0 0-16,-5-2 0 0,1 2-179 0,4-2 0 16,-4 2 0-16,4 0 0 0,0 0 0 0,-4 0 0 0,4 0 0 15,-4 0 0-15,4 0-2 0,0 0 0 0,0 0 0 16,0 0 0-16,0 0-1 0,0 0 1 0,0 0 0 16,0 0 0-16,0 0-9 0,0 0 0 0,0 2 0 15,0-2 1-15,0 0-1 0,0 0 0 0,0 0 0 16,0 0 1-16,0 0-6 0,0 0 0 0,0 0 0 15,0 0 1-15,0 0-1 0,4-2 1 0,-4 0-1 16,4 2 1-16,-4-2-5 0,0 2 0 0,4 0 0 16,0 0 0-16,-4 0 0 0,5 0 0 0,-5 2 0 0,4-2 1 15,-4 0 3-15,0 0 0 0,0 0 0 0,0 0 1 16,0 0-1-16,0 0 0 0,0 0 0 0,0 0 1 16,0 0-1-16,0 0 1 0,0 0 0 0,0 0 0 15,0 0-1-15,0 0 1 0,0 0 0 0,0 0 0 16,0 0 5-16,0 0 1 0,0 0-1 0,0 0 1 15,0 0-1-15,0 0 1 0,0 0-1 0,0 0 1 16,0 0 7-16,0 0 0 0,0 0 0 0,0 0 0 0,0 0 0 16,0 0 0-16,0 0 0 0,0 0 0 0,0 0 2 15,0 0 0-15,0 0 0 0,0 0 1 0,0 0-1 16,0 0 0-16,0 0 0 0,0 0 1 0,0 0-1 0,0 0 0 16</inkml:trace>
  <inkml:trace contextRef="#ctx0" brushRef="#br0" timeOffset="-185793.01">8119 14172 344 0,'0'0'0'0,"0"0"0"0,0 0 0 0,0 0 204 0,0 0 0 0,0 0 0 0,0 0 0 0,0 0-1 0,-9 0 1 16,9 0 0-16,-4 2 0 0,4 2-165 0,-4 0 1 15,0 3 0-15,0-1 0 0,4 2-1 0,-4 2 1 16,2 0-1-16,0 1 1 0,0 1-12 0,0-2 0 16,2 5 0-16,0-3 0 0,-2 6 0 0,2-3 0 0,0 1 0 15,0-2 0-15,0 3-8 16,0-1 1-16,0 1 0 0,2-1 0 0,-2-4-1 0,0 1 1 0,2-1 0 16,-2-2 0-16,2 1-22 0,0-3 1 0,0-2-1 15,2 0 1-15,0 0-1 0,0 2 1 0,0-4 0 16,0 1 0-16,5 1 0 0,-5 0 1 0,2 0-1 15,2-4 1-15,0 2-1 0,4-2 1 0,-4 0-1 16,7-2 1-16,-3 0 8 0,0-2 1 0,6 0-1 16,-3-2 1-16,1-2-1 0,0 0 0 0,-2-2 0 15,3-1 1-15,-3-1-1 0,2-2 0 0,-3 0 0 16,-3-1 1-16,2-1-1 0,-4-3 0 0,0 3 0 16,0-2 0-16,-2-1-1 0,-1-1 1 0,3 1 0 0,-4 3 0 15,0 0-1-15,0 1 1 0,-4 1 0 0,4 4 0 16,-4 2 2-16,0 0 1 0,0 1 0 0,0 5 0 15,0 0-1-15,0 0 1 0,0 0 0 0,0 7 0 16,0 3-8-16,-4 4 1 0,4 3 0 0,0 3 0 0,0 5-1 16,0 8 1-16,0 1 0 0,0 5 0 0,4 2-3 15,0 0 0-15,0 5 0 0,2-9 0 0,2-1 0 16,-4-3 0-16,5-2 0 0,-1-2 0 0,2-7 0 16,-2-1 1-16</inkml:trace>
  <inkml:trace contextRef="#ctx0" brushRef="#br0" timeOffset="-178677.62">8902 14240 108 0,'0'0'0'0,"0"0"0"0,0 0 0 0,0 0 237 0,-10 0 1 0,6 0 0 0,0 0 0 0,0 0-1 15,-4 0 1-15,4 0 0 0,-5 0 0 0,3 0-189 16,2 0 1-16,0 0-1 0,0 0 1 0,0 0-1 16,0 0 0-16,4 0 0 0,-4 0 1 0,4-4-51 15,0 2 1-15,0 0 0 0,0 0 0 0,0 0-1 16,0-1 1-16,4-1 0 0,-4 2 0 0,4-2-7 0,0 2 1 15,0-2-1-15,0-2 1 0,-2 2-1 0,4 0 1 16,1 0 0-16,1-1 0 0,-4 3 13 0,4 0 0 16,-4 2 0-16,2 0 1 0,2-4-1 0,-4 4 0 15,4 0 0-15,-4 0 1 0,5 0-26 0,-7 0 1 16,4 0-1-16,0 4 1 0,2-4-1 0,-4 2 1 16,4 3 0-16,-4-1 0 0,2 2 13 0,3 4 0 15,-5-2 0-15,4 5 0 0,-4 1 0 0,0 2 0 16,0 3 0-16,2 3 1 0,-2 5 1 0,4 0 1 15,-4 3-1-15,5 1 1 0,-5 0-1 0,2 0 1 0,0-1 0 16,0-1 0-16,-2 0-1 0,4-2 1 0,-4-5-1 16,4 1 1-16,-4-5-1 0,2 3 1 0,3-9-1 15,-5 2 1-15,0-1 6 0,0-3 1 0,-4-2 0 16,4-2 0-16,-4 0-1 0,0 1 1 0</inkml:trace>
  <inkml:trace contextRef="#ctx0" brushRef="#br0" timeOffset="-178463.13">8807 14533 256 0,'0'0'0'0,"0"0"0"0,0 0 0 0,0 0 176 0,-9-10 1 0,5 8 0 0,4 0 0 0,0 0-1 16,0 0 1-16,0 0-1 0,4-3 1 0,5 1-121 15,-5 0 1-15,4 0-1 0,6 0 1 0,-2 0-1 0,2 0 1 16,7 0-1-16,-3 0 1 0,7 2-21 0,-3-2 1 16,0 1 0-16,3 1 0 0,22 2-37 0,-47 0-1701 0</inkml:trace>
  <inkml:trace contextRef="#ctx0" brushRef="#br0" timeOffset="-177564.62">9765 14182 172 0,'0'0'0'0,"0"0"0"0,0 0 0 0,0 0 182 0,0 0 1 0,0 0 0 16,0 0 0-16,0 0-1 0,0 0 1 0,0 0-1 16,0 0 1-16,-8-6-160 0,4 6 0 0,4-2 0 15,-4 0 1-15,4 2-1 0,-6-2 0 0,2 2 0 16,0-2 1-16,0 2-1 0,-5-2 1 0,5 0-1 16,0 0 1-16,-6 0-1 0,2 2 0 0,0-2 0 15,-4 0 1-15,-1 2-13 0,3-4 0 0,-2 4 0 16,-4 0 1-16,1 0-1 0,-3 0 0 0,6 0 0 15,-4 0 1-15,-5 4-14 0,7-2 0 0,-6 2 0 16,1 2 1-16,3 2-1 0,2 2 1 0,-2 1-1 0,-1 1 1 16,3 0 1-16,2 1 0 0,2-1 0 0,2-2 0 15,3 5 0-15,-3-5 0 0,4 2 0 0,4 0 0 16,0 3 0-16,0-1 0 0,4-2 0 0,0 5 0 0,5-3 0 16,-1 3 0-16,6-3 0 0,-2-2 0 0,0-1 13 15,7 1 0-15,-7-4 0 0,6-2 1 0,3 0-1 16,-3-2 0-16,2-4 0 0,3-2 0 0,-3-2 10 15,-2-2 1-15,3-2-1 0,-3-2 1 0,-2-3-1 16,3 5 1-16,-3-6-1 0,0-1 1 0,-2-1-3 0,-1 0 0 16,-3-1 0-16,2 7 0 0,-4-6 0 0,0 1 0 15,-4 1 0-15,2 2 0 0,-2-5-6 0,1 7 1 16,-5-4 0-16,0-1 0 0,0 3-1 0,0 0 1 16,0 3 0-16,0-3 0 0,0 6-5 0,-5 2 1 15,3 2-1-15,2 2 1 0,-2 2-1 0,0 4 0 16,0 6 0-16,2 3 1 0,0 5-7 0,0 1 0 15,0 3 0-15,2 7 0 0,0 4 0 0,2 0 0 16,5 2 0-16,-1-2 0 0,0 1-2 0,-2 1 0 0,2-8 0 16,0 2 1-16,0-2-1 0,1-9 0 0,-3 1 0 15,2-3 1-15,0-4-3 0,-4-1 0 0</inkml:trace>
  <inkml:trace contextRef="#ctx0" brushRef="#br0" timeOffset="-171912.87">14501 14344 144 0,'0'0'0'0,"0"0"0"0,0 0 0 0,0 0 62 0,0 0 1 0,0-8 0 0,-4 6 0 16,4-2-1-16,0 2 1 0,-4-4-1 0,4 2 1 16,0-2 4-16,0 1 1 0,0 1-1 0,0 2 1 0,0-2-1 15,0-2 0-15,0 2 0 0,0 2 1 0,0 2-6 16,0 0 0-16,0 0 0 0,0 2 0 0,0 2 0 15,0 6 0-15,0 1 0 0,0 5 0 0,4 0-12 16,-4 9 1-16,4 8 0 0,-4 2 0 0,0 8-1 16,4 4 1-16,-2 2 0 0,2 0 0 0,-2 3-65 15,0-5 0-15,3 0 0 0,-3-4 1 0,0 2-1 16,2-4 0-16,0 0 0 0,-4-8 1 0,0 2 43 0,0-4 0 16,0-5 0-16,-4 1 1 0,4-6-1 0,0-5 0 15</inkml:trace>
  <inkml:trace contextRef="#ctx0" brushRef="#br0" timeOffset="-171331.54">14463 14346 172 0,'0'0'0'0,"0"0"0"0,0 0 0 0,-5-8 202 0,5 6 0 0,0-2 0 0,0 0 0 0,0-4-1 0,0 2 1 16,0-1 0-16,0 1 0 0,0-4-146 0,0 2 1 16,5 0 0-16,-1-1 0 0,2 1-1 0,2-2 1 15,0 2-1-15,4-2 1 0,2-1-28 0,7 1 1 16,-3 0-1-16,7 0 1 0,1-1-1 0,0 1 0 15,7 2 0-15,4 4 1 0,-1 0-17 0,3 4 1 16,0 4-1-16,-1 0 1 0,-3 6-1 0,4 6 1 16,-5 3-1-16,1 4 1 0,-5-1-15 0,-1 7 0 0,-3 2 0 15,-3-1 1-15,-3 5-1 0,-6 2 0 0,-2-6 0 16,1 2 1-16,-9 2 2 0,0-5 0 0,-4 3 0 16,-4-4 1-16,0 2-1 0,-9-3 0 0,3-1 0 15,-4-4 1-15,-4-1-3 0,-3-1 1 0,-3-3-1 16,0-8 1-16,-5 3-1 0,1-9 0 0,-1-4 0 15,-1-4 1-15,-1-5 1 0,2-1 0 0,3-2 0 0,-5-5 0 16,5 3-1-16,2-6 1 0,1 1 0 16,3 3 0-16,20 16-2 0,0 0-1960 0</inkml:trace>
  <inkml:trace contextRef="#ctx0" brushRef="#br0" timeOffset="-170830.53">15360 13953 332 0,'0'0'0'0,"0"0"0"0,0 0 0 0,0 0 167 0,0 0 0 0,0 0 0 0,0 0 1 16,0 0-1-16,8 10 0 0,-6-4 0 0,2 4 0 0,0 1-123 15,0 5 1-15,1 2 0 0,-5 5 0 0,4 2-1 16,-4-3 1-16,2 9 0 0,-2-4 0 0,0-3-21 16,2 3 0-16,0 0 0 0,0-7 0 0,-2-20-24 0,0 0-1593 15</inkml:trace>
  <inkml:trace contextRef="#ctx0" brushRef="#br0" timeOffset="-170597.27">15236 14053 272 0,'0'0'0'0,"0"0"0"15,0 0 0-15,-8 2 149 0,4-2 1 0,0 2-1 16,0-2 1-16,0 2-1 0,1 2 1 0,1-4-1 16,0 0 1-16,0 0-114 0,2 0 1 0,0 0-1 15,2 0 1-15,2 0-1 0,3 0 1 0,1-4-1 16,0 2 1-16,4 0-1 0,2 0 0 0,-1-2 0 15,1 0 0-15,6 0 0 0,-4 0 0 0,3-2 0 16,-3-1 0-16,2 3-27 0,-1-2 0 0</inkml:trace>
  <inkml:trace contextRef="#ctx0" brushRef="#br0" timeOffset="-170396.88">15564 13891 156 0,'0'0'0'0,"0"0"0"0,0 0 0 15,0 0 136-15,0 0 0 0,0 0 0 0,0 0 1 0,0 0-1 16,-9 4 0-16,7-4 0 0,0 4 1 0,-2 0-88 16,-2 3 1-16,2 1-1 0,-4 0 1 0,-2 4-1 15,-2 3 1-15,-1-1-1 0,1 2 1 0,-2 3-13 16,-2 1 1-16,-3 1-1 0,3 4 1 0,0-9-1 0,-3 4 1 16,3 1-1-16,2-5 1 0,-2 1-17 0,-1-5 1 15,7 2 0-15,-2-1 0 0,12-13-22 0,0 0-1522 16</inkml:trace>
  <inkml:trace contextRef="#ctx0" brushRef="#br0" timeOffset="-170214.62">15185 13979 196 0,'0'0'0'0,"0"0"0"16,0 0 0-16,0 0 168 0,0 0 0 0,4-10 0 16,0 8 0-16,0-2 0 0,2 2 0 0,0 2 0 15,1 0 0-15,1 0-112 0,4 2 0 0,-2 2 0 16,2 4 0-16,1 0-1 0,-1 3 1 0,2 1 0 15,2 2 0-15,1 3-12 0,-3 1 0 0,0-1 0 16,2 1 0-16,-3 1-1 0,-1-1 1 0,-2-2 0 16,2 1 0-16,-4-3-29 0,-2 3 1 0</inkml:trace>
  <inkml:trace contextRef="#ctx0" brushRef="#br0" timeOffset="-169930.75">15417 13875 308 0,'0'0'0'0,"0"0"0"0,0 0 0 0,0 0 146 0,0 12 1 16,-4-6 0-16,4 2 0 0,-4 5-1 0,4 5 1 16,0 3-1-16,-4 5 1 0,0 1-86 0,-2 12 1 15,2 2 0-15,-5 8 0 0,5 0-1 0,-4 7 1 16,2-9 0-16,0 2 0 0,2 5-62 0,4-54-1482 0</inkml:trace>
  <inkml:trace contextRef="#ctx0" brushRef="#br0" timeOffset="-169648.12">15214 14135 528 0,'0'0'0'0,"0"0"0"0,0 0 0 0,0 0 151 0,0 0 1 15,14 0-1-15,-10 0 1 0,4 0-1 16,2 0 0-16,2 2 0 0,3-2 1 0,-1 0-98 0,4 2 0 16,3-2 0-16,1 2 0 0,0-2 0 0,3 2 0 15</inkml:trace>
  <inkml:trace contextRef="#ctx0" brushRef="#br0" timeOffset="-166648.25">16060 14416 536 0,'0'0'0'0,"0"0"0"0,0 0 0 0,0 0 162 0,0 0 0 0,6 8 0 0,-2-6 1 15,5 3-1-15,1-1 0 0,2 0 0 0,4 0 1 16,0 0-92-16,3 0 0 0,3 0 0 0,3 0 1 0,-3 0-1 16,4-2 0-16,3 0 0 0,1 1 0 0,27 1-71 15,-57-4-1803-15</inkml:trace>
  <inkml:trace contextRef="#ctx0" brushRef="#br0" timeOffset="-166329.34">16095 14658 616 0,'0'0'0'0,"0"0"0"16,0 0 0-16,0 0 164 0,0 0 0 0,0 0 0 15,0 0 0-15,14 0-1 0,-10 0 1 0,4 2 0 16,2 0 0-16,7-2-99 0,-3 2 0 0,4-2 0 15,5 0 0-15,-1 0 0 0,2 0 0 0,3 2 0 0,-1-2 0 16,-1 2-24-16,1 1 1 0,5-1 0 0,-7 2 0 16,21-2-42-16,-45-2-1961 0</inkml:trace>
  <inkml:trace contextRef="#ctx0" brushRef="#br0" timeOffset="-152264.88">17346 14068 68 0,'0'0'0'0,"0"0"0"0,0 0 0 0,0 0 95 0,0 0 1 0,-10 0 0 16,6 0 0-16,-2 0-1 0,2 0 1 0,0 0 0 15,2 0 0-15,-2 0 4 0,4 0 0 0,-4 0 0 16,4 0 1-16,0 0-1 0,0 0 0 0,0 0 0 16,4 0 1-16,2 0-43 0,2 2 0 0,4 0 0 0,5-2 1 15,-3 2-1-15,6-2 0 0,-1 2 0 16,5-2 0-16,2 0-11 0,1 0 1 0,3-2 0 0,3 0 0 16,2 0-1-16,-1-5 1 0,1-1 0 0,-5 0 0 15,3 0-58-15,-3-2 1 0,1-1 0 0,-5 3 0 16,-1-6-1-16,1 1 1 0,-5 5 0 0,-3-6 0 15,-2 2 32-15,-2-1 1 0,-3 1 0 0,-1 0 0 16,-4-1-1-16,-2 5 1 0,0-6 0 0,-4 1 0 0,0 1-18 16,-6 0 1-16,0 2-1 0,0-3 1 0,-2 3-1 15,-1 2 0-15,-3-2 0 0,-2 1 1 0,2 5-1 16,-7-4 1-16,3 4 0 0,-4 0 0 0,2 2-1 16,-3 2 1-16,3 0-1 0,-9 0 1 0,3 2-4 0,2 2 0 15,-7 0 0-15,7 4 1 0,-9-4-1 0,5 5 0 16,-1 1 0-16,3-2 0 0,-3 4-1 0,3 3 0 15,2 1 0-15,-1 1 1 0,7 1-1 0,0 0 0 16,3 5 0-16,7 4 1 0,-2-1-3 0,0 1 1 16,4 4 0-16,4 0 0 0,2-5-1 0,4 5 1 15,6 0 0-15,-2-5 0 0,11 1 0 0,-1-2 1 16,7-3 0-16,3 1 0 0,5-5-1 0,3 1 1 16,1-5-1-16,4-4 1 0,-4-1 0 0,-1-3 0 0,5 0 0 15,-8-2 0-15,3 0-1 0,-3-4 1 0,-1-2 0 16,-3-2 0-16,-31 4-2 0,0 0-2085 0</inkml:trace>
  <inkml:trace contextRef="#ctx0" brushRef="#br0" timeOffset="-151214.16">18055 13415 164 0,'0'0'0'0,"0"0"0"0,0 0 0 0,0 0 213 0,0 0 0 0,0 0 0 16,0 0 1-16,0 0-1 0,0 0 0 0,0 0 0 16,-4 9 0-16,6-5-160 0,0 2 0 0,0 0 0 0,2 2 0 15,2-2 0-15,4 5 0 0,-2 1 0 0,0 0 0 16,3 2-21-16,1 1 1 0,-4-1-1 0,-2-4 1 15,2 3-1-15,0 1 1 0,0-6-1 0,-3 3 1 16,-1-3-19-16,-2-2 0 0,0 0 0 0,0-2 0 16,-2-2-1-16,0 0 1 0,-2-2 0 0,0-2 0 0,0-2-13 15,-2-2 0-15,-5 2 0 0,3-6 0 0,-2-1-1 16,0 1 1-16,0-6 0 0,0 5 0 0,-2-7-3 16,1 2 0-16,3-1 0 0,0 3 1 0,2-1-1 15,4 3 1-15,0-2-1 0,0 2 1 0,0 12 0 16,0 0 1-16,0 0-1 0,21-46 1 0,-11 38-1 15,2 4 1-15,-2-4 0 0,2 2 0 0,5 0-1 0,-5 1 1 16,2 3 0-16,-2 2 0 0,2 0 0 0,-1 0 0 16</inkml:trace>
  <inkml:trace contextRef="#ctx0" brushRef="#br0" timeOffset="-150982.92">18364 13458 344 0,'0'0'0'0,"0"0"0"0,0 0 0 0,0 0 176 0,0 0 0 0,8 0 0 0,-2 0 0 16,3 0-1-16,-1 0 1 0,0 0 0 0,4 0 0 15,2 0-144-15,0 0 0 0,3 0 0 0,-1-4 1 16,-16 4-33-16,0 0-1410 0</inkml:trace>
  <inkml:trace contextRef="#ctx0" brushRef="#br0" timeOffset="-150315.01">18889 13231 24 0,'0'0'0'0,"0"0"0"0,0 0 0 15,0 0 147-15,-4-6 0 0,4 1 0 0,-4 1 0 16,0 0-1-16,0 2 1 0,0-2 0 0,0 0 0 16,0 2-123-16,0-2 1 0,-2 2 0 0,1 2 0 15,1 0-1-15,-2-4 1 0,0 4 0 0,0 0 0 16,0 0-10-16,0 0 1 0,2 4-1 0,-4-2 1 0,2 4-1 16,-3 0 0-16,1 0 0 0,4 5 1 0,-4-3-8 15,0 2 1-15,2 2 0 0,0 1 0 0,2 1-1 16,2 0 1-16,2 3 0 0,2-1 0 0,2 1-6 15,2-1 1-15,2-4-1 0,6 3 1 0,-4-1-1 16,5 0 0-16,-1-1 0 0,0-1 1 0,2 0-4 0,-1-1 1 16,-1 1-1-16,0 0 1 0,-2-2-1 0,1 3 1 15,-3-5-1-15,-2 0 1 0,-4 2 2 0,0-6 1 16,-2 5-1-16,-2-1 1 0,0-2-1 0,-2 2 1 16,-2-4-1-16,-4 2 1 0,0-1 4 0,0-1 1 15,-3-2-1-15,-1 0 1 0,0-2-1 0,0 0 0 16,2-2 0-16,-3-2 1 0,1-3 1 0,2 1 1 15,-2 2 0-15,0-4 0 0,1 2-1 0,3 0 1 0,0 0 0 16,0 1 0-16,2 1 1 0,0-4 0 0,2 2 0 16,2 0 0-16,-2 4 0 0,4-2 0 0,0-2 0 15,0 1 0-15,0 1-7 0,0 0 0 0</inkml:trace>
  <inkml:trace contextRef="#ctx0" brushRef="#br0" timeOffset="-149963.78">19083 13163 260 0,'0'0'0'0,"0"0"0"0,0 0 0 0,0 0 132 0,4 6 0 0,-2-4 0 0,2 2 0 0,2 2 0 0,2 3 0 15,2-5 0-15,0 4 0 0,3 4-99 0,3 1 1 16,-2 1 0-16,0 2 0 0,5 5-1 0,-5-5 1 15,2 7 0-15,-4 1 0 0,-1 1-11 0,1 2 0 16,-4-1 0-16,-2 1 1 0,-2-2-1 0,-2 1 0 0,-2 1 0 16,-2-2 1-16,2-25-24 0,0 0-1329 0</inkml:trace>
  <inkml:trace contextRef="#ctx0" brushRef="#br0" timeOffset="-149481.66">17984 13194 216 0,'0'0'0'0,"0"0"0"0,0 0 0 0,-13 0 134 0,7 0 1 0,-2 0-1 16,-2 0 1-16,-2 2-1 0,-1 0 1 0,3 2-1 16,0 0 1-16,0 2-101 0,-2 7 1 15,4-3 0-15,-1 6 0 0,3 1-1 0,2 3 1 0,0 7-1 16,0 4 1-16,4-1-14 0,4 7 1 0,2 0 0 15,7-2 0-15,3 2-1 0,2-2 1 0,2-2 0 16,7-3 0-16,20 7-22 0,-47-37-1308 0</inkml:trace>
  <inkml:trace contextRef="#ctx0" brushRef="#br0" timeOffset="-148660.05">19455 13085 92 0,'0'0'0'0,"0"0"0"0,0 0 0 0,0 0 154 0,0 0 1 0,0 0-1 0,-8 0 1 0,6 0-1 0,2 0 1 15,-2 2-1-15,2 2 1 0,0 2-102 0,0-2 0 16,0 5 0-16,2 1 1 0,0 2-1 0,0 3 0 15,2 5 0-15,0-3 1 0,4-1-17 0,-4 4 1 16,2-3 0-16,0 1 0 0,3-1-1 0,1-3 1 0,-2 2 0 16,-2-1 0-16,2-3-16 0,0 0 1 0,0-1-1 15,-3-3 1-15,-1-2-1 0,0-2 1 0,-2-4-1 16,0 2 1-16,0-2-25 0,0-2 0 0,0-2 0 16,2 4 0-16,-2-8 0 0,0-2 0 15,2 1 0-15,0-5 0 0,4 2 8 0,-6-1 1 0,4 3-1 16,1 2 1-16,-1 0-1 0,0 0 0 0,2 1 0 15,-2 1 1-15,2 0-4 0,0 2 1 0,4 2 0 16,-1 0 0-16,1 2-1 0,0 0 1 0,0 2-1 0,0 0 1 16,1 2 0-16,1 0 0 0,-4 0 0 0,0 2 1 15,0 3-1-15,-1-1 0 0,-3 2 0 0,0 2 0 16,0 3 2-16,2 1 0 0,-4 3 0 0,-4-3 0 16,0 3-1-16,4 1 1 0,-4 3 0 0,0-3 0 15,0-20-6-15,0 0-1785 0</inkml:trace>
  <inkml:trace contextRef="#ctx0" brushRef="#br0" timeOffset="-148047.6">19760 14248 412 0,'0'0'0'0,"0"0"0"0,0 0 0 0,0 0 176 0,0 0 0 0,0 0 0 0,10-2 1 0,-5 0-1 0,1 2 0 16,4-4 0-16,4 4 0 0,-2-4-124 0,5 4 0 16,1-2 0-16,2 2 0 0,5 0-1 0,-1 0 1 0,1 0 0 15,5 0 0-15,5 0-19 0,-5 0 0 0,9 0 0 16,0 2 1-16,22 2-34 0,-61-4-1777 0</inkml:trace>
  <inkml:trace contextRef="#ctx0" brushRef="#br0" timeOffset="-145382.84">21378 13485 104 0,'0'0'0'0,"0"0"0"0,0 0 0 0,0 0 179 0,0 0 1 0,0 0-1 0,0 0 1 0,0 0-1 0,0 0 1 15,0 0-1-15,0 0 1 0,4-8-154 16,0 8 1-16,-4 0-1 0,5 0 1 0,-5 4-1 0,4 0 1 16,0 0-1-16,-2 4 1 0,2 7 7 0,0 3 1 15,0 1 0-15,2 7 0 0,0 7-1 0,2 2 1 16,-4 10-1-16,5-2 1 0,-1 6-16 0,2 1 1 16,2-3 0-16,0 0 0 0,2-2-1 0,1-4 1 15,-1 0 0-15,0-6 0 0,0 0-20 0,-1-4 0 16,-1-11 0-16,-6 1 1 0,-6-21-1 0,0 0-1641 0</inkml:trace>
  <inkml:trace contextRef="#ctx0" brushRef="#br0" timeOffset="-144964.92">21299 13975 352 0,'0'0'0'0,"0"0"0"0,-8 0 0 15,2 4 151-15,0-4 1 0,-3 0-1 0,-1 4 1 0,0-4-1 16,0 5 0-16,-2-1 0 0,0 0 1 0,-1 2-97 16,3 2 0-16,0-4 0 0,2 4 1 0,0 3-1 15,4 1 0-15,-5 0 0 0,5 1 0 0,0-1-8 16,4 4 0-16,0 1 0 0,2-1 0 0,4 5 0 15,-1-7 0-15,3 4 0 0,0 1 0 0,4-3-21 0,2 1 1 16,3-5 0-16,-3-4 0 0,4 2-1 16,2-5 1-16,-3-1-1 0,5-2 1 0,-4-2-30 0,3-4 1 15,-5-3-1-15,2-1 1 0,1-2-1 0,-1 2 1 16,-2-9-1-16,-1 3 1 0,-1-2 10 0,-2-1 0 16,-2 1 0-16,-2 1 0 0,-4-1 0 0,0 0 0 15,-4 1 0-15,-4 1 0 0,0 2 2 0,0-3 0 16,-4 3 0-16,-2 0 0 0,-2 1-1 0,0 3 1 0,-3 0 0 15,-1 2 0-15,0 2-1 0,1 2 1 0,-1 0 0 16,2 2 0-16,0 0-1 0,1 2 1 0</inkml:trace>
  <inkml:trace contextRef="#ctx0" brushRef="#br0" timeOffset="-144128.12">17332 14677 356 0,'0'0'0'0,"0"0"0"0,0 0 0 0,0 0 193 0,0 0 1 16,6-9-1-16,-2 7 1 0,5 0-1 0,-1 0 1 0,2 0-1 15,6 0 1-15,-6 0-142 0,11 0 1 16,-1 0-1-16,7 2 1 0,1-2-1 0,9 2 1 0,5 0-1 16,9 0 1-16,6-4-25 0,10 4 1 0,7-4-1 15,15 2 1-15,15-2-1 0,57-2 1 0,-21-3-1 16,11 3 1-16,4-2-15 0,11 2 1 0,7-2-1 16,-4-1 1-16,6 3-1 0,2 2 1 0,3 0-1 15,-3 2 1-15,-6 2-15 0,-7 2 1 0,1 2-1 16,0 0 1-16,-2 2-1 0,2 3 0 0,-8-3 0 0,3-2 1 15,-48 0-1-15,-112-4-2004 0</inkml:trace>
  <inkml:trace contextRef="#ctx0" brushRef="#br0" timeOffset="-136798.94">21197 14607 176 0,'0'0'0'0,"0"0"0"0,0 0 0 0,0 0 39 0,0 0 1 15,0 0 0-15,6-4 0 0,-2 2-1 0,0 2 1 0,3-2-1 16,1 0 1-16,-2-2 27 0,4 4 1 0,2-5 0 15,0 5 0-15,3-6-1 0,-1 4 1 0,0-2-1 16,0 2 1-16,5 0-26 0,1 0 1 0,-4 0-1 0,5 0 1 16,-1 0-1-16,2 2 1 0,1 0-1 0,-1 0 1 15,-1 0-20-15,3 0 0 0,-2 0 0 0,1 2 0 16,-1-2-1-16,3 0 1 0</inkml:trace>
  <inkml:trace contextRef="#ctx0" brushRef="#br0" timeOffset="-130249.42">18010 15103 216 0,'0'0'0'0,"0"0"0"0,0 0 0 0,0 0 112 0,0 0 1 0,0 0-1 15,0 0 1-15,-6-4-1 0,6 4 1 0,-4-2-1 0,4 0 1 16,0 0-80-16,0 0 0 0,-4 0 0 0,4 0 0 16,0 2-1-16,4-4 1 0,-4-2 0 0,4-1 0 15,0 1-10-15,0 0 1 0,4-2-1 0,0 2 1 16,2 0-1-16,-1-3 1 0,1-1-1 0,6 0 1 15,-4 0-12-15,5-1 1 0,1-1-1 0,-4 4 1 0,2-6-1 16,-3 7 1-16,1-3-1 0,-2 0 1 0,2 0-14 16,1 4 1-16,-1-5-1 0,0 3 1 0,-2 0-1 15,0-2 1-15,-1 1-1 0,-1 5 1 0,-2-2 1 0,-2 0 1 16,2 2-1-16,-4 0 1 0,-2 2-1 0,2 2 1 16,-2 0-1-16,0 0 1 0,-2 2 4 0,0 2 0 15,-2 4 0-15,0-4 1 0,-2 6-1 0,2 7 0 16,-2-3 0-16,-4 7 1 0,2 1 4 0,-2 1 1 15,0 3-1-15,0 3 1 0,-1-2-1 0,3 2 1 16,-2-1-1-16,0-1 1 0,4 2-2 0,-4-5 1 16,4 1-1-16,0-5 1 0,2 1-1 0,2-3 1 15,0-1-1-15,6-3 1 0,-2-6-2 0,0-1 1 0,6-1-1 16,0-2 1-16,4-4-1 0,-1 0 1 0,1-4-1 16,6 2 1-16,-5-7 1 0,5 5 1 0,0-6 0 15,3-2 0-15,-5-1-1 0,2 3 1 0,-1-6 0 16,1 1 0-16,0 1 6 0,-1-2 0 0,-1-1 0 15,2-1 0-15,-3 1 0 0,1 1 0 0,-8 2 0 16,4-3 0-16,1 5 0 0,-7-2 0 0,0 3 0 16,2 5 0-16,-6-2 0 0,0 4 0 0,-4 2 0 0,4 2 0 15,-4 0-4-15,0 0 1 0,-4 4-1 0,4 2 1 16,-4 6-1-16,4 3 0 0,-4 3 0 0,0 3 1 16,2 1-6-16,2 1 0 0,0 1 0 0,2 1 1 15,2-2-1-15,0 1 0 0,4-1 0 0,-4-3 1 16,7-3-3-16,1-1 1 0,-4-2 0 0,2-1 0 15,-10-13-8-15,0 0-1935 0</inkml:trace>
  <inkml:trace contextRef="#ctx0" brushRef="#br0" timeOffset="-129800.44">19569 15103 84 0,'0'0'0'0,"0"0"0"0,0 0 0 0,-10-2 226 0,8 0 0 0,0 0 0 0,2 0 1 15,2 0-1-15,2-4 0 0,2 2 0 0,4 4 0 0,2-8-170 16,3 3 1-16,5 1-1 0,-2 2 1 0,3-4-1 16,5 4 1-16,3-2-1 0,3 0 1 0,1 2-21 15,5 0 1-15,1 0-1 0,2 2 1 0,-3 0-1 16,3 0 1-16,-2 0-1 0,1 2 1 0,36-4-37 16,-76 2-1978-16</inkml:trace>
  <inkml:trace contextRef="#ctx0" brushRef="#br0" timeOffset="-129065.52">21334 14703 384 0,'0'0'0'0,"0"0"0"0,0 0 0 0,0 0 154 0,0 0 1 0,0 0 0 0,0 0 0 16,0 6-1-16,0 3 1 0,2 3 0 0,0 2 0 16,0 7-106-16,0 6 1 0,0 9-1 0,2 8 1 15,4 9-1-15,-4 4 0 0,4 3 0 0,4 1 1 0,9 23-50 16,-21-84-1513-16</inkml:trace>
  <inkml:trace contextRef="#ctx0" brushRef="#br0" timeOffset="-128366">21018 15066 264 0,'0'0'0'0,"0"0"0"0,0 0 0 0,-10-2 147 0,6 0 1 0,-4 0 0 0,2 0 0 0,-1 0-1 0,-1 2 1 16,2-4-1-16,-2 4 1 0,0 0-87 0,0 0 0 15,0 0 0-15,2 0 0 0,-3 4-1 0,3 0 1 16,0 2 0-16,0 1 0 0,2 3-18 0,0 2 1 16,0 2 0-16,0 3 0 0,4 1-1 0,0 1 1 15,0 3 0-15,0 1 0 0,4 2-14 0,0-3 1 16,4 1 0-16,4-1 0 0,7-1-1 0,-3-1 1 0,6-1-1 15,9-1 1-15,3-4-37 0,5-1 0 0,0-7 0 16,8-2 1-16,-3-4-1 0,1-4 0 0,0-2 0 16,-2-4 1-16,-5-1 17 0,-1-5 0 0,-4-1 0 15,-7-1 0-15,-6 2-1 0,-1 1 1 0,-9-1 0 16,-4 1 0-16,-4 3-2 0,-4-2 1 0,-4 2-1 16,-6 1 1-16,-3 5-1 0,1 0 1 0,-4 0-1 15,-9 4 1-15,-3-2 0 0,-7 4 1 0,-4 0 0 0,-3 0 0 16,-1 4-1-16,2-4 1 0,-4 4-1 0,5 0 1 15,3 2-8-15,2-4 0 0</inkml:trace>
  <inkml:trace contextRef="#ctx0" brushRef="#br0" timeOffset="-125449.29">22262 14248 332 0,'0'0'0'0,"0"0"0"0,0 0 0 0,0 0 123 0,0 0 0 0,0 0 0 0,0 0 0 0,10-4 0 0,-6 4 0 16,4-4 0-16,0 4 0 0,4-4-90 0,3 2 1 15,-1-2 0-15,2 2 0 0,5-3-1 0,1 3 1 16,-4 0 0-16,3 0 0 0,-1 0-11 0,2 0 0 16,3 2 0-16,-1-4 1 0,1 4-1 0,-9 0 0 15</inkml:trace>
  <inkml:trace contextRef="#ctx0" brushRef="#br0" timeOffset="-124966.26">22319 14416 40 0,'0'0'0'0,"0"0"0"0,0 0 0 0,0 0 136 0,0 0 0 0,0 0 0 0,0 0 0 0,0 0 0 0,0 0 0 0,0 0 0 15,0 0 0-15,0 0-106 0,0 0 0 0,0 0 0 16,10-4 1-16,-2 0-1 0,4 4 0 0,-2-2 0 15,5 2 1-15,3 0 8 0,0 0 0 0,3 0 0 16,-1 2 1-16,2-2-1 0,3 4 0 0,1 0 0 0,1-2 1 16,28 6-40-16,-55-8-1263 0</inkml:trace>
  <inkml:trace contextRef="#ctx0" brushRef="#br0" timeOffset="-122846.22">23224 14037 308 0,'0'0'0'0,"0"0"0"0,0 0 0 0,0 0 110 0,0 0 0 15,0 0 0-15,0 0 0 0,0 0-1 0,0 0 1 16,0 0 0-16,0 0 0 0,15-6-21 0,-11 4 0 16,4 2 0-16,2 0 1 0,2 0-1 0,2 0 0 0,3 0 0 15,-1 0 0-15,2 0-37 0,3 0 1 0,-3 0 0 16,4 0 0-16,3 0-1 0,-3 0 1 0,3 0-1 15,-3 0 1-15,0 0-22 0,1-2 1 0,-3-1 0 16,0-1 0-16,-1 2-1 0,-5-2 1 0,0 0-1 16,-2 0 1-16,-1-2-33 0,1 0 1 0,-4 0 0 15,-4 1 0-15,2 1 0 0,-4-6 0 0,0 0 0 16,-2 0 0-16,0-3 6 0,-2 1 1 0,-2 2 0 16,-2-1 0-16,0 3-1 0,-2 0 1 0,-2 0 0 15,-1 2 0-15,1 0-7 0,-4 3 1 0,2-1 0 16,0 4 0-16,-7 0-1 0,3 0 1 0,-2 0-1 0,-1 0 1 15,1 4-1-15,2 1 0 0,2 1 0 0,-3 0 1 16,3 0-1-16,0 0 0 0,2-2 0 0,1 4 0 16,1 1 0-16,2-1 1 0,0 2-1 0,2 2 1 0,0 1-1 15,0 1 1-15,2 0-1 0,-1 7 1 0,5-5-1 16,-2 5 0-16,2 4 0 0,0-5 0 0,0 5 0 16,2-1 0-16,3 1 0 0,3-1 0 0,0 3 1 15,4-4 1-15,2-3-1 0,0-1 1 0,7-1-1 16,-1-1 1-16,7-3-1 0,-5-2 1 0,9-2 5 0,-1 3 1 15,3-7 0-15,1 2 0 0,5-2-1 16,-4 0 1-16,3-6-1 0,-3-4 1 0,3 0 1 0,5-2 0 16</inkml:trace>
  <inkml:trace contextRef="#ctx0" brushRef="#br0" timeOffset="-121863.94">23853 13469 164 0,'0'0'0'0,"0"0"0"0,0 0 0 0,0 0 217 0,0 0 1 16,0 0-1-16,0 0 1 0,0 0-1 0,0 0 1 16,-10-2-1-16,8 2 1 0,0 0-172 0,0 0 1 15,0 0 0-15,-2 2 0 0,2 0-1 0,-2 2 1 16,0 2-1-16,2-2 1 0,2 4-16 0,-4 2 1 16,4 3 0-16,0-3 0 0,0 2-1 0,0-1 1 15,0 1-1-15,4 0 1 0,2 1-15 0,0 1 1 16,2-6 0-16,0 2 0 0,2-1-1 0,2-3 1 15,-1 0-1-15,1 0 1 0,0-2-19 0,2-2 1 0,3-2 0 16,-7-2 0-16,2-2-1 0,0-2 1 0,0 0 0 16,1 0 0-16,-3-3 0 0,-2-1 0 0,-4-2 0 15,0-1 1-15,-2 3-1 0,-2-6 0 0,-2 1 0 16,-2 3 0-16,0-2 9 0,0-1 0 0,-6 3 0 16,2 0 0-16,-3 4-1 0,5-1 1 0,-6 3 0 15,2 6 0-15,0-6-2 0,4 4 1 0,-5 2 0 16,3 0 0-16,2 0-1 0,0 0 1 0,0 2 0 0,4 0 0 15,2-2-8-15,0 0-2103 0</inkml:trace>
  <inkml:trace contextRef="#ctx0" brushRef="#br0" timeOffset="-121648.02">24264 13641 84 0,'0'0'0'0,"0"0"0"0,0 0 0 0,0 0 220 0,0 0 0 0,0 0 0 0,-8 4 1 0,6-4-1 0,0 0 0 16,2 0 0-16,-2 0 0 0,2 2-193 0,0-2 1 15,0 2-1-15,0-2 1 0,0 0-28 0,0 0-1467 16</inkml:trace>
  <inkml:trace contextRef="#ctx0" brushRef="#br0" timeOffset="-121166.18">24458 13430 104 0,'0'0'0'0,"0"0"0"0,0 0 0 16,0 0 139-16,0 0 1 0,-8 0 0 0,6 0 0 15,-3 0-1-15,1 0 1 0,2 0 0 0,-2 0 0 0,0 0-113 16,-2 0 0-16,0 2 0 0,0 0 0 0,0 0-1 15,2 2 1-15,-2 0 0 0,2 0 0 0,-5 2-8 16,3-2 0-16,0 5 0 0,0 1 1 0,2 2-1 16,0 0 0-16,0 3 0 0,4-5 0 0,0 2 7 0,0 1 0 15,4 1 0-15,0-2 0 0,2 1-1 16,2-3 1-16,4 0 0 0,1-2 0 0,-3 1-32 0,4-5 0 16,0-4 0-16,3 0 0 0,1 0 0 15,-4-9 0-15,2 3 0 0,-1-2 1 0,-1 0 14 0,0-4 0 16,-4-1 0-16,3 1 0 0,-3 0 0 0,0 3 0 15,-6-7 0-15,2 2 0 0,-2 1 22 0,-2-1 0 16,-2 0 0-16,0 1 1 0,0 1-1 0,-2 0 0 16,-2 2 0-16,0-5 1 0,-2 5-6 0,2 4 0 0,-6-2 0 15,0 3 0-15,-1 5 0 0,-1 0 0 0,2 2 0 16,-2 1 0-16,0 1-4 0,-1 4 0 0,1-4 0 16,2 2 1-16,0 2-1 0,2 1 0 0</inkml:trace>
  <inkml:trace contextRef="#ctx0" brushRef="#br0" timeOffset="-120648.45">24932 13257 88 0,'0'0'0'0,"0"0"0"0,0 0 0 0,0 0 181 0,-12-4 1 0,8 2-1 0,0 2 1 0,-3 0-1 15,1-4 1-15,0 4-1 0,0 0 1 0,0 0-150 0,0 0 1 16,0 0-1-16,-2 0 1 0,2 4-1 0,-1-4 0 16,1 2 0-16,0 2 1 0,2 0-11 0,0 1 1 15,0 1 0-15,0 0 0 0,4-2-1 0,-4 4 1 16,0 0 0-16,0 3 0 0,0 1-12 0,2 2 1 15,0-3 0-15,-2 3 0 0,1-2-1 0,1 5 1 16,2-1 0-16,0 3 0 0,2-7-10 0,1 2 0 0,1-2 0 16,0 1 0-16,4-1 0 0,2-2 0 0,2 1 0 15,0-3 0-15,3-2-2 0,-1 0 1 0,4-2-1 16,-6 2 1-16,3-6-1 0,1 0 0 0,-6 0 0 16,2 0 1-16,1 0-1 0,-1-4 1 0,0 0-1 15,-2 0 1-15,-2 0-1 0,-2 0 0 0,1 2 0 16,-1-6 1-16,-2 1 14 0,-2 3 0 0,0 0 0 15,-2 0 0-15,0 0-1 0,0 0 1 0,-2 0 0 16,-2 0 0-16,-2 0 1 0,-3 0 1 0,3 1-1 16,-6 1 1-16,0 0-1 0,0 2 0 0,-1 0 0 0,1 2 1 15,0 0-1-15,4 1 1 0,-6 1 0 0,1 0 0 16,5 0-1-16,-2 4 1 0,2-6 0 0,2 4 0 16,0 0-4-16,2-2 0 0,0 5 0 0,4-5 0 15,-4-2-1-15,4 2 1 0</inkml:trace>
  <inkml:trace contextRef="#ctx0" brushRef="#br0" timeOffset="-119580.57">23668 13331 140 0,'0'0'0'0,"0"0"0"0,0 0 0 0,0 0 204 0,-8 8 1 0,4-8-1 15,2 5 1-15,-2 1-1 0,0 2 0 0,0 0 0 16,-1 4 1-16,1 3-181 0,0 1 0 0,0 5 0 15,4 3 0-15,-4-3 0 0,4 5 0 0,0 5 0 16,4-2 0-16,0 4-12 0,0 0 0 0,5-3 0 16,1 1 0-16,2-4 0 0,2-7 0 0</inkml:trace>
  <inkml:trace contextRef="#ctx0" brushRef="#br0" timeOffset="-118964.71">25052 13147 252 0,'0'0'0'0,"0"0"0"0,0 0 0 0,0 0 127 0,6 8 0 0,-2 0 0 0,0-2 1 0,-2 6-1 16,4 1 0-16,0 1 0 0,1 5 0 0,-1 1-93 16,0 1 0-16,2 1 0 0,0 3 0 0,2-1 0 15,-4 3 0-15,0 0 0 0,1-1 0 0,-1 1 2 0,-2 0 0 16,-2-1 0-16,0 1 0 0,-2-4 0 15,0 1 0-15,0 3 0 0,-2-5 0 0,-2-1-15 0,2-1 1 16,-2 1-1-16,2-9 1 0,2-12-22 16,0 0-1437-16</inkml:trace>
  <inkml:trace contextRef="#ctx0" brushRef="#br0" timeOffset="-115883.53">25534 13179 12 0,'0'0'0'0,"0"0"0"0,0 0 0 0,0 0 157 0,0 0 0 0,0-10 0 0,0 8 1 0,0-2-1 16,-2-2 0-16,2 2 0 0,0 0 0 0,-2-2-128 15,0 1 1-15,0 3 0 0,0-6 0 0,0 4-1 16,-2 2 1-16,0-2-1 0,2 0 1 0,-2 2-32 15,0-2 0-15,0 2 0 0,0 2 1 0,0 0-1 16,0-5 0-16,-1 5 0 0,1 0 1 0,0 0-4 16,2 5 0-16,-2-5 0 0,-2 4 1 0,6 2-1 15,-4 2 1-15,0 4-1 0,0 1 1 0,2 5 8 0,0 1 1 16,-2 3-1-16,2 5 1 0,0 4-1 16,2 1 1-16,0 5-1 0,4-2 1 0,2 2-7 0,0 0 1 15,2-4 0-15,4-2 0 0,1-1 0 0,1-5 0 16,2 0 0-16,0-5 0 0,-16-20 1 0,0 0-1112 0</inkml:trace>
  <inkml:trace contextRef="#ctx0" brushRef="#br0" timeOffset="-115500.89">25862 13052 148 0,'0'0'0'0,"0"0"0"0,0 0 0 0,0 0 166 0,0 0 1 0,0 0 0 0,0 0 0 0,0 0-1 0,0 0 1 16,0 0-1-16,0 0 1 0,0 0-139 0,0 8 0 16,0-1 0-16,2 1 0 0,0 4-1 0,2 2 1 15,0-1 0-15,0 5 0 0,0 1-9 0,0-1 1 16,1 3-1-16,-1-3 1 0,0 3-1 0,0-3 1 0</inkml:trace>
  <inkml:trace contextRef="#ctx0" brushRef="#br0" timeOffset="-115266.05">25709 13288 488 0,'0'0'0'0,"0"0"0"0,0 0 0 15,0 0 121-15,0 0 1 0,0 0 0 0,0 0 0 16,11 2-77-16,-5-2 0 0,2 0 0 0,4 0 1 16,4 0-1-16,5 0 0 0,-1 0 0 0,4 0 1 15,5 0-17-15,-7 0 0 0,7-2 0 0,1 2 0 0,11 0-29 16,-41 0-1090-16</inkml:trace>
  <inkml:trace contextRef="#ctx0" brushRef="#br0" timeOffset="-114616.18">25878 13366 204 0,'0'0'0'0,"0"0"0"16,0 0 0-16,0 0 139 0,0 0 0 0,0 0 0 15,0 0 0-15,0 0 0 0,-6 4 0 0,4-2 0 16,0 2 0-16,0 0-106 0,0 3 1 0,0-1 0 16,0 2 0-16,2 0-1 0,0 0 1 0,0 3 0 0,-4-1 0 15,4 2-11-15,0-4 0 0,0 5 0 0,0-3 1 16,-4 0-1-16,4 0 0 0,0 1 0 0,0-5 1 16,0 2-11-16,0-2 0 0,0 0 0 0,0-2 1 15,0 1-1-15,0-3 0 0,4 0 0 0,-4 0 0 0,4 0-13 16,-4 0 0-16,0-2 0 0,2 0 1 0,0 0-1 15,0 0 0-15,2 0 0 0,0 0 0 0,-2 0 0 16,2 0 0-16,0 0 0 0,0-2 1 0,3 2-1 16,-3 0 0-16,0 0 0 0,2-2 1 0,0 0 3 0,0 0 1 15,0 0-1-15,0-3 1 0,2 5-1 16,-2-4 1-16,3 0-1 0,-3 0 1 0,0-2-1 0,2 2 0 16,-4 0 0-16,2-4 0 0,0 1-1 0,-4 1 1 15,2 0 0-15,0 2 0 0,-2-4 3 0,1 2 0 16,1 0 0-16,-4 1 1 0,4-1-1 0,-4 6 0 15,0-8 0-15,0 4 0 0,0 0-2 0,2 2 0 16,-2 0 0-16,0 0 0 0,0 0 0 0,0 2 0 16,0 0 0-16,0-2 0 0,2 2-4 0,0 0 1 15,-2 0-1-15,2 0 1 0,0 0-1 0,0 2 1 16,2 0-1-16,-2 0 1 0,2 2-1 0,0 2 0 0,0 0 0 16,0 2 0-16,0 1 0 0,-2 5 0 0,4-4 0 15,-1 5 0-15,1-1-6 0,0 4 1 0,0-5 0 16,2 5 0-16,-4-6-1 0,2 3 1 0,0-3 0 15,2-2 0-15,-1 3-3 0,-3-9 0 0</inkml:trace>
  <inkml:trace contextRef="#ctx0" brushRef="#br0" timeOffset="-114216.61">26127 12970 196 0,'0'0'0'0,"0"0"0"0,0 0 0 0,0 0 131 0,0 0 0 16,0 0 0-16,0 0 1 0,0 0-1 0,10-6 0 0,-4 6 0 15,2 2 1-15,2 0-99 0,0 4 1 0,3 3-1 16,-1 1 1-16,0 4-1 0,2 0 0 0,0 9 0 16,1 0 1-16,-1 7-9 0,2-1 0 0,1 8 0 15,-3-4 1-15,0 4-1 0,-2-2 0 0,0-3 0 16,-3 3 0-16,-1-4-12 0,-2-4 0 0,-4 4 0 15,0-5 1-15,-2-1-1 0,-2-1 0 0,0-3 0 16,-2-3 1-16,-2-3-15 0,2 1 0 0,-5-6 0 16,3 3 1-16,6-13 0 0,0 0-1363 0</inkml:trace>
  <inkml:trace contextRef="#ctx0" brushRef="#br0" timeOffset="-113499.32">26149 14121 440 0,'0'0'0'0,"0"0"0"0,0 0 0 0,0 0 124 0,0 0 0 0,8 0 0 16,-4 0 1-16,4 0-1 0,0 0 0 0,3 4 0 16,1-4 1-16,4 0-77 0,2 2 1 0,1-2 0 15,1 0 0-15,5 0-1 0,1 0 1 0,0 0-1 16,3-2 1-16,-1 2-24 0,1-4 0 0</inkml:trace>
  <inkml:trace contextRef="#ctx0" brushRef="#br0" timeOffset="-111366.23">27464 13255 232 0,'0'0'0'0,"0"0"0"0,0 0 0 0,0 0 135 0,0 0 1 0,0 0-1 0,12-4 1 16,-10 6-1-16,4 2 1 0,0 0-1 0,2 7 1 0,-2-1-92 15,5 6 0-15,-5 5 0 0,4 1 1 0,0 7-1 16,2 6 0-16,1 4 0 0,-1 2 0 0,-2 6-10 16,2-2 0-16,0 5 0 0,-1-7 1 0,-1 6-1 15,-2-8 0-15,0 2 0 0,-2-4 1 0,-2 2-4 0,2-2 0 16,-6-6 0-16,4-3 0 0,-4-1 0 15,2-6 0-15,0-3 0 0,-2-5 0 0,0-15-31 0,0 0-1644 16</inkml:trace>
  <inkml:trace contextRef="#ctx0" brushRef="#br0" timeOffset="-110966.33">27293 13912 424 0,'0'0'0'0,"0"0"0"16,-10 2 0-16,6 2 164 0,-3-4 1 0,1 4-1 15,0-4 1-15,0 4-1 0,2 0 0 0,0 2 0 0,2 7 1 16,-4-5-114-16,4 4 0 0,2 2 0 0,2 3 1 15,4 1-1-15,2 1 0 0,4 1 0 0,3-3 0 16,5-1-12-16,2 0 1 0,3 3-1 0,1-7 1 16,3-1-1-16,1-1 0 0,-3-6 0 0,1 0 1 15,-5-6-15-15,3 0 0 0,-4-2 0 0,1-2 0 0,-5-5 0 16,-4 1 0-16,1 0 0 0,-5-5 0 0,-2 3-30 16,-4-6 1-16,-4 10-1 0,0-9 1 0,-4 3-1 15,-2-5 1-15,-2 3 0 0,-3 2 0 0,1 1 11 16,-2-1 1-16,-2 2-1 0,0 1 1 0,-3 3-1 15,1 2 1-15,0 4-1 0,-3-2 1 0,-1 4 0 16,0 0 0-16,1 0 0 0,1 4 1 0,0 0-1 16,1 2 0-16</inkml:trace>
  <inkml:trace contextRef="#ctx0" brushRef="#br0" timeOffset="-109933.71">23326 14543 340 0,'0'0'0'0,"-10"0"0"0,-2 0 0 0,-3 2 205 0,-1 0 1 16,0 1 0-16,-2-1 0 0,-3 4-1 0,7-6 1 15,-6 4 0-15,3-2 0 0,3 0-178 0,4 0 0 16,0 2 0-16,4-2 1 0,2 0-1 0,-1 0 0 15,10 0 0-15,-1-2 1 0,2 4-9 0,6 0 0 0,4-4 0 16,1 5 0-16,5-3-1 0,4 0 1 0,13 2 0 16,12-4 0-16,4 0-14 0,14-2 0 15,8 0 0-15,15-2 1 0,10-1-1 0,50-9 0 0,-29 2 0 16,5 0 0-16,2 1-1 0,0 3 1 0,-2-2 0 16,3 2 0-16,-3 1-1 0,-2 5 1 0,4-2 0 15,3-4 0-15,1 2-6 0,2-2 1 0,5 0 0 16,3-1 0-16,-1-3-1 0,-1 0 1 0,-5-1-1 15,1 1 1-15,0-6 0 0,-3 1 0 0,-5 1 0 16,-4 1 1-16,-2 1-1 0,-2-2 0 0,-6 3 0 16,-4 3 0-16,0-2 10 0,-4 4 0 0,-4-3 0 0,-6 5 0 15,-11 0 0-15,-1 4 0 0,-9-2 0 0,-10 0 0 16,-67 4-11-16,0 0-1926 0</inkml:trace>
  <inkml:trace contextRef="#ctx0" brushRef="#br0" timeOffset="-108615.91">24104 15259 396 0,'0'0'0'0,"0"0"0"0,0 0 0 0,-2-8 194 0,2 4 1 16,2-2-1-16,4-2 1 0,0-1-1 0,2 1 0 0,2-2 0 15,2-2 1-15,5-3-180 0,-3 1 1 0,6-1-1 16,1 1 1-16,1 2-1 0,0-3 1 0,3 1-1 16,1 2 1-16,1-5-4 0,-1 7 1 0,3 0-1 15,-9 2 1-15,2-1-1 0,-3 5 0 0,1 4 0 16,-8 0 1-16,2 4-15 0,-1-1 1 0,-7 1 0 15,-2 2 0-15,-2 4-1 0,0 0 1 0,-2 3 0 16,-4-1 0-16,2 4 4 0,-2 1 1 0,0-3-1 16,0 5 1-16,-7 3-1 0,5-6 0 0,0 1 0 0,0-1 1 15,0 1-15-15,2 1 0 0,0-6 0 0,-2-1 1 16,2 1-1-16,2-2 1 0,4-6-1 0,0 5 1 16,0-7 8-16,4 0 1 0,2-4-1 0,-2 0 1 15,6 2-1-15,1-9 1 0,1 5-1 0,0-4 1 16,0-2 0-16,3-5 0 0,1 3 0 0,2-2 1 0,-1 2-1 15,1-3 0-15,2-1 0 0,-5-1 1 0,1-1 6 16,2 1 1-16,3 1-1 0,-7 4 1 0,2-3-1 16,3 1 1-16,-7 4-1 0,2-3 1 0,-2 7 2 15,3 4 0-15,-7 2 0 0,-2 4 0 0,0 3 0 16,0 3 0-16,-4 2 0 0,0 2 0 0,2 3-1 0,1 1 1 16,-1 3-1-16,-2-1 1 0,4 3-1 15,-4-3 1-15,0 3-1 0,4-5 1 0,0 3 1 0,0-5 0 16,3-1 0-16,-5 1 1 0,4-6-1 0,2 1 0 15,-2-1 0-15,3-4 1 0,-13-6-11 0,0 0-1772 0</inkml:trace>
  <inkml:trace contextRef="#ctx0" brushRef="#br0" timeOffset="-108349.86">25396 15105 648 0,'0'0'0'0,"0"0"0"0,0 0 0 0,0 0 154 0,0 0 0 0,10-6 0 0,-2 4 0 16,4 0 0-16,5 0 0 0,3 0 0 0,-2 0 0 0,9 0-98 15,3 2 1-15,5-4-1 0,2-2 1 0,5 2-1 16,3-1 0-16</inkml:trace>
  <inkml:trace contextRef="#ctx0" brushRef="#br0" timeOffset="-107264.29">26489 14660 176 0,'0'0'0'0,"0"0"0"0,0 0 0 0,0 0 167 0,2-8 1 0,0 6-1 16,0 2 1-16,0-4-1 0,2-2 1 0,0 2-1 15,4 2 1-15,-4-2-136 0,2 1 0 0,1 1 0 16,1 0 0-16,2 2-1 0,-4 4 1 0,4 1 0 16,0 1 0-16,3 6 6 0,-1-2 0 0,0 7 0 15,2-5 1-15,-2 8-1 0,3 5 0 0,-3 0 0 16,2 1 1-16,2 5-21 0,-1 6 0 0,-1-6 0 0,0 0 1 16,0 1-1-16,-1-5 0 0,-3 2 0 0,2 0 0 15,-4-5-19-15,2 3 0 0,-2-7 0 0,3 1 0 16,-3-5 0-16,0 1 0 0</inkml:trace>
  <inkml:trace contextRef="#ctx0" brushRef="#br0" timeOffset="-106850.23">26542 15021 328 0,'0'0'0'16,"-8"-2"0"-16,2 0 0 0,-1 2 166 0,-1-2 0 16,-6 2 0-16,2 2 1 0,0 0-1 0,1 0 0 15,1 2 0-15,0 0 0 0,2 3-112 0,2-1 1 16,0 4 0-16,2-2 0 0,2 2-1 0,2 3 1 16,2-3-1-16,2 4 1 0,4 1-17 0,2-1 0 0,2 0 0 15,3 3 0-15,1-5-1 0,2 0 1 0,0-1 0 16,3-1 0-16,3-4-18 0,1 0 1 0,-1-2-1 15,0 1 1-15,1-5-1 0,-3 0 0 0,3-5 0 16,-1-3 1-16,-1 2-22 0,-1-2 0 0,-4-2 0 16,3-1 1-16,-3-3-1 0,-4 0 0 0,0 1 0 15,-5-3 1-15,-3 2 3 0,-4-5 0 0,-2 3 0 16,-4 1 1-16,-5 1-1 0,1 4 0 0,-8-1 0 16,0 1 0-16,-3 0-3 0,-3 0 1 0,4 1-1 15,-5 3 1-15,1 2-1 0,0 2 1 0,-7 0-1 0,5 4 1 16,-1 0 0-16,-5 2 1 0,1 0 0 0,3 3 0 15,1 1-1-15,1 0 1 0,2 0-1 0,-1 2 1 16,7-5 4-16,2 3 1 0</inkml:trace>
  <inkml:trace contextRef="#ctx0" brushRef="#br0" timeOffset="-102449.18">28485 13873 240 0,'0'0'0'0,"0"0"0"0,0 0 0 0,0 0 67 0,0 0 0 0,0 0 0 0,0 0 0 0,0-9-1 0,2 9 1 15,1-4 0-15,-1 4 0 0,2-4 15 0,0 2 1 16,2 0-1-16,-2 0 1 0,2 0-1 0,2 0 1 15,0 0-1-15,2 0 1 0,5 0-25 0,-1 0 0 16,0 2 0-16,0 0 0 0,5-2 0 0,1 2 0 16,-2-2 0-16,3 2 0 0,34-4-58 0,-55 4-1425 0</inkml:trace>
  <inkml:trace contextRef="#ctx0" brushRef="#br0" timeOffset="-101949.97">28593 14080 488 0,'0'0'0'0,"0"0"0"0,0 0 0 0,0 0 133 0,0 0 0 0,0 0 0 15,0 0 0-15,10-2-1 0,-3 2 1 0,-1 0 0 16,4 0 0-16,2 0-77 0,0 0 1 0,5 0-1 16,1 0 1-16,2 0-1 0,1 0 0 0,1 0 0 15,-2 0 1-15,29 0-57 0,-49 0-1502 0</inkml:trace>
  <inkml:trace contextRef="#ctx0" brushRef="#br0" timeOffset="-92366.22">4935 13905 172 0,'0'0'0'0,"0"0"0"0,0 0 0 0,0 0 43 0,0 0 0 0,0 0 0 16,0-8 0-16,0 6 0 0,5 2 0 0,-5-2 0 15,4 0 0-15,0 2 9 0,-4 2 0 0,4 0 0 16,-4 2 1-16,4 5-1 0,-4 1 0 0,4 4 0 0,-4 3 0 15,0 5-10-15,4 1 1 0,-4 5-1 16,2 7 1-16,0 6-1 0,0 4 0 0,-2 7 0 0,-2 9 1 16,-2 11-7-16,4 4 0 0,-4 6 0 0,-4 6 1 15,4 37-1-15,0-28 0 0,4-7 0 0,-4-6 0 16,4-8-46-16,-5-2 0 0,1-9 0 0,0-9 0 16,2-3 0-16,-2-8 0 0,0-2 0 0,4-4 0 0,-4-2 31 15,0-2 0-15,4-4 0 0,0 0 0 0,-4-5 0 16,4 1 0-16,0-7 0 0,0 1 0 0,-4-9-16 15,4 0 1-15,4-1 0 0,0 1 0 0,-4-4-1 16,4 3 1-16,0 1 0 0,4-6 0 0,-4-2 9 0,2 2 1 16,7-2-1-16,-9-4 1 0,4 2-1 0,2-4 0 15,2 4 0-15,5-4 1 0,-3 2-1 0,6 0 0 16,-1-2 0-16,9 0 1 0,-6 0-1 0,13 0 0 16,0 0 0-16,7-2 0 0,9-2 4 0,2 0 0 15,2-3 0-15,10 1 0 0,0 0-1 0,11 2 1 16,-3 0 0-16,8 2 0 0,31-3-2 0,-20 3 1 15,1 0-1-15,7-2 1 0,-2 2-1 0,6-4 0 0,-1 0 0 16,7-3 1-16,-2 3-1 0,4 0 0 0,0 4 0 16,4-4 1-16,-4 1-1 0,4 1 0 0,4 0 0 15,0 6 0-15,-8-4-2 0,4 2 1 0,0 2-1 16,4-2 1-16,0 0-1 0,0-4 1 0,-2 2-1 16,3 0 1-16,-5-1-4 0,0-1 0 0,-4 0 0 15,-1 0 1-15,-1-2-1 0,-2 2 0 0,0-7 0 16,-8 3 0-16,2-2-1 0,-7 4 0 0,-1-5 0 15,-7 3 1-15,-1 0-1 0,-5 2 0 0,-7-3 0 0,-1 5 1 16,-6 0-5-16,-6 2 1 0,-10 0 0 0,-6 0 0 16,-5 2-1-16,-9 0 1 0,-1 0 0 0,-3-3 0 15,-11 3-3-15,0 0 1 0,-1 0-1 0,-11 2 1 16,-8 2-1-16,0-2 1 0,4 0-1 0,0 0 1 16,4 0 0-16,-4 0 0 0,4 2 0 0,0 0 1 15,0-2-1-15,-2 2 0 0,0 1 0 0,2-3 0 0,-2 2-2 16,0 0 1-16,0 0 0 0,2 2 0 0,-4-4-1 15,4 2 1-15,0 0-1 0,-4 0 1 0,0 0-2 16,0-2 0-16,4 4 0 0,-4 0 0 0,0-2-1 16,0 2 1-16,0 0 0 0,0 1 0 0,0-1-1 0,5 0 1 15,-5 2 0-15,4 0 0 0,-4 0-1 0,4-4 1 16,0 2-1-16,0-2 1 0,2-2-1 0,-6 0 0 16,4 0 0-16,0-2 1 0,0-2-1 0,0-4 0 15,0-2 0-15,-4-5 0 0,2-1 0 0,0-4 0 16,0-7 0-16,0 0 1 0,0-8-1 0,1-10 0 15,-1-4 0-15,2-13 0 0,0-5 0 0,0-11 0 16,4-6 0-16,-4-9 1 0,6-32-1 0,-2 25 0 0,0 10 0 16,1-1 0-16,-3 5 0 0,6 2 0 0,0 6 0 15,0 2 0-15,-2 2 0 0,3 7 0 0,-1 3 0 16,-6 7 0-16,0 10 0 0,-2 6 0 0,-2 8 0 16,2 2 1-16,-4 8-1 0,-4 3 0 0,2 10 0 15,-2 10 0-15,-2 8 0 0,0 0 0 0,2-2 0 16,0-2 1-16,4-4-1 0,-4 4 0 0,0-4 0 15,4 2 0-15,0-2 1 0,0 3 1 0,0-1 0 16,0 0 0-16,0 2-1 0,4 0 1 0,-4 2-1 0,4-2 1 16,-4-2-3-16,4 6 0 0,0-2 0 15,-4 5 0-15,4-7 0 0,-4 2 0 0,2 0 0 0,0 0 0 16,0 3-1-16,0-3 1 0,-2 2-1 0,0-2 1 16,-2 4-1-16,2-6 1 0,-2 3-1 0,0-1 1 15,0 0-1-15,-2 2 0 0,0-6 0 0,0 4 1 16,0 0-1-16,0 3 0 0,0-5 0 0,-1-2 1 0,1 2-3 15,-2-2 1-15,2 0-1 0,-4-2 1 0,0 0-1 16,0 0 1-16,0-2-1 0,-3 0 1 0,3 0-3 16,-6 0 1-16,2 0 0 0,-4-2 0 0,-3 0-1 0,-1-1 1 15,-2-1 0-15,-3 0 0 0,3 4 0 0,-9-6 1 16,-3 0-1-16,-5-1 1 0,-4-1-1 0,-8 0 1 16,-2 2 0-16,-6 0 0 0,-10-1-1 0,-4 3 1 15,-8 0 0-15,-40 0 0 0,18 2-1 0,-7-4 1 16,6 1 0-16,-8 3 0 0,-4-2 1 0,-8 4 0 15,-2-2 0-15,-3 4 1 0,-5-4-1 0,-2 4 0 16,-3 0 0-16,-1 0 1 0,-3 4-3 0,1 0 1 16,-7-2 0-16,3 6 0 0,-9 3-1 0,0-1 1 0,-1 2 0 15,-5 3 0-15,4-1 1 0,-6 2 1 0,5 1-1 16,-1-1 1-16,0 5-1 0,-2-3 1 0,5 3 0 16,-1-3 0-16,4-2-1 0,1 3 0 0,3-5 0 15,-1 5 1-15,3-3-1 0,5 1 1 0,1-3-1 16,7 2 1-16,10-1-32 0,-1-3 0 0,14 0 0 15,7 1 0-15,104-13 32 0,0 0-2117 0</inkml:trace>
  <inkml:trace contextRef="#ctx0" brushRef="#br0" timeOffset="-1702.17">5261 16519 384 0,'0'0'0'0,"0"0"0"0,0 0 0 0,0 0 110 0,0 0 1 0,0 0 0 0,8 2 0 16,-4 8-1-16,2 4 1 0,-1 7-1 0,-1 1 1 15,0 13-41-15,0 2 1 0,0 8 0 0,0 0 0 16,2 9-1-16,2-3 1 0,0-2 0 0,0 4 0 0,1-1-16 15,-3 3 1-15,2-6-1 0,-8 3 1 0,4 1-1 16,0-4 1-16,0-4-1 0,0-2 1 0,0-6-40 16,-4-4 0-16,4-2 0 0,0-7 1 0,-4-3-1 15,4-15 0-15</inkml:trace>
  <inkml:trace contextRef="#ctx0" brushRef="#br0" timeOffset="-1385.83">5168 16736 328 0,'0'0'0'16,"0"0"0"-16,-11-2 0 0,7 0 150 0,4 4 0 0,-4 0 0 15,0 2 0-15,4 2-1 0,0 0 1 0,4 5 0 16,-4-1 0-16,6 0-96 0,2 0 0 0,5 1 0 16,3-3 1-16,2 2-1 0,3 0 0 0,5 3 0 15,9-1 1-15,7-2-19 0,1 0 0 0,8-5 0 16,6-1 1-16,-2-2-1 0,6-4 0 0,-6-2 0 15,2-5 0-15,-6 1-17 0,-4 0 1 16,-5-6 0-16,-7 1 0 0,-9-5-1 0,-3 1 1 0,-11-3-1 16,-4-1 1-16,-12-3-21 0,-4-1 1 0,-6-2-1 15,-3-1 1-15,-9-1-1 0,-7-4 1 0,-1 2-1 16,-9 5 1-16,0-1 3 0,-1 0 0 0,-3 7 0 16,4 6 1-16,0-1-1 0,1 5 0 0,3 4 0 0,0 4 0 15,5 2 7-15,7 4 1 0,-1 0 0 0,9 2 0 16,11-2-1-16,4 7 1 0</inkml:trace>
  <inkml:trace contextRef="#ctx0" brushRef="#br0" timeOffset="-1132.79">5919 16293 348 0,'0'0'0'15,"0"0"0"-15,0 0 0 0,-13 6 185 0,13-2 1 0,-4 2 0 16,0 5 0-16,4 5-1 0,-4-2 1 16,4 3 0-16,0 5 0 0,0 1-134 0,4 1 0 0,0-1 0 15,4 4 0-15,1-1 0 0,-1 1 0 0,2-2 0 16,2-1 0-16,0 3-37 0,3-5 1 0</inkml:trace>
  <inkml:trace contextRef="#ctx0" brushRef="#br0" timeOffset="-951.42">5752 16482 264 0,'0'0'0'0,"0"0"0"0,4-13 0 15,-4 9 161-15,4-2 0 0,4 2 0 0,-2 0 0 16,6 0-1-16,0 0 1 0,3-3 0 0,5 1 0 15,0 0-129-15,3 0 1 0,3 0 0 0,-1 0 0 16,5 0-1-16,5-1 1 0,-5 3 0 0,1 0 0 0,1 0-18 16,3 0 1-16,-4 0 0 0,-1 2 0 0,31-2-16 15,-61 4-1407-15</inkml:trace>
  <inkml:trace contextRef="#ctx0" brushRef="#br0" timeOffset="-769.34">6146 16367 136 0,'0'0'0'16,"0"0"0"-16,-8 0 0 0,4 2 129 0,0-2 1 15,-4 2 0-15,2 0 0 0,-6 0-1 0,0-2 1 16,-3 2 0-16,-1 2 0 0,0 0-102 0,-3 0 1 0,3 2 0 16,-2-1 0-16,-5 1-1 0,7 0 1 0,-6 0-1 15,1 0 1-15,3-2-38 0,2-2 0 0</inkml:trace>
  <inkml:trace contextRef="#ctx0" brushRef="#br0" timeOffset="-637.08">5752 16279 148 0,'0'0'0'0,"0"0"0"16,0 0 0-16,12 0 77 0,-4 2 0 0,2 2 0 0,-2 0 0 16,5 2-1-16,1 2 1 0,2 2 0 0,0 1 0 15,3 1-67-15,1 0 0 0,2 3 0 0,1-1 1 16,1 2-1-16,3 5 0 0</inkml:trace>
  <inkml:trace contextRef="#ctx0" brushRef="#br0" timeOffset="-304.08">6499 16896 616 0,'0'0'0'0,"0"0"0"16,4 8 0-16,0-4 37 0,6 0 1 0,-2 2-1 15,0-1 1-15,2 1-1 0,3 0 1 0,7 0-1 16,2 2 1-16,39 7-38 0,-61-15-687 0</inkml:trace>
  <inkml:trace contextRef="#ctx0" brushRef="#br0" timeOffset="-134.74">6551 17144 684 0,'0'0'0'0,"0"0"0"0,0 0 0 0,9 0 73 16,-1 0 0-16,0 0 0 0,0-2 1 0,6-2-1 15,7 0 0-15,1-2 0 0,0 0 0 0,3-1-29 0,9-1 1 16,9 2-1-16,0 0 1 0,61-9-45 0,-104 15-1086 15</inkml:trace>
  <inkml:trace contextRef="#ctx0" brushRef="#br0" timeOffset="462.54">7388 16763 128 0,'0'0'0'0,"0"0"0"0,-8-9 0 0,4 3 153 15,0 4 0-15,-4-6 0 0,-1 2 0 0,3-2-1 16,-2 1 1-16,0 1 0 0,-4 2 0 0,2 0-105 0,-3 2 0 15,-3 0 0-15,2 4 0 0,2 2 0 0,-7 6 0 16,7-3 0-16,-4 9 0 0,4 0-7 0,-3 7 1 16,3 0-1-16,0 3 1 0,2 9-1 0,2 4 0 15,0 2 0-15,1 0 1 0,7 6-18 0,7-4 0 16,1 2 0-16,4-4 1 0,10-4-1 0,3-2 0 16,5-8 0-16,1-5 1 0,7-3-28 0,5-11 0 15,-4-4 0-15,4-10 0 0,-1-4 0 0,-3-9 0 0,2-5 0 16,-3-3 1-16,-1-8 10 0,-6-2 0 0,-1-10 0 15,-10 2 0-15,-1-4 0 0,-7 2 0 0,-12-3 0 16,-4 3 0-16,-4 0 6 0,-15 4 0 0,-5 4 0 16,-3 2 1-16,-3 4-1 0,-9 7 0 0,-12-1 0 15,14 15 1-15,-1 3-3 0,-5 9 0 0,4 7 0 16,0 5 1-16,1 4-1 0,3 1 0 0,8 5 0 16,1-1 0-16,30-21-12 0,0 0-1884 0</inkml:trace>
  <inkml:trace contextRef="#ctx0" brushRef="#br0" timeOffset="864.92">8047 17374 108 0,'0'0'0'0,"0"0"0"0,0 0 0 0,-6-2 171 16,2 0 1-16,4 0 0 0,-4 2 0 0,0-2-1 0,0 0 1 16,0 2-1-16,0-3 1 0,0 1-137 0,0-2 0 15,0 0 0-15,2-2 1 0,2 0-1 0,0 2 0 16,0 0 0-16,0-2 0 0,0-1-11 0,0-1 0 0,2 2 0 15,4 0 1-15,0-2-1 0,2-1 0 0,0 3 0 16,0 0 1-16,0 0-1 0,3 2 0 0,-3 0 0 16,-4 2 0-16,0 0 0 0,2 2 0 0,-4 0 0 15,2 4 0-15,-2-2-28 0,2 0 0 0,-4 2 0 16,0 0 0-16,0-2 0 0,0 0 0 0,-4 2 0 16,0-2 0-16,2 2 10 0,-2-1 1 0,0-1-1 15,0 0 1-15,0 0-1 0,0 0 0 0,-4-2 0 16,1 2 1-16,1 2 6 0,4-4 0 0</inkml:trace>
  <inkml:trace contextRef="#ctx0" brushRef="#br0" timeOffset="1482.44">8296 16666 148 0,'0'0'0'0,"0"0"0"0,0 0 0 0,0 0 201 0,-8-6 1 16,8 4 0-16,0 2 0 0,0 0-1 0,0 0 1 0,-5 0 0 15,5 0 0-15,-2 2-156 0,2 2 0 0,-2 4 0 16,2 5 0-16,-2-3-1 0,0 6 1 0,2 5 0 16,-2 1 0-16,2 1-20 0,0 4 1 0,0-5 0 15,0 5 0-15,0-1-1 0,0-3 1 0,0 0 0 16,2 1 0-16,0-7 2 0,0-1 1 0,0-2-1 16,0-1 1-16,3-3-1 0,-1 0 0 0,4-4 0 15,-4 1 1-15,0-3-37 0,0 0 1 0,-2 0-1 16,4-2 1-16,0-2-1 0,-2 2 1 0,0 0 0 15,5 2 0-15,-1-4 14 0,0 0 1 0,2 0 0 0,2-4 0 16,0 2-1-16,3 0 1 0,-3 0-1 0,4-2 1 16,2-2 6-16,1-3 0 0,1 1 0 0,-2-2 0 15,3 0 0-15,-3-3 0 0,2 1 0 0,-3-2 0 16,1-1-3-16,-6-3 0 0,3 1 0 0,1-3 1 16,-6 1-1-16,2 1 0 0,-4-7 0 0,0 3 1 0,3-3-3 15,-3 1 0-15,0 1 0 0,-4 1 1 0,0 5-1 16,0 3 0-16,-4 1 0 0,0 5 1 0,0 2-2 15,-4 4 1-15,0 2-1 0,0 4 1 0,0 2-1 16,-2 5 0-16,0-1 0 0,0 6 1 0,-3 5-6 16,5 1 0-16,-4 3 0 0,4 4 1 0,0-3-1 0,4 9 0 15,0-2 0-15,2 2 1 0,4 0-1 0,-2-2 1 16,4 1-1-16,5-1 1 0,-3-4-1 0,2 2 0 16,4-3 0-16,-6-3 1 0,3 0-1 0,3-3 0 15,-6-1 0-15,-2-1 1 0,0-3-1 0,1-1 0 16</inkml:trace>
  <inkml:trace contextRef="#ctx0" brushRef="#br0" timeOffset="12462.39">9464 16519 120 0,'0'0'0'0,"0"0"0"0,0 0 0 0,0 0 48 0,-8-7 0 0,8 3 0 0,-4 2 1 0,0-4-1 0,0 2 0 0,0 0 0 0,-3-2 0 0,-1 2-16 16,0-1 1-16,0 1 0 0,0 0 0 0,-2 2-1 15,2 0 1-15,-5 0-1 0,3 0 1 0,0 2 18 0,0 2 1 16,2 2-1-16,-5 0 1 0,-1 2-1 0,2 1 0 16,-2 3 0-16,-3 0 1 0,1 5-18 0,2 1 1 15,-2-2-1-15,-3 7 1 0,3 1-1 0,-6 1 1 16,1 4-1-16,3 1 1 0,-2 1-44 0,1-2 1 16,3 1 0-16,0 1 0 0,2-6 0 0,1 1 0 15,3 1 0-15,4-1 0 0,4-1 28 0,-2 2 1 16,4-3-1-16,4 1 1 0,-2-3-1 0,6 1 0 0,0-3 0 15,5-1 1-15,-1-1-11 0,2-4 0 0,2-1 0 16,3-1 1-16,1-2-1 0,2-2 0 0,-1-2 0 16,1-2 0-16,-6 3 9 0,7-10 0 0,-1 3 0 15,-2 0 1-15,1-2-1 0,1 0 0 0,-8 0 0 16,3-2 0-16,-5 2-2 0,-4-2 1 0,2 1 0 16,-2-1 0-16,-4 2-1 0,1-2 1 0,-5 0-1 15,4-2 1-15,-4 0-3 0,0-1 1 0,-4 1 0 0,4 0 0 16,-5-2-1-16,1 1 1 0,0-1-1 0,-6 4 1 15,0 0 1-15,0 0 0 0,-2 2 0 0,-3 0 0 16,-1 1-1-16,0 3 1 0,-3 0 0 0,-1 0 0 16,2 0 2-16,-3 3 1 0,3-3-1 0,-2 0 1 15,6 2-1-15,-7 0 1 0,7 0-1 0,-2 0 1 16,-1 4-5-16,7-4 1 0,-2 2 0 0,4 4 0 16,0 3-1-16,2 3 1 0,-3 2 0 0,5 3 0 0,0 26-16 15,4-45-1851-15</inkml:trace>
  <inkml:trace contextRef="#ctx0" brushRef="#br0" timeOffset="15896.1">9765 16691 48 0,'0'0'0'0,"0"0"0"0,0 0 0 0,0 0 224 0,-8-4 1 0,8 2 0 0,-4 2 0 0,0-4-1 0,4-1 1 0,-4 1-1 0,2 2 1 0,-2 0-167 16,2-2 1-16,0 0-1 0,-2 2 1 15,-1-2-1-15,1 0 0 0,4 0 0 0,-4 0 1 0,0-3-86 16,0 3 0-16,0 0 0 0,0-2 0 0,4 0 0 16,0-2 0-16,0 2 0 0,2-5 0 0,-2 1 3 0,2 0 1 15,2-5-1-15,4 5 1 0,-4-2-1 0,5 0 1 16,-1-1 0-16,2 1 0 0,2 2 37 0,0-1 0 15,-2 1 0-15,7 2 0 0,-5 6-1 0,-2 2 1 16,2 0 0-16,1 6 0 0,-5 4-45 0,6 1 1 16,-6 5-1-16,4 0 1 0,-4 9-1 0,3-4 1 15,-3 5-1-15,-4 3 1 0,0-2 23 0,0 5 0 16,-2-1 0-16,-4-2 1 0,2 0-1 0,-4 1 0 0,-8-1 0 16,4 0 1-16,-5 2 3 0,-1-3 0 0,-2 1 0 15,2 0 1-15,-3-7-1 0,1-1 1 0,2-5-1 16,-5-1 1-16,7-5-1 0,0-4 1 0,0 0-1 15,2-6 1-15,1 0-1 0,5 0 1 0,-4-4-1 16,4 0 1-16,0-2 7 0,2 0 1 16,4-3 0-16,2 1 0 0,0-2-1 0,0 2 1 0,4 0-1 15,1-1 1-15,-1 5-1 0,6 2 1 0,2 2 0 16,-1 4 0-16,1 2-1 0,6 5 1 0,-1-3-1 16,-3 2 1-16,8 2 4 0,3 1 1 0,1 1 0 0,1-6 0 15,-1 3-1-15,5 1 1 0,-2-6-1 0,1 0 1 16,-7 0-1-16,3 3 1 0,-3-7-1 0,-3 2 1 15,-4 0-1-15,-5 0 0 0,1 0 0 0,-4 0 1 16,-12-4-11-16,0 0-1455 0</inkml:trace>
  <inkml:trace contextRef="#ctx0" brushRef="#br0" timeOffset="17462.49">10449 16424 92 0,'0'0'0'0,"0"0"0"0,0 0 0 0,-10-8 204 0,6 4 1 0,0 0-1 0,0-2 1 0,0 1-1 0,-1 1 1 16,1 0-1-16,0 0 1 0,0 0-152 0,0 0 1 16,0 0 0-16,2 0 0 0,-2 2-1 0,0 2 1 15,4 0-1-15,0-4 1 0,-4 2-47 0,4 0 1 16,0 2-1-16,0-3 1 0,0 1-1 0,0 2 0 16,0-2 0-16,0 0 1 0,4 0-10 0,4 0 0 15,2-2 0-15,-2-2 0 0,5 2 0 0,5 0 0 0,-2 0 0 16,1 0 0-16,1-1 9 0,0 3 1 0,2-2-1 15,-3 4 1-15,1-4-1 0,-2 8 0 0,3-4 0 16,-7 2 1-16,2 0-23 0,-2 0 1 0,-4 3 0 16,1-1 0-16,-3 0 0 0,2 0 0 15,0 0 0-15,-4 0 0 0,0 2-2 0,-4 0 1 0,4 3 0 16,-4-1 0-16,4 2 0 0,-4 0 0 0,0 3 0 16,0 1 0-16,0 2 6 0,0 7 1 0,2-7 0 15,-2 5 0-15,2 1 0 0,0 3 0 0,0 0 0 0,0-1 0 16,1 5 4-16,3-4 0 0,-6 3 0 0,4 1 0 15,-4-4 0-15,4 1 0 0,-4-1 0 0,4 0 1 16,-4-5 1-16,4 3 1 0,-4-1-1 0,4-1 1 16,-4-5-1-16,2 3 1 0,-2-1-1 0,2-2 1 15,-4 1 3-15,0-5 1 0,2 2 0 0,-4-3 0 0,4 1-1 16,-4-2 1-16,4 1-1 0,-4-5 1 0,4 0 5 16,-4-2 0-16</inkml:trace>
  <inkml:trace contextRef="#ctx0" brushRef="#br0" timeOffset="17796.41">10376 16822 36 0,'0'0'0'0,"0"0"0"0,0 0 0 0,0 0 193 0,-8 0 1 0,4-2 0 0,1 0 0 0,1 0-1 0,0 0 1 0,2 0 0 0,2-2 0 0,0 0-171 0,1-3 1 0,1 1-1 16,4-2 1-16,0 2-1 0,-4 2 1 0,4-4-1 15,2 6 1-15,2-3-9 0,-1 1 1 0,1 2-1 0,0 0 1 16,0 2-1-16,1 0 0 0,1 2 0 0,-6-2 1 15,2 4-10-15,-2-2 1 0,0 3 0 0,0-3 0 16,1 2-1-16,-5 0 1 0,0 0-1 0,-2 0 1 16,2 0-3-16,0 0 0 0,-4 0 0 0,0-2 1 0,-4 3-1 15,4-1 0-15</inkml:trace>
  <inkml:trace contextRef="#ctx0" brushRef="#br0" timeOffset="136459.67">7380 16041 88 0,'0'0'0'0,"-16"-4"0"0,1-3 0 0,-5 1 31 0,-11 0 1 0,-7-6-1 16,-13-3 1-16,-18-3-1 0,-9-3 1 0,-15-1-1 15,-7-3 1-15,-47-8-11 0,27 11 0 0,0 5 0 16,-4 1 0-16,-6 6-1 0,2 8 1 0,8 8 0 16,-7 4 0-16,-1 11-1 0,0 9 1 0,-4 3-1 0,-3 4 1 15,7 4-1-15,-2-2 0 0,6 2 0 0,0 2 1 16,8 0-10-16,0 2 1 0,12 1 0 0,4-3 0 15,10 4-1-15,5 0 1 0,8 6-1 0,-1 7 1 16,9 5-13-16,0 11 0 0,10 10 0 0,2 7 0 16,2 5 0-16,8 5 0 0,2 1 0 0,17 1 1 0,5-7 5 15,15-3 0-15,8-7 0 0,17-6 0 0,9-6-1 16,17-4 1-16,6-7 0 0,10-1 0 0,10-9-2 16,4-3 1-16,9-3 0 0,11-6 0 15,3 0-1-15,8-4 1 0,10-2-1 0,6 2 1 0,6-6 2 16,6 1 1-16,2-7 0 0,11 2 0 0,-3-5-1 15,13-1 1-15,4-7 0 0,10-5 0 0,2-5-2 0,6-4 0 16,2-8 0-16,6-5 0 0,4-3 0 0,5-6 0 16,-1-3 0-16,5 0 0 0,-1 3-1 0,0-3 1 15,-1 3 0-15,1-1 0 0,-10 3-1 0,7-1 1 16,-9-1-1-16,0-1 1 0,-4 3 1 0,-2 0 0 16,-1-3 0-16,-8-2 0 0,-1-1-1 0,-6-1 1 15,-2-1 0-15,0-7 0 0,-7 2 4 0,-3-4 1 0,-4-4-1 16,-1 0 1-16,-7-6-1 0,-3 2 0 0,-12-4 0 15,-4 2 1-15,-4 0 2 0,-8-1 0 0,-8 1 0 16,-11 0 0-16,-7 0 0 0,-5 2 0 0,-8 2 0 16,-12 2 0-16,-6 0 2 0,-12 4 1 0,-17 2-1 15,-10 5 1-15,-12 7-1 0,-8-1 1 0,-10 1-1 16,-11-2 1-16,-1 3 3 0,-13-7 1 0,-6-5-1 16,-10-5 1-16,-14-13-1 0,-4-1 0 0,-5-4 0 15,-17-7 1-15,-9-10 1 0,-10-1 1 0,-4-5 0 0,-11 6 0 16,3 0-1-16,-10 4 1 0,1 7 0 0,-7 1 0 15,-7 3-1-15,-8 6 0 0,-6 3 0 0,-10 9 1 16,-4 5-1-16,-2 3 0 0,-6 2 0 0,-1 2 0 16,-3 5 0-16,-4 6 0 0,-1 7 0 0,-1 11 1 0,1 11-1 15,1 11 0-15,-1 15 0 0,5 2 1 16,0 11-4-16,8-1 0 0,-1 2 0 0,11 0 1 0,63-5-19 16,112-48-1541-16</inkml:trace>
  <inkml:trace contextRef="#ctx0" brushRef="#br1" timeOffset="178625.33">14493 16691 132 0,'0'0'0'0,"0"0"0"0,0 0 0 0,-4-6 52 0,4 2 1 0,0-1-1 16,0 1 1-16,0 2-1 0,4-2 1 0,-4 2-1 0,8 0 1 16,-4 0-12-16,2 4 0 0,3 2 0 0,-1 4 1 15,0 5-1-15,0 3 0 0,0 5 0 0,2 3 1 16,2 11 6-16,-3 4 0 0,1 12 0 0,2 7 0 16,-4 12-1-16,0 3 1 0,2 5 0 0,-1-10 0 15,-1-4-5-15,0-7 1 0,2 19-1 0,-6-29 1 16,0-2-1-16,0-6 1 0,0-4-1 0,-4-10 1 15,4-5-60-15,0-8 1 0</inkml:trace>
  <inkml:trace contextRef="#ctx0" brushRef="#br1" timeOffset="178958.63">14430 16894 420 0,'0'0'0'16,"0"0"0"-16,0 0 0 0,0 0 100 0,0 0 0 16,0 0 0-16,0 0 1 0,2 10-1 0,0-4 0 0,4 2 0 15,0 3 1-15,6 1-57 0,1 2 1 0,-1 3-1 16,10-5 1-16,1 2-1 0,9 1 1 0,5-5-1 16,4 0 1-16,7-6-14 0,3 1 1 0,-6-8 0 15,6-3 0-15,0-2-1 0,-4-2 1 16,1-4 0-16,-5-5 0 0,4 1-11 0,-8-7 1 0,-7-6-1 15,-3 0 1-15,-1-5-1 0,-9-1 1 0,-3-2-1 16,-8-2 1-16,-4 2-26 0,-6-4 0 0,-4 2 0 16,-2 0 0-16,-13 4 0 0,-1 0 0 0,-8 6 0 15,-5 4 0-15,-12 9 11 0,-4 8 1 0,-2 3-1 0,-10 11 1 16,-18 13-1-16,16 5 1 0,0 5-1 0,-7 8 1 16,5 6 6-16,4 0 0 0</inkml:trace>
  <inkml:trace contextRef="#ctx0" brushRef="#br1" timeOffset="179341.47">15623 16320 272 0,'0'0'0'0,"0"0"0"0,0 0 0 0,0 0 155 0,0 0 1 0,0 0-1 16,0 0 1-16,0 0-1 0,8 0 1 0,-2 4-1 0,2 8 1 16,0-2-117-16,0 7 0 0,-2-1 0 15,5 7 1-15,-1 5-1 0,2 1 0 0,0 8 0 0,2 0 1 16,-1 0-15-16,-1 0 0 0,-2-2 0 0,2-1 1 16,-4 1-1-16,1 0 0 0,-3-4 0 0,2-2 0 15,-4 20-25-15,-4-49-1524 0</inkml:trace>
  <inkml:trace contextRef="#ctx0" brushRef="#br1" timeOffset="179575.02">15368 16498 372 0,'0'0'0'0,"0"0"0"0,-2-12 0 0,2 8 138 0,0-3 1 16,2 3 0-16,8 0 0 0,-1 0-1 0,-1 2 1 15,6-4-1-15,2 6 1 0,3-8-97 0,5 4 1 16,2-3-1-16,9-1 1 0,0 0-1 0,11 2 1 16,-3-2-1-16,0 2 1 0,2-1-25 0,-1 1 1 15,-3 2-1-15,-2 0 1 0,-1 2-1 0,-3 0 0 0,-2 0 0 16,-7-2 1-16,-3 2-18 0,-3 2 1 16</inkml:trace>
  <inkml:trace contextRef="#ctx0" brushRef="#br1" timeOffset="179791.23">16083 16141 164 0,'0'0'0'0,"0"0"0"0,-9 6 0 16,1-2 108-16,-2 3 1 0,2-1 0 0,-8 4 0 15,-1 0-1-15,3-2 1 0,-4 5 0 0,2 3 0 16,-7 1-79-16,7-1 1 0,-9 4 0 0,3 1 0 15,-8 6-1-15,1 1 1 0,3-1-1 0,-5 2 1 16,5 4-6-16,-5-7 0 0,7 3 0 0,3 0 0 0,-1-5 0 16,4-1 0-16</inkml:trace>
  <inkml:trace contextRef="#ctx0" brushRef="#br1" timeOffset="179974.87">15413 16190 240 0,'0'0'0'16,"0"0"0"-16,12 4 0 0,-4 1 77 0,3 5 0 16,1 2 0-16,2 0 1 0,2 5-1 0,1 3 0 15,3 5 0-15,2 4 0 0,5 6-38 0,3-1 0 16,5 3 0-16,2 0 1 0,-1 0-1 0,7 0 0 0,0-4 0 16,-1 0 0-16,1-5-6 0,-4 3 1 0</inkml:trace>
  <inkml:trace contextRef="#ctx0" brushRef="#br1" timeOffset="180842.66">16534 16601 364 0,'0'0'0'0,"0"0"0"0,0 0 0 0,0-13 116 0,0 9 0 0,0 0 0 16,4-2 0-16,5 2 0 0,-1 0 0 0,6 2 0 15,2 0 0-15,1 0-82 0,5-1 1 0,4 6 0 16,3-3 0-16,6 4-1 0,1 2 1 0,5-4-1 16,4 2 1-16,1 0-12 0,5 2 0 0</inkml:trace>
  <inkml:trace contextRef="#ctx0" brushRef="#br1" timeOffset="181141.9">16504 17044 276 0,'0'0'0'16,"0"0"0"-16,0 0 0 0,4-11 121 0,2 5 0 0,2 2 0 15,4-2 1-15,1-2-1 0,-1 2 0 0,6-3 0 16,0 3 1-16,3 0-95 0,5 0 1 0,3 0-1 15,3 2 1-15,1 0-1 0,6 1 0 0,-1 1 0 16,1 0 1-16,46-2-28 0,-85 4-1099 0</inkml:trace>
  <inkml:trace contextRef="#ctx0" brushRef="#br1" timeOffset="182377.1">8227 17517 88 0,'0'0'0'0,"0"0"0"0,0 0 0 0,0 0 91 0,4-6 1 0,0 2 0 16,0 2 0-16,6 0-1 0,2 0 1 0,0 2 0 15,3-6 0-15,9 4-73 0,2 0 0 0,9 0 0 16,8 0 1-16,14 0-1 0,10-3 0 0,14-1 0 16,19-2 0-16,16 0 2 0,59-6 1 0,-28-1-1 15,7 3 1-15,-1-2-1 0,6-3 0 0,-5-3 0 16,-1-1 1-16,-2 5-14 0,-5-3 1 0,-7 3-1 15,-3 3 1-15,-10 3-1 0,-2 2 1 0</inkml:trace>
  <inkml:trace contextRef="#ctx0" brushRef="#br1" timeOffset="185825.6">18089 16529 144 0,'0'0'0'0,"0"0"0"0,0 0 0 0,0-8 99 0,0 1 1 0,0-1-1 0,2 0 1 0,-2-2-1 15,0-3 0-15,0-1 0 0,0 2 1 0,2-1-66 0,-2 1 0 16,-2-4 0-16,0 3 1 0,0 3-1 16,0 0 0-16,2 2 0 0,-4 2 0 0,0-3-11 0,0 3 0 15,-2 4 0-15,2 0 1 0,-4 0-1 16,2 4 0-16,-5 2 0 0,1 2 0 0,0 5-13 0,-4 1 1 15,0 6-1-15,-1 3 1 0,1 6-1 0,-4 3 1 16,2 7-1-16,1 2 1 0,5 4-10 0,0 0 1 16,10 0-1-16,0-2 1 0,12-6-1 0,6-4 0 15,1-6 0-15,11-3 1 0,9-7-2 0,6-5 1 16,12-4-1-16,4-10 1 0,6-2-1 0,6-7 0 0,-4-1 0 16,1-4 1-16,23-9 9 0,-34 2 0 0,-2 1 0 15,-12 1 1-15,-10 1-1 0,-7-5 0 0,-8 2 0 16,-5 5 1-16,-11-5 6 0,-8 1 0 0,-6 1 0 15,-7-4 0-15,-5 3-1 0,-7-5 1 0,-1 2 0 16,-5-1 0-16,-12-1 2 0,3 6 0 0,-1-1 0 16,-2 3 1-16,4 5-1 0,3 4 0 0,-3 3 0 15,4 3 1-15,1 2 6 0,3 4 1 0,-2 2 0 16,9 2 0-16,-3 0-1 0,7 3 1 0</inkml:trace>
  <inkml:trace contextRef="#ctx0" brushRef="#br1" timeOffset="186276.31">19229 16849 432 0,'0'0'0'0,"0"0"0"0,0 0 0 0,-10-11 151 0,8 7 1 0,-2 0 0 0,0 4 0 15,0-6-1-15,2 4 1 0,-2 0-1 0,0 0 1 16,4 0-132-16,0 4 1 0</inkml:trace>
  <inkml:trace contextRef="#ctx0" brushRef="#br1" timeOffset="187092.07">19606 16287 192 0,'0'0'0'0,"0"0"0"0,0 0 0 0,2-8 120 0,0 3 0 0,0-1 0 0,2 0 0 0,-4 0-1 16,4 0 1-16,-4 0 0 0,4 2 0 0,-4-1-91 0,2 3 1 15,0 4-1-15,-2 1 1 0,0 1-1 0,-2 4 1 16,2 0-1-16,0 2 1 0,0 5-10 0,-2 1 0 16,-2 5 0-16,4-1 1 0,-4 3-1 0,-2-1 0 15,0 3 0-15,-1-1 0 0,1-1-4 0,0 2 0 16,2-5 0-16,0 1 0 0,-2-5 0 0,2-2 0 16,0-1 0-16,2-3 0 0,0 0-20 0,4-2 1 15,-2-1 0-15,2-3 0 0,2 2-1 0,2-2 1 0,2 0 0 16,0-2 0-16,0 4 7 0,3-6 1 0,1 2-1 15,0-2 1-15,0 2-1 0,3 0 0 0,1-2 0 16,2 0 1-16,0 0 3 0,3 0 0 0,-1 0 0 16,3-2 1-16,1 0-1 0,2 0 0 0,1-4 0 15,-1 0 0-15,3 0 7 0,-3-2 0 0,9-1 0 16,-5-3 1-16,-3 2-1 0,-3-7 0 0,3 5 0 16,-3 0 0-16,-1-3-1 0,-5-1 1 0,2 0-1 0,-8-3 1 15,3 5-1-15,1-3 0 0,-6 1 0 0,-2 0 1 16,0-1-2-16,1 3 1 0,-1 4-1 0,-4-1 1 15,0 3-1-15,-2 0 1 0,0 6-1 0,-2 2 1 16,-2 6 2-16,0-4 0 0,-2 6 0 0,0 5 0 16,0 3 0-16,-4 6 0 0,3 7 0 0,-1 2 0 15,2 8-4-15,0 4 0 0,4 0 0 0,2 2 0 0,2-6-1 16,4 2 1-16,1-2 0 0,3-6 0 0,0-2 0 16,2-3 1-16,-2 1 0 0,3-4 0 0,-15-25-13 15,0 0-1776-15</inkml:trace>
  <inkml:trace contextRef="#ctx0" brushRef="#br1" timeOffset="188976.41">21313 16229 208 0,'0'0'0'0,"0"0"0"0,0 0 0 0,-4-8 203 0,4-2 0 16,0 4 0-16,0-3 1 0,-4 3-1 0,0-6 0 16,0 0 0-16,0 1 1 0,-2 1-155 0,2-2 0 15,-4 4 0-15,3 0 1 0,-5-1-1 0,0 7 0 16,0 0 0-16,2 0 0 0,-2 2-25 0,-7 4 0 15,5 0 0-15,-6 5 0 0,2 1-1 0,-7 2 1 16,3 5 0-16,-1 3 0 0,-3 3-14 0,0 7 0 0,-3 5 0 16,7 2 1-16,-5 4-1 0,11 2 0 0,-4 4 0 15,10 1 0-15,0-3-8 0,3 0 0 0,10 0 0 16,3-4 1-16,6-6-1 0,2-2 0 0,7-5 0 16,5-5 0-16,3-5-3 0,3-3 1 0,1-3 0 15,3-4 0-15,1-4-1 0,0-2 1 0,-9-4 0 16,3 0 0-16,-3-4 0 0,-3-2 0 0,-9-4 0 15,-6-3 1-15,-3-1-1 0,-9-3 0 0,-5 3 0 16,-5 0 1-16,0-1-1 0,0-1 1 0,-6 1-1 16,-3-1 1-16,-3-1-1 0,-7 3 1 0,-1 0-1 0,-3 1 1 15,-1 5 4-15,-5 2 1 0,2 8 0 0,-1 4 0 16,-1 2-1-16,2 6 1 0,5 3 0 0,3-1 0 16,3 0-1-16,6 1 1 0,7 1 0 0,9-4 0 15,4-12-6-15,0 0-1942 0</inkml:trace>
  <inkml:trace contextRef="#ctx0" brushRef="#br1" timeOffset="189575.16">21759 16455 260 0,'0'0'0'0,"0"0"0"0,0 0 0 0,0-6 171 0,0 4 1 0,2-4 0 0,0-1 0 16,2-1-1-16,2 0 1 0,2 0-1 0,-2-2 1 15,7-3-143-15,3 1 0 0,-4 4 0 0,4-5 1 16,3 3-1-16,1 2 0 0,2-6 0 0,5 3 0 16,1 1-9-16,5 0 0 0,-2 2 0 0,1 4 1 15,1 4-1-15,-1 4 0 0,-3 6 0 0,-5 2 0 0,1 5-15 16,-7 1 1-16,2 9-1 0,-6-1 1 15,-1 5-1-15,-5 0 0 0,-4 6 0 0,-8 2 1 0,0 0-4 16,-2-2 1-16,-5-4 0 0,-3 1 0 0,-6-3-1 16,-3-4 1-16,-1-1 0 0,-2-3 0 0,-1-4-9 15,-3-5 0-15,1-2 0 0,1-2 0 0,7-8 0 0,-1-4 0 16,6-4 0-16,3-4 1 0,3-2-1 0,6 1 1 16,2-3 0-16,2 4 0 0,4-7-1 0,2 7 1 15,4-4 0-15,3 2 0 0,1 3 3 0,6-1 1 16,-5 2-1-16,5 0 1 0,4 4-1 0,3 1 1 15,-1 1 0-15,9 4 0 0,-1 1 0 0,9 1 0 16,4-2 0-16,-2 2 0 0,6 2 0 0,-1 0 0 16,5 2 0-16,-4 1 0 0,-2-1 0 0,0 2 1 0,-4 0 0 15,-7 3 0-15,1 1-1 0,-6-2 1 0,-1-2 0 16,-5-1 0-16,-27-9 0 0,0 0-1487 0</inkml:trace>
  <inkml:trace contextRef="#ctx0" brushRef="#br1" timeOffset="189941.76">23436 16274 280 0,'0'0'0'0,"-4"-10"0"0,0 2 0 0,4 0 154 0,-6-2 1 0,2 1-1 0,-4 1 1 0,1-2-1 0,1 0 1 0,-2 1-1 0,-4 3 1 0,2 2-126 16,-2-2 0-16,1 4 0 0,-3 0 0 0,0 4-1 15,-4 0 1-15,1 2 0 0,-3 6 0 0,2-1-9 16,-7 7 0-16,7 0 0 0,-7 7 1 0,3 2-1 16,-4 5 0-16,1 3 0 0,3 0 0 0,-1 6-14 0,1 2 1 15,6-2 0-15,4 2 0 0,3-2-1 16,7 2 1-16,4-6-1 0,11 0 1 0,3-3-1 0,8-3 0 16,9 0 0-16,1-4 1 0,13-7-1 0,-2-2 0 15,4-1 0-15,4-3 1 0,-4-6-6 0,2-2 0 16,-5-4 0-16,-5-2 0 0,-4-2 0 0,-7-4 0 15,-3-2 0-15,-11-5 0 0,-10-3 0 0,-4 1 0 16,-8-1 0-16,-8 0 0 0,-5 3 0 0,-5-3 0 16,-11 5 0-16,-5-3 0 0,-11 4 10 0,-6 3 0 15,2 5 0-15,-8 2 0 0,10 4-1 0,-2 2 1 16,6 3 0-16,8-3 0 0,41-4-11 0,0 0-1586 0</inkml:trace>
  <inkml:trace contextRef="#ctx0" brushRef="#br1" timeOffset="192857.71">22962 13387 20 0,'0'0'0'0,"0"0"0"0,-8-15 0 0,4 9 15 0,2-6 0 0,-3-3 0 15,1 1 0-15,2 2 0 0,0-3 0 0,0 5 0 0,2 4 0 16,0-2 34-16,0 0 1 0,0 1-1 0,4 5 1 15,0 0-1-15,0 6 0 0,3 3 0 0,1 5 1 16,0 2-1-16,0 9 0 0,0 12 0 0,2 8 0 16,3 12 0-16,1 9 0 0,-2 7 0 0,0 9 0 0,0 9-4 15,1 1 0-15,1 27 0 0,-4-35 1 0,-2-6-1 16,0-9 0-16,5-7 0 0,-5-13 0 0,2-10-60 16,0-6 0-16,0-5 0 0,-4-5 1 0,0-9-1 15,-1-10 0-15,1-4 0 0,-2-4 1 0,-4 6 14 16,0 0-878-16</inkml:trace>
  <inkml:trace contextRef="#ctx0" brushRef="#br1" timeOffset="194291.47">23096 13200 60 0,'0'0'0'0,"0"0"0"0,0 0 0 0,-8-6 179 0,4 6 0 0,4-4 0 0,-4 4 1 16,0-6-1-16,0 1 0 0,0 1 0 0,2-2 0 15,0 4-139-15,-1-2 0 0,6 0 0 0,-1 0 0 0,0 0 0 16,6-2 0-16,0 1 0 0,4 1 0 0,6-4-28 16,3 0 0-16,5 0 0 0,9-3 0 0,8-3-1 15,14-2 1-15,6-5 0 0,14-3 0 0,10-1-13 16,15-2 1-16,39-14 0 0,-25 11 0 0,4-1 0 15,6 0 0-15,-2 4 0 0,-2 1 0 0,0-1 6 0,-6 7 0 16,-4-3 0-16,-4 4 1 0,-2 1-1 0,-4-2 0 16,-7 3 0-16,-1-1 0 0,-4 3-17 0,-1-1 0 15,-3 2 0-15,-3-3 1 0,-10 3-1 0,-1-5 1 16,-11 7-1-16,-6 2 1 0,-7 2 5 0,-1-1 1 16,-4 9-1-16,-15-6 1 0,1 4-1 0,-5 2 1 15,-3-2-1-15,-5 2 1 0,-4 2 2 0,-6 0 1 16,-4 0-1-16,0 6 1 0,-4-8-1 0,2 2 1 15,0 1 0-15,0-1 0 0,0 0-1 0,0 2 1 0,0-2 0 16,0 2 0-16,0 0 0 0,0-4 0 0,0 4 0 16,0 0 0-16,0-4 5 0,0 4 0 0,2 0 0 15,-2 1 1-15,2-1-1 0,3 2 0 0,-1 0 0 16,4 0 1-16,0 2 4 0,4-2 1 0,-2 5 0 16,0-1 0-16,3 0-1 0,-3-2 1 0,2 3-1 15,-2 5 1-15,0-6 4 0,-1 3 1 0,1 3-1 16,-2 2 1-16,2-3-1 0,4 3 0 0,1-1 0 0,-1 3 1 15,0 1-1-15,2-1 1 0,3-1-1 0,-3-1 1 16,-2 3-1-16,2-1 0 0,-1 1 0 0,1-1 1 16,-4-3-3-16,2 3 0 0,1 1 0 0,-1-3 0 15,-2 1-1-15,0 1 1 0,-4 1 0 0,3-3 0 16,-1 0-3-16,-2-1 1 0,0 1 0 0,-2 3 0 0,-2-3-1 16,-2 1 1-16,0-5 0 0,0 5 0 0,0 1-4 15,0-3 0-15,-2 1 0 0,2-2 0 0,-2 1 0 16,5-1 0-16,-5 1 0 0,0-5 0 0,0-2-3 15,0 2 1-15,0-1-1 0,4-1 1 0,-4 0-1 16,0 1 1-16,2-1-1 0,-2-2 1 0,0 0 1 0,0-4 1 16,0 4-1-16,2-1 1 0,-2-3-1 0,0 0 1 15,0 4-1-15,2-6 1 0,-2 2-2 0,0-2 1 16,0-2-1-16,2 2 1 0,-2 0-1 0,0-2 0 16,0 2 0-16,0 0 1 0,0-4-3 0,0 4 1 15,0-2 0-15,0 0 0 0,-2 0-1 0,2 0 1 16,0 2 0-16,-2-2 0 0,2 5 2 0,-4-1 1 15,4 0-1-15,-4-2 1 0,-3 2-1 0,3 0 1 16,0 2-1-16,-4 0 1 0,2 1-2 0,0-1 1 0,-2 2-1 16,-2-2 1-16,-1 2-1 0,3 0 0 0,-6 3 0 15,2-3 1-15,0 0-1 0,-5 2 0 0,5 3 0 16,0-7 1-16,-4 4-1 0,1 0 0 0,3 1 0 16,0-1 1-16,0 0-1 0,-2-2 0 0,-1 0 0 15,1 3 1-15,0-7-1 0,-2 2 0 0,1 0 0 16,-1 0 1-16,2-2-1 0,2 1 0 0,-3-1 0 15,-1 0 1-15,-2 0-1 0,-3 0 0 0,1 0 0 16,2-2 0-16,-3 2-1 0,3-4 0 0,-4 0 0 0,1-4 0 16,-3 2-1-16,-1 0 1 0,1 0 0 0,-5 2 0 15,-3 0-1-15,3 2 1 0,-1 0-1 0,-5 0 1 16,-3 2-1-16,-1 0 0 0,0-2 0 0,-3 4 1 0,-3 1-3 16,0-1 1-16,-2 4 0 0,-4-8 0 0,7 6-1 15,-7 1 1-15,-4-1 0 0,4 0 0 0,6 0-1 16,6-2 1-16,1 2-1 0,1 1 1 0,9-3-1 15,-1 0 0-15,-1 0 0 0,1-2 1 0,1-2 0 16,1 2 1-16,5 0-1 0,-3 1 1 0,3-1-1 16,2 0 1-16,-3 0-1 0,1 0 1 0,3 0-2 0,-3 2 1 15,0-2-1-15,-1 5 1 0,-1-5-1 0,1 0 0 16,3 2 0-16,-2-2 1 0,1 0 0 0,3 0 1 16,2 0 0-16,2 0 0 0,1-4-1 0,-1 2 1 15,4 3-1-15,0-1 1 0,2-2 0 0,-5 0 0 16,5 2 0-16,0 0 0 0,2-4-1 0,-2 4 1 15,0-4 0-15,0 2 0 0,-1 0-2 0,3 0 1 16,-2 0-1-16,-2 0 1 0,2 2-1 0,2-1 1 16,0 1-1-16,-2 2 1 0,-1-6 1 0,3 4 0 0,2 0 0 15,0 0 0-15,0 0-1 0,2 0 1 0,0 2 0 16,2-1 0-16,0-1-2 0,0 4 1 0,0-2-1 16,2 2 1-16,2 0-1 0,0 3 0 0,0 1 0 15,2-4 1-15,0 2-1 0,-1 3 0 0,-1-7 0 16,2 4 1-16,-2 0-1 0,0 1 0 0,2-1 0 15,-2 0 1-15,0-4-1 0,2 3 0 0,-2-3 0 16,0 0 1-16,-2 0-1 0,2-2 0 0,-2 2 0 16,1 0 0-16,-1 3 1 0,-2-5 1 0</inkml:trace>
  <inkml:trace contextRef="#ctx0" brushRef="#br1" timeOffset="197096.51">24680 11311 256 0,'0'0'0'0,"0"0"0"0,0 0 0 0,2 10 65 0,0 0 0 0,0-3 0 0,0 5 0 0,-2 2-1 16,2 3 1-16,-4 1 0 0,2 5 0 0,0-3-11 16,0 3 1-16,0 3 0 0,0-3 0 0,0 4-1 15,2-3 1-15,0 3-1 0,0-7 1 0,4 3-18 16,0 0 0-16,-2-1 0 0,2-5 1 0,-2 3-1 0,0 1 0 16,-2-7 0-16,2 2 1 0,-4-16-38 15,0 0-1133-15</inkml:trace>
  <inkml:trace contextRef="#ctx0" brushRef="#br1" timeOffset="197891.33">25042 11610 136 0,'0'0'0'0,"0"0"0"0,0 0 0 0,0 0 121 0,0 0 0 0,0 0 0 0,0 0 0 0,0 0 0 0,0 0 0 16,0 0 0-16,0 0 0 0,0 0-87 0,0 0 0 16,0 0 0-16,0 0 0 0,0 0 0 0,-8-2 0 15,6 2 0-15,0 0 0 0,0 2-27 0,0-2 1 16,-3 2-1-16,3 5 1 0,-2-7-1 0,2 4 1 16,-2 0-1-16,-2 0 1 0,2 0 2 0,0 0 1 15,0 2 0-15,0-2 0 0,0-4-1 0,2 4 1 0,2-4-1 16,-2 0 1-16,0 3-8 0,2-3 1 0,2 0-1 15,-2-3 1-15,0 3-1 0,2 0 1 0,0-4-1 16,0 4 1-16,2-4-4 0,0 4 1 0,0-4-1 16,-2 4 1-16,0 0-1 0,0-2 0 0,-2 4 0 15,-2 2 1-15,0-4 0 0,-2 0 0 0,0 4 0 16,-4 0 0-16,2-1-1 0,0 3 1 0,-7-2 0 16,7 0 0-16,0 2 6 0,0-2 1 0,2-2 0 15,4 0 0-15,-4-2-1 0,4 2 1 0,0-2-1 0,0 0 1 16,4 0-1-16,-4-2 1 0,4 2-1 0,2 0 1 15,0-2-1-15,2 0 1 0,3 2-1 0,-5-4 1 16,2 4 3-16,2-4 0 0,-2 2 0 0,2 0 1 16,-4 0-1-16,1 0 0 0,-1 0 0 0,-4 0 0 15,0 0 4-15,0 2 0 0,-2 0 0 0,0 0 0 0,-2 2-1 16,2-2 1-16,-2 2 0 0,0-2 0 0,-2 2 2 16,-1 0 1-16,3-2-1 0,-2 2 1 0,0-2-1 15,0 0 1-15,4 0-1 0,-6 2 1 0,2 0-4 0,0 2 0 16,0-4 0-16,0 4 0 0,0-2 0 15,2 0 0-15,-2 0 0 0,2 0 0 0,2-2-14 0,0 0-1605 16</inkml:trace>
  <inkml:trace contextRef="#ctx0" brushRef="#br1" timeOffset="198358.5">25636 11416 156 0,'0'0'0'0,"0"0"0"0,0 0 0 0,-8-5 196 0,4 5 1 0,0-4-1 0,0 2 1 16,-2 0-1-16,-3 0 1 0,3 0-1 0,0 4 1 15,-6 0-170-15,0 2 0 0,2 0 0 0,-3 1 1 16,3 3-1-16,0 0 0 0,0 2 0 16,0 5 0-16,4 1-8 0,2 0 1 0,0 3-1 0,4-7 1 15,2 7-1-15,4-1 1 0,2-2-1 0,6 3 1 0,2-5-14 16,5 3 1-16,1-1 0 0,0-2 0 0,7-3-1 16,-1 1 1-16,1-4-1 0,-1-2 1 0,-1-4-6 15,-1 0 0-15,-1-4 0 0,-3 0 1 0,-1-6-1 16,-5-2 0-16,-4-4 0 0,-2 1 0 0,-2-7-5 0,-2 1 1 15,-4 1 0-15,-2-3 0 0,-2-1-1 0,-2-1 1 16,0 5 0-16,-2-7 0 0,-4 5 2 0,0-1 1 16,-4 9 0-16,-3-3 0 0,-3 5-1 0,-2 2 1 15,-1 4 0-15,1 4 0 0,-1 0-1 0,-1 0 1 16,0 4 0-16,-1 0 0 0,3 0 0 0,1 2 0 16,7 3 0-16,0-5 0 0,4 2 7 0,6-2 0 0,6 2 0 15,4 0 1-15,-6-6-8 0,0 0-1623 0</inkml:trace>
  <inkml:trace contextRef="#ctx0" brushRef="#br1" timeOffset="198608.86">26377 11159 296 0,'0'0'0'0,"0"0"0"0,0 0 0 0,6 6 163 0,-4 0 0 0,0 5 0 0,0-1 0 15,-2 6-1-15,4 1 1 0,0 1 0 0,0 5 0 0,0-1-141 16,3 5 0-16,-1 0 0 0,2-1 1 0,2 3-1 16,-4 0 0-16,2-5 0 0,2 3 0 0,-1-4-5 15,-1-3 0-15,0 3 0 0,0-1 0 0,-8-22-17 16,0 0-1383-16</inkml:trace>
  <inkml:trace contextRef="#ctx0" brushRef="#br1" timeOffset="198962.39">27020 11225 248 0,'0'0'0'0,"-8"-6"0"16,4-1 0-16,-6-1 129 0,-5 2 0 0,1 2 0 16,-2 0 1-16,-2 0-1 0,-1 4 0 0,-1 0 0 15,-2 2 0-15,5 2-101 0,-3 0 1 0,2 2-1 16,1 4 1-16,7-3-1 0,4 3 0 0,4 0 0 16,4 0 1-16,4-1-5 0,2 3 1 0,4-4 0 15,3 2 0-15,1 7-1 0,2-5 1 0,3 4-1 16,-1-1 1-16,-2 1-8 0,3 5 0 0,-1-3 0 0,-2 5 1 15,-3-3-1-15,-1 3 0 0,-6-1 0 0,0 1 0 16,-6-3-19-16,0-3 0 0,-4 1 0 0,-2 1 1 16,-6-5-1-16,0-2 1 0,-7 1-1 0,-3-3 1 15,-2-2 4-15,-5 0 1 0,-3-3-1 0,-3 1 1 16,-1-2-1-16,1-2 0 0,5-4 0 0,-1 0 1 16,7 0-1-16,-1-2 1 0,7-3-1 0,2 3 1 0,14 4-4 15,0 0-1403-15</inkml:trace>
  <inkml:trace contextRef="#ctx0" brushRef="#br1" timeOffset="199891.93">27417 11151 168 0,'0'0'0'0,"0"0"0"0,0 0 0 0,0 0 184 0,0 0 1 0,0 0 0 0,0 0 0 0,0 0-1 0,0 0 1 15,6 8-1-15,-2-2 1 0,-2 7-156 0,2 1 1 16,0 2-1-16,-4 1 1 0,2 5-1 0,0 1 0 16,-2 4 0-16,0-1 1 0,0 1-14 0,2 2 0 15,0-1 0-15,0-1 0 0,1 4 0 0,1-3 0 16,0-3 0-16,2 2 0 0,-2-5-12 0,0 3 1 15,0-7 0-15,-2 1 0 0,2 1-1 0,0-5 1 16</inkml:trace>
  <inkml:trace contextRef="#ctx0" brushRef="#br1" timeOffset="200157.17">27820 11176 216 0,'0'0'0'0,"0"0"0"0,0 0 0 16,6-11 118-16,-4 7 1 0,4 4-1 0,0-2 1 16,-2 2-1-16,4 0 0 0,3 2 0 0,-5 2 1 0,0 7-87 15,0 1 1-15,0 4 0 0,0 5 0 0,-2 1-1 16,2 5 1-16,0 4-1 0,13 41 28 15,-7-29-33-15,0-8 0 0,0 3 1 0,-1-1-1 16,-3-2 0-16,0-2 0 0,0-4 0 0,2 26-27 0,-10-55-1231 16</inkml:trace>
  <inkml:trace contextRef="#ctx0" brushRef="#br1" timeOffset="209194.51">28469 12767 208 0,'0'0'0'0,"0"0"0"0,0 0 0 0,0 0 46 0,0 0 0 15,0 0 0-15,0 0 0 0,8-8-1 0,-6 6 1 0,4-2 0 16,3-2 0-16,-1 0-22 0,2-1 0 0,4-1 0 15,0 4 1-15,1-6-1 0,3 2 0 16,2-1 0-16,-1 1 1 0,5-2 15 0,0 2 0 16,3-3 0-16,-1 3 1 0,3 0-1 0,-1-2 0 0,3 2 0 15,-3-1 0-15,3 5-25 0,-5 0 0 0,-1-2 0 16,1 4 1-16,1 0-1 0,-5 0 0 0</inkml:trace>
  <inkml:trace contextRef="#ctx0" brushRef="#br1" timeOffset="210206.37">29068 12414 104 0,'0'0'0'0,"0"0"0"0,0 0 0 0,0 0 84 0,-11-6 0 0,9 6 0 0,0-4 0 16,2 4-1-16,0-6 1 0,-4 4 0 0,4 2 0 16,0-4-55-16,0 2 1 0,4 0 0 0,-2-2 0 0,2 2-1 15,5 2 1-15,-1 0-1 0,2-5 1 16,2 5-9-16,4 5 1 0,3-3 0 0,-1 0 0 16,0 2-1-16,5 2 1 0,1-4-1 0,-2 8 1 0,3-4-11 15,-3 5 0-15,-5-1 0 0,1 0 0 0,-4 7-1 16,-2-7 1-16,-3 2 0 0,-5 5 0 0,0-3-11 15,-8 2 1-15,0 3-1 0,-5-5 1 0,-1 3-1 16,-2-3 0-16,-4 2 0 0,1-3 1 0,-3 1 0 0,-2 0 1 16,-3-1 0-16,1-3 0 0,0 2-1 0,3 0 1 15,-5-3 0-15,4 1 0 0,-1-2 4 0,5-2 0 16,0 0 0-16,5-1 1 0,3-1-1 0,2-2 0 16,2-2 0-16,6 0 0 0,-2 0-6 0,0 0-1004 0</inkml:trace>
  <inkml:trace contextRef="#ctx0" brushRef="#br1" timeOffset="212026.1">29753 12363 32 0,'0'0'0'0,"-8"0"0"0,2 0 0 0,0 0 173 0,0 0 1 0,-2 0 0 0,2 0 0 0,6 0-174 16,0 0-546-16</inkml:trace>
  <inkml:trace contextRef="#ctx0" brushRef="#br1" timeOffset="212406.98">29817 12300 32 0,'0'0'0'15,"0"0"0"-15,0 0 0 0,0 0 166 0,0 0 1 16,0 0-1-16,-9-7 1 0,7 7-1 0,-2-4 0 15,0 4 0-15,0-4 1 0,-2 4-179 0,0-6 0 16,-2 4 0-16,0 2 0 0,2-2 0 0,-1 0 0 0,-1 2 0 16,2 0 0-16,-2 2 6 0,2 0 1 15,0 0 0-15,0 4 0 0,2-2 0 0,-2 0 0 0,1-2 0 16,1 7 0-16,0-1-5 0,0 2 1 0,0 0 0 16,0 5 0-16,4 1 0 0,0 3 0 0,2-5 0 15,0 0 0-15,4 3 11 0,2-1 0 0,3 3 0 16,3-3 0-16,4-2-1 0,3-3 1 0,3-1 0 15,2 0 0-15,1-2-3 0,5 1 0 0,1-5 0 16,4-2 1-16,-7-4-1 0,3 0 1 0,-1-5-1 16,1-1 1-16,-7 0 0 0,-3-6 1 0,-3 1 0 0,-6-5 0 15,-1-3-1-15,-5 3 1 0,-6-9 0 0,0 1 0 16,-2-1 14-16,-4-6 1 0,-4 4-1 0,-5-5 1 16,-1 3-1-16,-2 0 0 0,-7 4 0 0,1 1 1 15,-7 7 9-15,1 3 0 0,0 3 0 0,-1 7 1 16,1 2-1-16,-3 4 0 0,0 4 0 15,3-2 1-15,2 9-2 0,-3 3 1 0,5-2-1 0,1 3 1 0,7 5-1 16,2 3 1-16,8-1-1 0,2 1 1 0,16 18-25 16,-12-41-1268-16</inkml:trace>
  <inkml:trace contextRef="#ctx0" brushRef="#br1" timeOffset="212923.68">30525 12661 56 0,'0'0'0'0,"0"0"0"0,0 0 0 0,0 0 179 0,-8-3 1 0,6 1 0 0,2 2 0 15,-4-2-1-15,-1 0 1 0,1 0-1 0,0 0 1 16,0 0-152-16,0-2 0 0,4 0 0 0,-2 0 1 16,0 2-1-16,4-2 0 0,-2 0 0 0,2 2 0 15,-2-1-10-15,4-1 0 0,2 0 0 0,0 0 1 16,1 0-1-16,-1 2 0 0,0 0 0 0,0 0 1 0,0 0-13 15,-2 2 0-15,0 0 0 0,2 2 1 0,-4 2-1 16,0-2 0-16,0 2 0 0,-2-4 0 0,0 0-5 16,-2 4 1-16,0-2 0 0,-2 0 0 0,0 0-1 15,-2 0 1-15,-2 1 0 0,0-3 0 0,-2 2-7 16,1-4 1-16,-1 2-1 0,4-3 1 0,-2 1-1 0,2 0 1 16,2 0-1-16,0 0 1 0,0-2 0 0,2-2 0 15,2 2 0-15,0 0 1 0,0 0-1 0,2 2 1 16,0 0-1-16,0-2 1 0,0 4 2 15,2-5 0-15,-2 5 0 0,4-4 0 0,-6 4 0 0,4-2 0 16,0 0 0-16,0 4 1 0,-2-2-1 0,2 2 0 16,0-2 0-16,-2 0 1 0,-2 0 0 0,0 0-1389 0</inkml:trace>
  <inkml:trace contextRef="#ctx0" brushRef="#br1" timeOffset="213329.63">30810 12090 204 0,'0'0'0'0,"0"0"0"0,0 0 0 0,0 0 164 0,-8 0 0 0,6-4 0 0,0 8 0 0,-3-8 0 0,3 8 0 15,-2-4 0-15,2 0 0 0,-2 4-121 0,0 1 1 16,0 1-1-16,0 6 1 0,2-2-1 0,-2 7 1 15,0-1-1-15,0 7 1 0,4-1-31 0,0 5 0 16,-2 0 0-16,2 3 0 0,0-3 0 0,2 0 0 16,-2-1 0-16,2-1 0 0,0-3-11 0,0 1 0 15,0-5 0-15,0 1 1 0,0-3-1 0,2-5 0 16,-2 1 0-16,2 0 0 0,0-6 3 0,0 1 0 16</inkml:trace>
  <inkml:trace contextRef="#ctx0" brushRef="#br1" timeOffset="214040.64">31017 12195 208 0,'0'0'0'0,"0"0"0"0,0 0 0 0,0 0 115 0,0 0 0 16,-8-6 0-16,6 4 0 0,0 2 0 0,0 0 0 15,2-2 0-15,-2 2 0 0,0-2-88 0,2 2 1 16,0 0-1-16,0 0 1 0,0 2-1 0,0-2 0 16,-2 0 0-16,2 2 1 0,0-2-12 0,-2 4 1 15,2-2-1-15,0 2 1 0,-2 0-1 0,0 0 1 16,-2 0-1-16,2 0 1 0,-2 3-7 0,2-3 1 0,-2 0-1 16,2 4 1-16,-3-6-1 0,1 2 1 0,0 0-1 15,0 0 1-15,0 0-10 0,0 1 0 0,2-1 0 16,0-4 1-16,0 4-1 0,0-2 0 0,2 0 0 15,-2 0 0-15,0 0-1 0,0 0 1 0,4 0-1 16,-2 0 1-16,2 2-1 0,-2-4 0 0,0 4 0 16,2 0 1-16,0-2 6 0,0 3 1 0,0-1 0 15,2 0 0-15,0 0-1 0,2 4 1 0,-2-2-1 16,0 2 1-16,3-1 2 0,-3 3 1 0,2-6-1 16,2 2 1-16,-2 0-1 0,2 0 1 0,2 3-1 0,0-7 1 15,5 2 3-15,1-2 1 0,2 0 0 0,1-2 0 16,1 0-1-16,0-2 1 0,-1 0 0 0,1 0 0 15,0-2 1-15,1-1 0 0,-3-3 0 0,0 0 0 16,-1 0 0-16,-1 2 0 0,-2-5 0 0,0 3 0 16,1 0-3-16,-7-4 1 0,0-1 0 0,0 3 0 15,0-6-1-15,-2 6 1 0,-2-5-1 0,0 7 1 0,1-4 3 16,-3 5 1-16,-2-1 0 0,-2 4 0 0,2 0-1 16,0 4 1-16,-2 0-1 0,-1 0 1 0,1 0 4 15,0 4 1-15,0-2 0 0,-2 6 0 0,0 1-1 0,0 5 1 16,-2 2-1-16,0 5 1 0,2 1-7 0,0 1 1 15,0-2 0-15,4 3 0 0,2-1-1 0,0-3 1 16,2 3-1-16,4-5 1 0,-2 1-1 0,2-3 0 16,0 1 0-16,1-3 0 0,-9-14-16 0,0 0-1946 0</inkml:trace>
  <inkml:trace contextRef="#ctx0" brushRef="#br1" timeOffset="-213389.75">31756 12105 176 0,'0'0'0'0,"0"0"0"0,0 0 0 0,0 0 220 0,0 0 1 0,0 0-1 15,0 0 1-15,0 0-1 0,0 0 0 0,0 0 0 16,0 0 1-16,0 14-177 0,-4-4 1 0,2 1 0 16,-2 3 0-16,0 2-1 0,2 7 1 0,-2-1-1 15,2-1 1-15,-2 6-34 0,2-1 0 0,2-5 0 16,-2 3 0-16,2 1 0 0,-2 0 0 0,2-5 0 16,-2 3 0-16,2-5-10 0,-3-1 1 0,3 1-1 15,-2-2 1-15,2-1-1 0,-2 1 0 0</inkml:trace>
  <inkml:trace contextRef="#ctx0" brushRef="#br1" timeOffset="-212805.08">32025 12160 308 0,'0'0'0'0,"0"0"0"0,0 0 0 0,0 0 133 0,0 0 1 15,0 0-1-15,0 0 1 0,0 0-1 0,0 0 0 16,0 0 0-16,0 0 1 0,0 0-92 0,0 0 1 16,0 0 0-16,-2 10 0 0,0-6-1 0,-2 5 1 15,0 1-1-15,-1 2 1 0,1-4-13 0,-2 3 1 16,2 1-1-16,0 2 1 0,0-1-1 0,0-1 0 0,0-2 0 15,4 0 1-15,-2 1-11 0,2-5 0 0,0 2 0 16,2-4 0-16,-2 2-1 0,2 0 1 0,0-1 0 16,2 1 0-16,2-2-24 0,0-2 1 0,0 2-1 15,3 0 1-15,-1 0-1 0,0-2 1 0,0-2-1 16,2 0 1-16,0 0 8 0,1 0 1 0,-1 0 0 16,0 0 0-16,-2 0-1 0,2 2 1 0,-2-2 0 15,2 4 0-15,1-4 0 0,1 4 1 0,-2 1 0 16,2-3 0-16,-2 0-1 0,3 2 1 0,-1-4 0 15,-2 2 0-15,2 0-1 0,-2-4 0 0,3 2 0 0,-1-2 0 16,0 0 0-16,-2 0 0 0,2-2 0 0,-3-1 0 16,-1-3 0-16,0 2 1 0,0-2 0 0,-4 4 0 15,0-6-1-15,0 1 1 0,-2 1 0 0,2 0 0 16,0-2 3-16,0-3 1 0,1 1 0 0,3 2 0 16,-4 2-1-16,2-3 1 0,0 1 0 0,0 4 0 15,0-2-1-15,-2 4 0 0,2 2 0 0,-4 0 1 0,2 2-1 16,-2 0 0-16,1 2 0 0,-3 0 1 0,0 2-2 15,-3 4 0-15,1 2 0 0,-2 3 0 0,0 1-1 16,0 2 1-16,-2 3 0 0,2 1 0 0,0 3-2 16,0-1 1-16,0-1-1 0,0-1 1 0,6 5-1 15,0-2 0-15,0-5 0 0,0-2 1 0,2 3-5 0,0-3 1 16</inkml:trace>
  <inkml:trace contextRef="#ctx0" brushRef="#br1" timeOffset="-209237.17">32804 12148 148 0,'0'0'0'0,"0"0"0"0,0 0 0 0,0 0 197 0,0 0 1 16,0 0-1-16,0 0 1 0,0 0-1 0,0 0 1 16,0 0-1-16,0 0 1 0,-2 10-171 0,2-2 0 0,-2 2 0 15,-2 5 1-15,0 3-1 0,0 5 0 0,0-1 0 16,-2 9 0-16,0 0-11 0,0 8 1 0,2 2-1 15,-1-2 1-15,5-2-1 0,0 0 1 0</inkml:trace>
  <inkml:trace contextRef="#ctx0" brushRef="#br1" timeOffset="-202922.76">29464 13026 200 0,'0'0'0'0,"0"0"0"0,-8-5 0 0,6 5 117 0,-2-4 1 0,2 4-1 16,-2-4 1-16,2 4-1 0,0 0 1 0,2 0-1 16,0 0 1-16,0 0-91 0,2-2 1 0,2 2-1 0,4 0 1 15,6-2-1-15,5 0 1 0,3 0-1 0,9 0 1 16,11-2-3-16,15-2 1 0,13 0 0 0,19-5 0 15,19 1-1-15,18 0 1 0,57-11-1 16,-30 11 1-16,12 2-12 0,4-2 0 0,0 6 0 0,-4-1 0 16,-3 5 0-16,-3 0 0 0,-6-4 0 0,-5 2 0 15,-3 2-16-15,-9-2 0 0,-10 2 0 0,-7 0 1 0,-8 2-1 16,-9-2 1-16,-8-6-1 0,-9 4 1 0,-85 2 1 16,0 0-1248-16</inkml:trace>
  <inkml:trace contextRef="#ctx0" brushRef="#br1" timeOffset="-202223.06">29753 13257 124 0,'0'0'0'0,"-8"-4"0"0,0 2 0 0,-2-2 146 0,0 0 0 0,-6 2 0 0,1 0 0 0,-1 2 0 16,-2 0 0-16,-5 0 0 0,3 2 0 0,-2 4-147 0,-1-2 1 16,3-2-1-16,-3 2 1 0,3 5-1 0,2-1 1 15,-1 0-1-15,1 2 1 0,2 7 3 0,0-5 1 16,-1 6 0-16,3-1 0 0,2 3-1 0,4 3 1 16,-5 2-1-16,9-1 1 0,0 1-6 0,4-1 0 15,2 3 0-15,6-4 1 0,3-1-1 0,1 1 0 0,8-1 0 16,3-5 1-16,1-3 11 0,9 2 1 0,-1-7 0 15,7-1 0-15,-3-2-1 0,5-6 1 0,2-4 0 16,-4-2 0-16,1-2-10 0,-1-5 1 16,0 1 0-16,-5 2 0 0,-1-9-1 0,-3 1 1 0,-3-3-1 15,-9 1 1-15,0-1 0 0,-3-5 0 0,-7 1 0 16,-2-2 0-16,-8 1 0 0,-4 1 0 0,-4 2 0 16,-5 3 0-16,-3-1 15 0,-2 1 1 0,-7 3-1 15,-1 3 1-15,-3 4-1 0,-1 4 0 0,-3 0 0 0,0-1 1 16,3 3 0-16,5 2 0 0,-1 2 0 15,3 4 1-15,5 0-1 0,4 3 0 0,2-1 0 0,3 2 0 16,1 2 6-16,2 0 1 0</inkml:trace>
  <inkml:trace contextRef="#ctx0" brushRef="#br1" timeOffset="-201956.01">30219 13700 188 0,'0'0'0'0,"0"0"0"0,0 0 0 0,-10-4 358 0,6 4-179 0,2 0 1 0,0 0-1 0,0-2 0 0,0 0 0 16,2 2 1-16,0 0-169 0,0 0 0 0,0 0 0 16,2-2 1-16,-2 2-12 0,0 0-1251 0</inkml:trace>
  <inkml:trace contextRef="#ctx0" brushRef="#br1" timeOffset="-200856.8">30508 13278 144 0,'0'0'0'0,"0"0"0"0,0 0 0 0,0 0 96 0,-8-6 1 16,4 0-1-16,0 1 1 0,2 1-1 0,0 0 1 0,-2 2-1 16,4-2 1-16,-2 0-79 0,2 0 1 0,2 2 0 15,0 0 0-15,2-2-1 0,0 2 1 0,4 0-1 16,1 2 1-16,-1 0 6 0,4 0 1 0,0 2-1 16,2 2 1-16,-1 0-1 0,1 0 1 0,0 2-1 15,0 4 1-15,-1-1-3 0,1 3 0 0,0-6 0 16,-4 4 0-16,-2 1-1 0,0-1 1 15,-3 2 0-15,-3 0 0 0,-4-3-33 0,-3-1 1 0,-1 2-1 16,-4-6 1-16,0 0-1 0,-2 2 1 0,-4-1-1 0,3-1 1 16,1 0 22-16,-2 0 0 0,0-2 0 15,3-2 1-15,1 0-1 0,0 2 0 0,4-2 0 0,0 2 0 16,2 0-3-16,2 0 1 0,0 0 0 0,2 0 0 16,2 2-1-16,0-2 1 0,2 5-1 0,2-7 1 15,4 4-3-15,4 0 1 0,5 0 0 0,1 0 0 0,4 0-1 16,1 0 1-16,5 2 0 0,3-6 0 15,0 4-3-15,-3 3 1 0,-1 1-1 0,-3 0 1 0,-4 0-1 16,-1 2 0-16,-5 3 0 0,-6-5 1 0,-2 4-2 16,-2-2 0-16,-1 1 0 0,-3 5 1 0,-2-8-1 0,-2 5 0 15,-3-1 0-15,1 0 0 0,-4 1-1 0,-2-5 0 16,2 2 0-16,-8 2 1 0,-3-6-1 0,-3 3 0 16,0-3 0-16,-7 4 1 0,3-6-1 0,-7 2 0 15,-2 0 0-15,1 1 1 0,1 1-1 0,5-6 0 16,3 2 0-16,7 0 1 0,6 0-3 0,6-2 1 15,2-2 0-15,6-2 0 0,0 2-1 0,6-2 1 16</inkml:trace>
  <inkml:trace contextRef="#ctx0" brushRef="#br1" timeOffset="-199157.86">31133 13225 196 0,'0'0'0'0,"0"0"0"0,0 0 0 0,-10-5 200 0,6 5 0 16,0 0 0-16,0 0 1 0,-2 5-1 0,0-5 0 15,-2 0 0-15,1 4 1 0,-3 0-149 0,2 0 1 16,-2 2 0-16,0 4 0 0,0 1-1 0,1 3 1 16,1-2-1-16,0 7 1 0,0-1-31 0,2 5 1 15,2-3 0-15,2 7 0 0,4 0-1 0,6-3 1 16,0 1 0-16,4-1 0 0,9 1-31 0,3-5 1 0,5 3-1 16,-5-7 1-16,3 3-1 0,-1-11 1 0,-2 0-1 15,-1-4 1-15,-3-2 23 0,-2-4 0 0,-1-2 0 16,-3-4 1-16,-2 0-1 0,0-6 0 0,-1 1 0 15,-1-3 0-15,-2 1-38 0,-2-5 1 0,-4-1 0 16,0 5 0-16,-2-7-1 0,-4 5 1 0,0 2 0 16,-4-5 0-16,0 1 18 0,-5 3 0 0,-1-1 0 15,2 1 0-15,-4-3 0 0,-3 1 0 0,1 5 0 0,-4 2 0 16,-1-1 1-16,1 7 0 0,2-4 0 0,-3 8 1 16,1 0-1-16,1 2 1 0,3 4-1 0,0 2 1 15,18-6 1-15,0 0-1698 0</inkml:trace>
  <inkml:trace contextRef="#ctx0" brushRef="#br1" timeOffset="-198805.87">31595 13200 256 0,'0'0'0'0,"0"0"0"0,0 0 0 0,0 0 182 0,4-10 1 0,-2 6-1 0,3-1 1 0,3 1-1 0,0 0 1 0,0 0-1 16,4 2 1-16,0-6-149 0,3 4 0 0,1 2 0 16,4-2 1-16,1 2-1 0,1 0 0 0,2 0 0 15,3-1 0-15,-3 1-37 0,1 4 0 0,-1-2 0 16,-1 3 1-16,-23-3 2 0,0 0-1484 0</inkml:trace>
  <inkml:trace contextRef="#ctx0" brushRef="#br1" timeOffset="-198406.34">31624 13186 364 0,'0'0'0'0,"0"0"0"0,0 0 0 0,0 0 91 16,-4 8 0-16,0-6 0 0,0 2 0 0,0 0-60 0,-1 4 0 15,1 5 0-15,-2-5 1 0,2 6-1 16,0 3 0-16,0 1 0 0,2-2 1 0,2 5-5 0,2-1 1 15,0-1-1-15,0-3 1 0,2 3-1 16,0-5 0-16,2 3 0 0,1-9 1 0,-1 2-6 0,2-4 1 16,0 0-1-16,-2-2 1 0,2-4-1 0,2 2 0 15,-2-4 0-15,3 2 1 0,-1 0 1 0,0-4 0 16,2 0 0-16,-2 2 1 0,1-2-1 0,-3 0 0 16,2 0 0-16,0 0 0 0,2 2-37 0,-2 0 1 0,1 2-1 15,1 0 1-15,0 0-1 0,-2 0 1 0,0 2 0 16,1 2 0-16,-1 0 30 0,0 4 1 0,-2 0 0 15,0 0 0-15,0 3-1 0,0 1 1 0,1 0-1 16,-3 3 1-16,0-1 1 0,-2 2 0 0,-2-1 0 16,0 1 1-16,-4 1-1 0,-2-1 0 0,-4-2 0 15,-4-1 1-15,-3-1-3 0,-3 0 1 0,-4-1-1 16,-5-1 1-16,1 0-1 0,-9-8 0 0,0 2 0 16,-1 0 1-16,3-6-4 0,1 0 1 0,1-2-1 0,3-2 1 15,-17-12-16-15,45 18-1493 0</inkml:trace>
  <inkml:trace contextRef="#ctx0" brushRef="#br1" timeOffset="-198006.57">32389 13136 276 0,'0'0'0'0,"0"0"0"0,0 0 0 0,-8-4 159 0,4 4 1 0,2 0-1 0,-2 0 1 0,-2 0-1 0,0 0 0 15,-3 0 0-15,1 4 1 0,0-4-123 0,-4 2 0 16,0 3 0-16,-3 1 1 0,-1 4-1 0,0 0 0 16,0 2 0-16,-1 3 1 0,1 3-14 0,0 5 0 0,-3-1 0 15,3 3 0-15,2 4-1 0,4-1 1 0,4 1 0 16,2 2 0-16,6-2-7 0,6-5 0 0,0 3 0 15,4-7 0-15,2 3-1 0,3-5 1 0,-1-5 0 16,0 1 0-16,5-6-17 0,-3-2 0 0,0-1 0 16,0-3 1-16,1-4-1 0,-1 0 0 0,-4-3 0 15,3-3 1-15,-3 0-1 0,-4 0 1 0,-2 0-1 16,-2-3 1-16,-4 1-1 0,-2-2 0 0,-4-3 0 16,-4 3 1-16,-2 4 11 0,-6-4 0 0,-5 3 0 0,1 3 1 15,-9 6-1-15,1 0 0 0,-7-4 0 0,1 8 0 16,-3-4-1-16,3 0 0 0</inkml:trace>
  <inkml:trace contextRef="#ctx0" brushRef="#br1" timeOffset="-191224.16">32584 13243 192 0,'0'0'0'0,"0"0"0"0,0 0 0 0,0 0 30 0,0 0 0 0,0 0 0 0,-4-8 1 0,4 6-1 16,0 0 0-16,2 0 0 0,0 0 1 0,0 0 41 15,5 2 0-15,-1-5 0 0,2 1 0 0,-2 2 0 16,6 0 0-16,0 0 0 0,3 0 0 0,-1-2-3 0,0 2 0 15,2 0 0-15,3 0 1 0,-3 0-1 16,-2 2 0-16,3 2 0 0,-3-2 0 0,0 0-23 0,0 2 1 16,1 0-1-16,-3 0 1 0,-2 2-1 15,-2 0 1-15,-2 4-1 0,-4-1 1 0,0 3-55 0,-2 4 1 16,-4 1-1-16,0 1 1 0,-2 2-1 0,0 5 1 16,-2 0 0-16,0 1 0 0,-1 3 32 0,1-5 1 15,2 3-1-15,0-4 1 0,2 1-1 0,0 3 0 16,0-9 0-16,0-2 1 0,0 3-20 0,2-3 0 15,0 1 0-15,-2-3 1 0,2-4-1 0,-3 2 0 0,5-1 0 16,-2-5 1-16,2-4-7 0,0 0-1597 0</inkml:trace>
  <inkml:trace contextRef="#ctx0" brushRef="#br1" timeOffset="-190972.35">32591 13417 492 0,'0'0'0'0,"0"0"0"0,0 0 0 0,0 0 158 16,0 0 1-16,0 0 0 0,0 0 0 0,0 0-1 15,12-8 1-15,-6 8 0 0,2-2 0 0,6 0-103 16,1 0 0-16,3 2 0 0,2 0 1 0,3 0-1 15,1 0 0-15,0 0 0 0,3 0 1 0,1-2-31 16,1 2 0-16</inkml:trace>
  <inkml:trace contextRef="#ctx0" brushRef="#br1" timeOffset="48418.27">13929 6208 404 0,'0'0'0'0,"0"0"0"0,0 0 0 0,0 0 128 0,-8 0 1 0,4 0 0 16,-4 0 0-16,2 4-1 0,0-4 1 0,0 0 0 0,2 2 0 16,-5 0-50-16,-1 0 1 0,2 2-1 0,2-4 1 15,0 4-1-15,2-4 1 0,0 5-1 16,0-1 1-16,4 0-19 0,0-4 0 0,0 4 0 0,4-4 0 15,0 0-1-15,4 0 1 0,2 0 0 0,2-4 0 16,5-4-19-16,1 3 0 0,2 1 0 0,7-2 0 16,-7 2 0-16,7-4 0 0,3 0 0 0,-3-1 0 0,-1 3-49 15,3 2 0-15,1-4 0 0,-6 2 0 0,3 2 0 16,-5 2 0-16,3 2 0 0,-3 0 0 0,-2 2 25 16,3 2 0-16,-9 2 0 0,2 2 1 0,-3-2-1 15,-3 3 0-15,2 3 0 0,-4 2 1 0,0 3-12 0,0 1 0 16,-1 5 0-16,1 1 0 0,-4 3-1 0,4 4 1 15,-4-1 0-15,2 5 0 0,0 6-1 0,0 0 1 16,2 2 0-16,-4 1 0 0,1 1-1 0,1-6 1 16,0-5-1-16,0-1 1 0,-2-6-4 0,4-2 0 15</inkml:trace>
  <inkml:trace contextRef="#ctx0" brushRef="#br1" timeOffset="48705.94">14011 6518 436 0,'0'0'0'0,"0"0"0"0,0 0 0 0,0 0 202 0,0 0 1 0,0 0-1 0,0 0 1 15,0 0-1-15,0 0 1 0,0 0-1 0,14 0 1 16,-2-4-145-16,4-1 0 0,7 1 0 0,-5 2 1 16,11-6-1-16,1 4 0 0,5-4 0 0,-1 0 1 0,5 1-25 15,0-1 1-15,-1-4-1 0,1 6 1 0,4-2-1 16,-5-3 0-16</inkml:trace>
  <inkml:trace contextRef="#ctx0" brushRef="#br1" timeOffset="49220.7">14790 6046 568 0,'0'0'0'16,"0"0"0"-16,0 0 0 0,0 0 168 0,0 0 1 0,8 0-1 0,-4-2 1 0,5 0-1 0,-1 0 1 15,4 0-1-15,2 0 1 0,0-2-105 0,7 4 1 16,-7-5-1-16,10 5 1 0,-1-4-1 0,5 4 1 16,3-4-1-16,-5 2 1 0,35-4-65 0,-61 6-1824 0</inkml:trace>
  <inkml:trace contextRef="#ctx0" brushRef="#br1" timeOffset="49819.09">14784 6066 224 0,'0'0'0'0,"0"0"0"0,0 0 0 0,0 0 191 16,0 0 0-16,0 0 0 0,-8-8 0 0,4 8-1 15,0-4 1-15,0 0 0 0,4 4 0 0,-4-4-137 0,0 4 1 16,2 0-1-16,0 0 1 0,0 4-1 16,-1 4 0-16,3 0 0 0,-2 1 1 0,2 5-6 0,0 0 0 15,0 7 0-15,0-3 0 0,2 5-1 0,1 2 1 16,1-1 0-16,2 1 0 0,-2-3-20 0,4-3 0 16,-4 1 0-16,2-5 0 0,0-3 0 0,4 0 0 15,-6-2 0-15,5-1 0 0,-1-7-33 0,0 0 0 16,2-2 0-16,-2-2 0 0,2 0 0 0,1-2 0 0,3-5 0 15,-6 1 0-15,4 0 13 0,2 2 0 0,-1 2 0 16,-1-4 1-16,2 5-1 0,2-1 0 0,1 4 0 16,1 2 1-16,-4 3 3 0,7-1 0 0,-5 4 0 15,2 2 0-15,0 2 0 0,3 1 0 0,-1 1 0 16,3 2 0-16,-3 3 2 0,2-1 0 0,-1 5 0 16,1 2 0-16,-4 1 0 0,-1 5 0 0,-5 0 0 15,2 0 0-15,-10 1 0 0,0 3 0 0,-4 0 0 0,-8 4 1 16,0-8-1-16,-6 0 0 0,-3-1 0 0,-3-3 0 15,-4-4-3-15,-5-1 0 0,-1-8 0 0,1-1 0 16,-3-5 0-16,-3-4 0 0,2-4 0 0,3 0 0 16,-1-4 0-16,3 0 1 0,1-4 0 0,5-1 0 15,6 3-1-15,-1-6 1 0,7 4 0 0,-2-2 0 0,12 10-13 16,0 0-2546-16</inkml:trace>
  <inkml:trace contextRef="#ctx0" brushRef="#br1" timeOffset="54686.96">16233 6304 196 0,'0'0'0'0,"0"0"0"0,-8 2 0 0,0 3 112 0,0-1 0 0,0 0 0 0,-3 0 1 0,-3 0-1 16,2 2 0-16,0 0 0 0,-2 0 0 0,-1 3-24 16,5-5 0-16,-4 2 0 0,2 2 0 0,4-4 0 15,-1 4 0-15,1-4 0 0,2 1 0 0,0-1-24 16,4-2 1-16,2-2-1 0,0 0 1 0,0 0-1 0,6 0 1 15,2 0-1-15,4-2 1 0,3-4-17 16,5-5 1-16,9-5 0 0,7-7 0 0,11-3-1 0,14-11 1 16,6-6-1-16,15-9 1 0,11-11-59 0,7-3 0 15,0 1 0-15,1-3 1 0,7-2-1 0,-4-2 1 16,-2 3-1-16,2 3 1 0,-5 4 33 0,-3 1 0 16,-2 8 0-16,-9-1 1 0,-3 1-1 0,-5 6 0 15,-4 2 0-15,-4 6 0 0,-3 2-15 0,-3 2 0 0,-8 4 0 16,-3 4 1-16,-9 5-1 0,-4 1 0 0,-5 7 0 15,-5-2 1-15,-7 5 7 0,1 3 1 0,-9-2 0 16,-4 6 0-16,-8 6-1 0,-4 2 1 0,-2 0-1 16,2 0 1-16,0 0 1 0,2 0 0 0,0-4 0 15,0 0 0-15,0 0-1 0,0 0 1 0</inkml:trace>
  <inkml:trace contextRef="#ctx0" brushRef="#br1" timeOffset="55135.49">18293 4809 540 0,'0'0'0'0,"0"0"0"0,0 0 0 0,-8 0 201 0,4 0 1 0,2 0-1 0,-2 0 1 0,-1 0-1 0,1 0 0 15,4 0 0-15,-4 0 1 0,4 0-139 0,4 0 1 0,-4 0-1 16,4 0 1-16,5 0-1 0,-1 0 1 0,4 0-1 15,2 0 1-15,-2 0-23 0,7 0 0 0,-1 4 0 16,2-4 1-16,1 2-1 0,1 2 0 0,-4 1 0 16,-1 3 1-16,1-4-25 0,-4 4 0 0,1-2 0 15,-7 6 1-15,0-3-1 0,-2 1 0 0,-2 2 0 16,-4 1 1-16,-2 5-17 0,-2-4 1 0,-2 7 0 16,0-3 0-16,-2-3-1 0,-5 5 1 0,3-1-1 15,-2-3 1-15,0 3-1 0,4-7 1 0,-3 6-1 16,3-5 1-16,-4 1-1 0,2-2 1 0,2 3-1 0,0-3 1 15,4-6-1-15,-5 6 1 0</inkml:trace>
  <inkml:trace contextRef="#ctx0" brushRef="#br1" timeOffset="56505.23">16736 5219 284 0,'0'0'0'0,"0"0"0"0,0 0 0 0,0 0 205 0,0 0 1 16,-8 9-1-16,8-7 1 0,-4 0-1 0,0 0 0 15,0 2 0-15,-1 0 1 0,1-4-162 0,2 4 1 16,-2-4-1-16,4 4 1 0,-4-4-1 0,4 0 0 15,-4 0 0-15,4-4 1 0,0 4-2 0,0-4 0 0,0 0 0 16,4-4 1-16,0 1-1 0,0-5 0 0,2 2 0 16,3-2 1-16,3-1-23 0,-4-1 0 0,4-2 0 15,2-3 1-15,3 1-1 0,1 1 0 0,-2-1 0 16,1-5 1-16,1 3-24 0,-2 1 1 0,3 1-1 16,-3 5 1-16,2-3-1 0,-6 6 1 0,3-3 0 15,-3 5 0-15,-2 2 4 0,-2 2 1 0,-2 4-1 16,0 0 1-16,-2 0-1 0,0 4 1 0,-4 0-1 0,0 0 1 15,0 2 2-15,0 7 0 0,0-5 0 0,-4 6 1 16,-2-1-1-16,0 1 0 0,0 2 0 0,0 3 1 16,0-1 0-16,2 3 1 0,-4-3-1 0,2 1 1 15,-1 3-1-15,3-1 0 0,2-3 0 0,-2 3 1 16,4-3 0-16,0 1 0 0,4-3 0 0,-2-2 1 16,4-1-1-16,1-5 0 0,1 2 0 0,0-6 0 15,2-4-3-15,2-4 1 0,0-4-1 0,-1-2 1 0,3-7-1 16,0 3 1-16,2-4-1 0,3-3 1 0,-3-2-1 15,0-3 0-15,3-1 0 0,-7 1 0 0,2-1-1 16,0 0 1-16,1 3 0 0,-1 1 0 0,-4 5-1 0,0-1 0 16,-4 7 0-16,2-3 1 0,-4 7-1 0,1 4 0 15,-1 4 0-15,-4 0 1 0,0 4-1 0,0 2 0 16,0 7 0-16,0-1 1 0,-4 6-1 0,-1 5 0 16,1 4 0-16,-2 3 1 0,2 1 2 0,0 0 0 15,0 0 0-15,2-9 1 0,2 3-1 0,0-3 0 16,2-7 0-16,0-1 1 0,0-6-3 0,2 1 0 15</inkml:trace>
  <inkml:trace contextRef="#ctx0" brushRef="#br1" timeOffset="86338.21">19264 4456 148 0,'0'0'0'0,"0"0"0"0,0 0 0 0,0 0 72 0,0 0 1 0,-6-12-1 0,4 8 1 0,0 2-1 16,-1-2 1-16,-1-4-1 0,2 4 1 0,-2-5-13 0,-4 3 1 15,4 2 0-15,-4 0 0 0,2 0-1 16,0 4 1-16,0-4-1 0,-2 4 1 0,-1 0-1 0,1 0 0 16,2 0 0-16,-2 4 1 0,4-4-1 0,-4 4 0 15,2 0 0-15,2 2 0 0,2 0-12 0,0 1 1 16,2 1-1-16,0 2 1 0,2 2-1 0,2 1 1 15,0-3-1-15,4 6 1 0,0-1-63 0,4 1 1 16,2 2-1-16,-1-3 1 0,3 5-1 0,2-1 1 0,1 1-1 16,1 3 1-16,0-5 41 0,3 1 1 15,-3 1 0-15,-2 3 0 0,1-7-1 0,-3 7 1 16,-2-1-1-16,2 1 1 0,-3-7-14 0,-5 7 1 0,0-5 0 16,-2 3 0-16,-2 1-1 0,0 1 1 0,-4 0 0 15,-4-3 0-15,-4 3 0 0,0-5 1 0,-2 5-1 16,-3-5 1-16,-3 3-1 0,2-9 0 0,-4 2 0 15,1-1 1-15,-5-3-4 0,6-2 1 0,-5-4-1 16,3-4 1-16,2 0-1 0,1 0 1 0,3-8-1 16,0 4 1-16,2-8 2 0,2 1 0 0,4-5 0 15,0 2 0-15,4-5-1 0,0-3 1 0,4 1 0 0,0-2 0 16,2-3-3-16,2 3 0 0,4-3 0 0,0 5 1 16,1-6-1-16,1 1 0 0,2 3 0 0,2-4 0 15,-3 1-2-15,1 1 1 0,0 1-1 0,-4-1 1 16,1-2-1-16,1 5 1 0,-4-5-1 0,-2 5 1 15,-2-5-4-15,0 6 0 0,-1-1 0 0,-5-1 0 0,-5 1 0 16,1 5 0-16,-2-1 0 0,0 1 0 0,-2 7-3 16,-2-2 1-16,0 0 0 0,-5 5 0 0,1 3-1 15,-2 4 1-15,2 0-1 0,-5 0 1 0,1 0-3 0,0 0 0 16,-1 0 0-16,3 0 1 0,-2 4-1 16,2 0 0-16,-5-4 0 0,7 3 1 0,14-3-4 0,0 0-2271 15</inkml:trace>
  <inkml:trace contextRef="#ctx0" brushRef="#br1" timeOffset="86751.06">19760 4440 248 0,'0'0'0'0,"0"0"0"0,0 0 0 0,0 0 189 0,0 0 0 0,-8 0 0 0,6-2 1 16,0 2-1-16,0 0 0 0,0 0 0 0,0-4 1 15,0 4-136-15,2 0 1 0,0 0 0 0,0 0 0 0,0 0-1 16,2 0 1-16,0-4-1 0,0 4 1 0,2 0-21 16,0 0 1-16,2-4 0 0,0 4 0 0,-2 0-1 15,1 0 1-15,-1-4-1 0,-2 4 1 0,2 0-17 0,-2 0 1 16,0 0 0-16,-2 0 0 0,0 0-1 0,0 0 1 16,0 0-1-16,0 4 1 0,-2-4-20 0,0 0 1 15,-2 4-1-15,2-4 1 0,-2 4-1 0,-1 0 1 16,1-2-1-16,-2 0 1 0,2 0 1 0,0 2 1 15</inkml:trace>
  <inkml:trace contextRef="#ctx0" brushRef="#br1" timeOffset="87516.97">19766 4426 196 0,'0'0'0'0,"0"0"0"0,0 0 0 0,0 0 206 0,0 0 0 0,0 0 0 0,0 0 1 0,0 0-1 15,-10-4 0-15,8 4 0 0,-2 0 0 0,0 0-163 0,0 0 1 16,2 0 0-16,-2 0 0 0,0 0-1 0,-2 0 1 15,2 0-1-15,0 0 1 0,-1 0-16 0,1 0 1 16,2 0 0-16,0 0 0 0,0 4-1 0,0-4 1 16,2 4 0-16,0 0 0 0,0 2-16 0,0 2 1 15,0 0-1-15,2 3 1 0,0 1-1 0,2 4 1 0,3-1-1 16,-1 3 1-16,0 3-11 0,6-3 0 16,-2 3 0-16,2 1 1 0,5 1-1 0,-1-1 0 0,6-1 0 15,-1 3 1-15,3 1-4 0,0-2 1 0,1 3 0 16,1-3 0-16,5-1-1 0,-7 3 1 0,3 2-1 15,-1-1 1-15,-3-3 8 0,-3 8 0 0,-2-5 0 16,-1 1 1-16,-7 0-1 0,0-1 0 0,-4-1 0 16,-2 0 1-16,-4-1-1 0,-4-5 1 0,-2-3 0 15,-4 2 0-15,0-5-1 0,-5 1 1 0,-1-6-1 16,0-4 1-16,-5 1 0 0,3-5 0 0,-2-2 0 0,1-5 1 16,-1-1-1-16,2-8 0 0,1-3 0 0,3 1 1 15,2-13 2-15,4 0 1 0,4-4-1 0,0-6 1 16,4 2-1-16,2-6 1 0,2 6-1 0,2 0 1 15,6-4-2-15,-2 6 1 0,3 3 0 0,3-1 0 16,0 0-1-16,2 2 1 0,-1 2-1 0,-1-4 1 16,-2 9-4-16,0-5 1 0,-1 0 0 0,-1 9 0 0,-6 1-1 15,0 7 1-15,-4-1-1 0,-4 3 1 0,0 4-3 16,-4-4 1-16,-2 5 0 0,-2 3 0 0,-3-4-1 16,1 0 1-16,0 2 0 0,-4 2 0 0,2-5-3 0,-5 5 0 15,3 0 0-15,0 0 1 0,-1 2-1 0,3 0 0 16,0 2 0-16,2 0 1 0,-5 0-3 0,3 0 0 15,2 4 0-15,0 0 1 0,-1 4-1 0,3-3 0 16</inkml:trace>
  <inkml:trace contextRef="#ctx0" brushRef="#br1" timeOffset="94120.28">20544 5168 324 0,'0'0'0'0,"0"0"0"0,0 0 0 0,0 0 94 0,0 0 1 0,0 0 0 16,0 0 0-16,6-6-1 0,-4 6 1 0,0-4-1 0,0 4 1 15,0-4-30-15,0 4 1 0,0 0 0 0,0 0 0 16,0 0-1-16,0 0 1 0,-2 0 0 0,2 0 0 15,0 4-22-15,0 0 1 0,2 0 0 0,-4-4 0 16,0 2-1-16,5 2 1 0,-5 0 0 0,0 0 0 16,0 0-13-16,-5 1 0 0,5-1 0 0,-6-2 0 15,2 2-1-15,2-2 1 0,-4-2 0 0,2 0 0 0,-2 0-38 16,0 0 1-16,2-2 0 0,4-2 0 0,-4 2-1 16,2-7 1-16,0 5 0 0,2-4 0 0,0 2 18 15,0 2 1-15,0 0 0 0,2-4 0 0,0 1-1 16,2 1 1-16,0 0-1 0,0 2 1 0,-2 4-10 0,2-4 1 15,0 4 0-15,0 0 0 0,0 0-1 16,-2 0 1-16,2 0 0 0,2 0 0 0,-6 0 2 0,5 4 1 16,-5 0-1-16,0 0 1 0,0-2-1 15,0 2 1-15,0 1-1 0,-5-1 1 0,5 0 5 0,-6 0 0 16,2 0 0-16,2 0 0 0,-2-4 0 0,0 0 0 16,2 0 0-16,0 0 0 0,0 0 0 0,0 0 1 15,2 0-1-15,0 0 1 0,0 0-1 0,0-4 1 0</inkml:trace>
  <inkml:trace contextRef="#ctx0" brushRef="#br1" timeOffset="99369.43">20756 4456 108 0,'0'0'0'0,"0"0"0"0,0 0 0 0,0 0 227 0,0 0 1 0,0 0-1 0,0 0 1 0,0 0-1 15,0 0 0-15,0 0 0 0,2-8 1 0,0 4-163 0,0 2 0 16,0 0 0-16,0 0 0 0,0 2 0 0,2-4 0 15,-4 4 0-15,4-4 0 0,-4 4-62 0,0-4 1 16,4 4-1-16,-4 0 1 0,0 0-1 0,0 4 0 16,0 0 0-16,0 0 1 0,0 2-7 0,-4 6 0 15,0-3 0-15,0 5 1 0,0-2-1 0,0 7 0 16,0-3 0-16,-1 3 1 0,1-5 9 0,2 6 1 16,0-5 0-16,0 1 0 0,2-1-1 0,0-3 1 15,0 0-1-15,2-2 1 0,2-1-10 0,0-1 1 0,-1-2-1 16,1 2 1-16,0-4-1 0,0 0 1 0,2 1 0 15,2-3 0-15,-4 0 2 0,2 0 0 0,0 2 0 16,0-4 0-16,2 4 0 0,1 0 0 0,-1-4 0 16,0 4 0-16,2-4 1 0,2 0 1 0,1 0 0 15,-1 0 0-15,2-4-1 0,0 0 1 0,3 0-1 16,-3-2 1-16,0-1 7 0,0 1 1 0,-2-2-1 16,1-2 1-16,1 2-1 0,-4-5 1 0,2 3-1 15,1 2 1-15,-5-4 0 0,-2-1 0 0,0 3 0 0,0-4 1 16,2 1-1-16,-4 1 0 0,0 2 0 0,-4-3 1 15,4 3 0-15,-4 2 1 0,0 0-1 0,0 4 1 16,0-4-1-16,0 3 0 0,0 3 0 0,0 2 1 16,0 0-4-16,0 4 1 0,0 1 0 0,0 5 0 15,0 2-1-15,-4 2 1 0,4 5 0 0,0 6 0 16,0 1-3-16,0 5 1 0,0 2 0 0,0 6 0 0,4-4-1 16,0-1 1-16,0 1-1 0,3 0 1 0,-1-2-3 15,0-8 0-15,2 1 0 0,-4-1 1 0,4-5-1 16,-2-3 0-16,0-3 0 0,0-1 1 0,-6-13-6 0,0 0-2239 15</inkml:trace>
  <inkml:trace contextRef="#ctx0" brushRef="#br1" timeOffset="99901.95">21468 4629 416 0,'0'0'0'0,"0"0"0"0,0 0 0 0,4-13 186 0,-4 7 0 0,2-2 0 0,2 0 0 0,2-2 0 0,0-3 0 0,0 1 0 0,5 2 0 16,1-3-129-16,0 3 0 0,2-2 0 0,-2-3 0 16,5 7-1-16,-1 0 1 0,0-2 0 0,1 4 0 0,-1 4-18 15,2-3 1-15,-4 5 0 0,1 5 0 0,-1-1-1 16,-4 6 1-16,0 2 0 0,-2 1 0 0,-1 5-20 16,-3 0 0-16,-4-3 0 0,0 5 1 0,0 3-1 15,-4 4 0-15,-5-7 0 0,1 7 1 0,-2-5-22 0,-2 5 1 16,-2-4 0-16,-1 3 0 0,-1-3 0 0,0-3 0 15,4-1 0-15,-7-3 0 0,5-2 1 0,4-1 1 16,-4-3 0-16,3-6 0 0,5 0-1 0,-2-4 1 16,4 0-1-16,4-4 1 0,0 4-1 0,0-4 1 15,4-4 0-15,0 2 0 0,2 2-1 0,2-5 1 16,3 3 0-16,-1 0 0 0,2 0 5 0,2 2 1 16,3 0 0-16,-5 4 0 0,4 0-1 0,2 0 1 15,1 4 0-15,1 0 0 0,0 2 1 0,3 2 0 0,-5 0 0 16,2 5 1-16,3-3-1 0,-5-2 0 0,3 3 0 15,-3 1 1-15,2 0-3 0,-6-2 0 0,3 3 0 16,-1-3 1-16,-2 2-1 0,3 1 0 0</inkml:trace>
  <inkml:trace contextRef="#ctx0" brushRef="#br1" timeOffset="101000.9">16079 6464 288 0,'0'0'0'0,"0"0"0"0,0 0 0 0,0 0 227 0,0 0 0 0,0 0 0 0,-9-4 0 16,9 4 0-16,0-4 0 0,-4 4 0 0,4-2 0 16,-2 0-168-16,2 2 0 0,-2-2 0 0,2 0 1 0,0 2-1 15,0-2 0-15,0 2 0 0,0 0 1 16,2 0-18-16,0 0 1 0,2 0 0 0,0 0 0 16,5 0-1-16,1 0 1 0,2 0 0 0,4 2 0 0,3 2-23 15,3 0 0-15,6 4 0 0,1 1 1 0,12 1-1 16,10 2 0-16,-1 7 0 0,16 5 0 0,7 5-19 15,12 4 0-15,23 12 0 0,0 0 0 0,0 4-1 16,0-2 1-16,-2 3 0 0,-3-3 0 0,-3-6-1 0,2-2 1 16,-4 0-1-16,-3-4 1 0,-7 1-1 0,-3-5 0 15,1 4 0-15,-5-2 1 0,-4-2 0 0,-3-1 1 16,-9 1-1-16,-6-2 1 0,-2 0-1 0,-6-3 0 16,-8-1 0-16,-5-2 1 0,-3-5 14 0,-5-2 1 15,-1-1-1-15,-3-3 1 0,-3-8-1 0,-3-2 1 16,0 0-1-16,-1-4 1 0,-19 2-17 0,0 0-2426 0</inkml:trace>
  <inkml:trace contextRef="#ctx0" brushRef="#br1" timeOffset="101500.4">18645 6967 80 0,'0'0'0'0,"0"0"0"0,0 0 0 0,-12-8 283 0,6 4 1 0,2 4 0 0,-5-5 0 0,1 1-1 0,0 2 1 15,0 0 0-15,2 2 0 0,2 0-220 0,-4 0 1 16,4 2 0-16,2 0 0 0,2 2-1 0,0 5 1 15,4-5-1-15,2 2 1 0,2 2-26 0,2 4 1 0,4-1-1 16,5 5 1-16,-3-4-1 0,6 7 0 0,5 3 0 16,-5 3 1-16,3-2-20 0,-3 3 1 0,2 1 0 15,-1 0 0-15,-3-1-1 0,-2 1 1 0,-7-5-1 16,1 1 1-16,-4 2-20 0,-4 1 0 0,0-3 0 16,-4-7 0-16,-4 3 0 0,-4-1 0 0,0 1 0 15,-2-3 0-15,1-4 0 0,-5 3 1 0,2-5 0 16,0 0 0-16,-4 0-1 0,3-1 1 0,3-5-1 15,-4 2 1-15,14-6-2 0,0 0-2526 0</inkml:trace>
  <inkml:trace contextRef="#ctx0" brushRef="#br1" timeOffset="102417.33">17756 6235 312 0,'0'0'0'0,"0"0"0"0,0 0 0 0,0 0 243 0,0 0 0 0,0 0 0 0,0 0 1 15,0 0-1-15,0 0 0 0,0 0 0 0,0 0 0 16,8-4-183-16,-4 4 1 0,0 4-1 0,0 0 1 16,0 2-1-16,-2 6 1 0,2 0-1 0,0 7 1 0,-2-3-22 15,2 7 0-15,-2-1 0 0,2 9 0 0,-4-4-1 16,4 4 1-16,-4-1 0 0,5-3 0 0,-5 4-21 15,0 0 1-15,4-5-1 0,-2-3 1 0,0 1-1 16,2-3 0-16,0-5 0 0,0 1 1 0,-2-3-18 16,2-6 0-16</inkml:trace>
  <inkml:trace contextRef="#ctx0" brushRef="#br1" timeOffset="102816.99">17501 6538 324 0,'0'0'0'0,"0"0"0"16,0 0 0-16,0 0 225 0,-8 0 1 0,6 0-1 15,0 2 1-15,0-2-1 0,0 0 1 0,0 0-1 16,0 0 1-16,0 2-168 0,0 4 1 0,0-1-1 15,0-1 1-15,2 0-1 0,0 4 0 0,0 2 0 16,0 3 1-16,0-3-18 0,2 6 1 0,2-1-1 16,0 1 1-16,2-2-1 0,2-1 0 0,4 1 0 0,-2-2 1 15,3-1-21-15,3-3 0 0,-2 0 0 0,7-4 1 16,-5-4-1-16,2 0 0 0,0 0 0 0,3-4 1 16,-7 0-23-16,2-6 0 0,1 1 0 0,-3 1 1 15,-2-4-1-15,0 2 1 0,-4-3-1 0,-1 1 1 16,-3 2 1-16,-4-5 1 0,0 3-1 0,-4 0 1 15,-3 2-1-15,-1-3 1 0,0 1-1 0,-6 2 1 0,2-3 7 16,-5 5 0-16,1 2 0 0,2 2 1 0,-6 0-1 16,1 4 0-16,1 0 0 0,2 4 0 0,-5 0 1 15,3 0 1-15,2 2 0 0,1 2 0 0,3 5-1 16,-2-5 1-16</inkml:trace>
  <inkml:trace contextRef="#ctx0" brushRef="#br1" timeOffset="118899.3">19595 6905 152 0,'0'0'0'0,"0"0"0"0,0 0 0 0,0 0 48 0,0 0 1 0,0 0-1 0,0 0 1 0,0 0-1 16,0 0 1-16,0 0-1 0,0 0 1 0,0 0 24 15,-2-12 0-15,2 8 0 0,0 0 1 16,0-2-1-16,-2 2 0 0,0-5 0 0,2 3 1 0,0 0-8 16,-2 0 1-16,0-2-1 0,2 4 1 0,-4-3-1 15,4 1 0-15,-4 0 0 0,-2 2 1 0,0 0-17 0,0-2 1 16,0 4 0-16,0 0 0 0,-3 0-1 0,-1 2 1 16,0 0-1-16,2 2 1 0,-2 2-63 0,0 2 1 15,-3-2-1-15,1 4 1 0,2-4-1 0,-2 5 1 16,4 1-1-16,-5 0 1 0,1 2 40 0,2 1 0 15,2 1 0-15,-4 2 1 0,4-1-1 0,-3 1 0 16,3 7 0-16,0-1 0 0,-2 1-17 0,4 1 1 0,-2 7 0 16,2 6 0-16,2-2-1 0,-1 8 1 0,5-2 0 15,0 2 0-15,0-2 5 0,9 2 1 0,-5-10 0 16,6 4 0-16,2-4-1 0,0-2 1 0,5-5-1 16,1-1 1-16,4-5 6 0,3 1 1 0,5-3-1 15,-1-1 1-15,1-9-1 0,5-2 1 0,-1-2-1 16,-1-8 1-16,-5-2 1 0,3-2 1 0,-5-5-1 15,-1-1 1-15,-5-2-1 0,-1 1 1 0,-9-1-1 16,-2-3 1-16,-2 3-6 0,-4 2 1 0,-2-1 0 16,-2 3 0-16,-2-2-1 0,-2-3 1 0,-2 3 0 15,2 2 0-15,-9-3-4 0,1 3 1 0,0 4-1 0,-7 0 1 16,3-1-1-16,-4 3 0 0,-3 2 0 0,3 4 1 16,-5 0-7-16,1 0 1 0,2 4-1 0,-5 0 1 15,7 0-1-15,-1 3 0 0,-1 1 0 0,6 0 1 0,3 0-9 16,3 2 1-16,0 3 0 0,4-7 0 0,0 2-1 15,2 0 1-15,1 0 0 0,1-1 0 0,4 1-4 16,0-4 0-16</inkml:trace>
  <inkml:trace contextRef="#ctx0" brushRef="#br1" timeOffset="119284.9">20021 6975 568 0,'0'0'0'0,"0"0"0"0,0 0 0 0,0 0 178 0,0 0 1 0,0 0 0 0,0 0 0 0,0 0-1 0,0 0 1 0,0 0 0 0,0 0 0 16,10-8-120-16,0 8 1 0,-2-4-1 0,2 4 1 15,7-4-1-15,-3 0 0 0,4-1 0 0,1 3 1 0,-1 0-19 16,2 0 1-16,-5 0-1 0,5 2 1 0,-4 0-1 15,3 0 0-15,-7 0 0 0,2 0 1 0,-2 0-26 16,0 0 1-16,-1 0 0 0,-3 0 0 0,0 0-1 16,-4 0 1-16</inkml:trace>
  <inkml:trace contextRef="#ctx0" brushRef="#br1" timeOffset="119819.51">20080 6936 328 0,'0'0'0'0,"0"0"0"15,0 0 0-15,0 0 208 0,0 0 1 0,-8 0 0 16,6-4 0-16,0 4-1 0,0 0 1 0,0 0 0 15,0 0 0-15,2 0-148 0,-3 0 0 0,3 4 0 16,0 2 0-16,0 0-1 0,0 5 1 0,3 1 0 16,1 6 0-16,0-1-20 0,2 1 1 0,2 9 0 0,-4-5 0 15,4 5-1-15,-2-4 1 0,2 3 0 0,1 1 0 16,-1-2-12-16,-4-3 0 0,2-3 0 0,-2-1 1 16,0-1-1-16,0-5 0 0,0-2 0 0,-4-2 0 15,4 1-37-15,-4-7 0 0,4 0 0 0,0-2 0 16,-2-2 0-16,2 0 0 0,0-7 0 0,3 5 1 0,3-6 15 15,-2 2 1-15,2 4 0 0,2-7 0 0,1 3-1 16,-1 4 1-16,0-4 0 0,-2 8 0 0,2-4 0 16,1 4 0-16,-3 4 0 0,6 4 1 0,-2-4-1 15,3 6 0-15,1 3 0 0,2-1 1 0,-4 7 0 0,7-1 1 16,-7 0 0-16,7 3 0 0,-3 2-1 16,2 3 1-16,-5-3-1 0,1-1 1 0,-6 3-4 0,-2 2 0 15,-4-1 0-15,0-3 1 0,-6 3-1 0,0-1 0 16,-6-2 0-16,0-1 1 0,-6 1-2 0,-2-7 0 15,-5-1 0-15,-1-5 1 0,-2-2-1 0,-1-4 0 16,1-4 0-16,-2-4 1 0,-1-4-3 0,1-2 0 16,-3-5 0-16,1-1 1 0,1-3-1 0,-1 1 0 0,4 1 0 15,-3-1 0-15,7 2 2 0,1-3 1 0,7 7-1 16,2-3 1-16,8 15-8 0,0 0-2590 0</inkml:trace>
  <inkml:trace contextRef="#ctx0" brushRef="#br1" timeOffset="120369.13">20965 7656 412 0,'0'0'0'0,"0"0"0"0,0 0 0 0,0 0 219 0,0 0 0 0,0 0 0 0,0 0 0 0,-4-10-1 0,0 8 1 16,2-2 0-16,0 2 0 0,2-3-161 0,0 5 0 15,0-4 0-15,0-4 0 0,2 4 0 0,4-2 0 16,-2 2 0-16,-4 0 0 0,4 0-23 0,2 4 1 16,0-5 0-16,-1 5 0 0,1 0-1 0,-2 0 1 15,0 0-1-15,0 0 1 0,-4 5-19 0,4-1 0 0,-4 0 0 16,0-2 1-16,0 2-1 0,0 0 0 0,-4 4 0 16,4-4 1-16,-4 0-15 0,-2-4 1 0,2 5 0 15,2-5 0-15,-3 0-1 0,3 0 1 0,0 0-1 16,0 0 1-16,0 0-4 0,2-5 1 0,0 1-1 15,0 0 1-15,0-4-1 0,2 2 1 0,0 2-1 16,0 0 1-16,0 0 1 0,1-1 0 0,-1-1 0 16,0 2 0-16,-2 2 0 0,2 0 0 0,0 2 0 15,-2 0 0-15,0 0 6 0,2 0 0 0,-2 2 0 16,4-2 0-16,-4 2 0 0,0 0 0 0,0 2 0 0,4 0 0 16,-4 1-1-16,0-1 1 0,4 0 0 0,-4 0 0 15,0-2-1-15,0 0 1 0,0 0-1 0,0 0 1 16,0 0-1-16,0-2 0 0</inkml:trace>
  <inkml:trace contextRef="#ctx0" brushRef="#br1" timeOffset="124267.82">21417 6891 540 0,'0'0'0'0,"0"0"0"0,0 0 0 0,0 0 213 0,0 0 0 0,0 0 0 0,0 0 1 0,12-6-1 16,-8 4 0-16,-2 2 0 0,2-4 0 0,0 4-149 0,1-4 1 16,-1-1 0-16,0 5 0 0,0-4-1 0,0 0 1 15,-4 2-1-15,4 0 1 0,-4 0-23 0,0 0 1 16,0 0-1-16,0 2 1 0,-4-4-1 0,0 4 1 16,0-4-1-16,0 0 1 0,-2 4-18 0,-1-6 1 15,1 1-1-15,-6 1 1 0,2 2-1 0,0 0 0 16,0 2 0-16,-1-4 1 0,1 4-29 0,2 0 0 15,-2 0 0-15,2 0 0 0,0 0 0 0,-1 4 0 16,-1-2 0-16,2 2 1 0,0 3 6 0,-2-1 0 16,0 6 0-16,-1-4 1 0,1 7-1 0,0-5 0 0,0 6 0 15,2-1 0-15,4 1 4 0,-2-2 0 16,2 3 0-16,4-1 0 0,0 3 0 0,4-5 0 0,2-2 0 16,2 3 0-16,0-3-2 0,6 0 1 0,3 3-1 15,-1-7 1-15,2 2-1 0,2-2 0 0,3 0 0 16,-3-1 1-16,5 1-1 0,-1 0 1 0,1 0 0 15,1-2 0-15,0 3-1 0,3-1 1 0,1 2-1 16,1 2 1-16,-1 1-2 0,-5-3 0 0,-1 6 0 0,1-1 0 16,-3 3 0-16,-1 3 0 0,-7-3 0 0,-2 5 0 15,0 1-1-15,-4-1 1 0,-2-5 0 0,-4 5 0 16,-2-3-1-16,-2 3 1 0,-2-9-1 0,-2 7 1 16,-2-9-4-16,-2 2 1 0,-2-1-1 0,-5-3 1 15,1-6-1-15,-2 0 0 0,-3-4 0 0,3 0 1 0,-4-4-2 16,1 0 1-16,1-6 0 0,0 2 0 15,-1-5-1-15,3 1 1 0,0 2-1 0,3-1 1 0,1 1-3 16,2 4 1-16</inkml:trace>
  <inkml:trace contextRef="#ctx0" brushRef="#br1" timeOffset="125833.58">22015 7028 200 0,'0'0'0'0,"0"0"0"0,0 0 0 0,0 0 236 0,2-8 1 0,0 4-1 0,0 0 1 0,1-2-1 0,1 0 1 0,2 0-1 15,0-3 1-15,2-1-184 0,-2 2 0 16,4 0 0-16,0-1 1 0,3 1-1 0,-5 2 0 0,4-2 0 16,2 2 0-16,-4 0-31 0,3 1 0 0,-1 3 0 15,-2 2 1-15,2 0-1 0,0 0 0 0,1 5 0 16,-1 1 0-16,-2 2-16 0,-2 4 0 0,0 7 0 15,-4-1 1-15,0 7-1 0,0 1 0 0,-4 7 0 16,0 6 1-16,-2-4-3 0,-4 6 1 0,2-2 0 16,-4 4 0-16,-2-10-1 0,0 4 1 0,0-6-1 15,-3-5 1-15,1-1-6 0,0-5 1 0,2-1-1 0,-4-11 1 16,1 0-1-16,1-2 1 0,0-4 0 0,0-2 0 16,2-2 0-16,1-2 1 0,3-2 0 0,0 2 0 15,2-10-1-15,2 1 1 0,2 1-1 0,0 0 1 16,2 2 2-16,2-5 1 0,2 3-1 0,0 8 1 15,3-7-1-15,-3 5 1 0,4 4-1 0,2 2 1 0,2 0-1 16,-4 0 1-16,5 4 0 0,-1 3 0 0,4 1-1 16,3-4 1-16,-3 4-1 0,2 2 1 0,1-1 3 15,1 1 0-15,-2 0 0 0,1 0 0 0,3-2-1 16,-6-3 1-16,3 1 0 0,-1 2 0 0,-2-4-1 0,1 0 1 16</inkml:trace>
  <inkml:trace contextRef="#ctx0" brushRef="#br1" timeOffset="126650.34">22628 6844 404 0,'0'0'0'0,"0"0"0"0,0 0 0 0,0 0 187 0,0 0 1 0,0 0-1 0,0 0 1 15,0 0-1-15,-4-8 1 0,4 6-1 0,0-3 1 16,4 1-126-16,0 0 1 0,2 0 0 0,0 0 0 15,2 0-1-15,3 0 1 0,1 0 0 0,0 2 0 16,2 0-27-16,3 0 1 0,1 2 0 0,-2 0 0 0,2 0-1 16,1 0 1-16,-1 2-1 0,-2 2 1 0,3 4-19 15,-1-4 1-15,-4 4 0 0,3 5 0 0,-5-3-1 16,0 4 1-16,2 7-1 0,-6-3 1 0,3 3-18 16,-5 1 0-16,0 5 0 0,2 4 0 0,-4-5 0 15,2 5 0-15,-2 2 0 0,0-2 0 0,0-1-1 0,-2 1 0 16,0-4 0-16,0-1 0 0,0-1 0 0,-2-2 0 15,2-1 0-15,0-3 0 0,3 1 11 0,-5-5 1 16</inkml:trace>
  <inkml:trace contextRef="#ctx0" brushRef="#br1" timeOffset="126867.46">22705 7047 811 0,'0'0'0'0,"0"0"0"15,0 0 0-15,0 0 202 0,0 0 1 0,0 0 0 16,6 0 0-16,1-4-127 0,-1 4 0 0,2-4 0 16,4 2 0-16,-2 2-1 0,6 0 1 0,3-2 0 0,1 2 0 15,0-3-26-15,7 3 1 0,-5 0-1 0,3 0 1 16,5 0-1-16,-5-2 1 0</inkml:trace>
  <inkml:trace contextRef="#ctx0" brushRef="#br1" timeOffset="127750.5">23674 6809 88 0,'0'0'0'0,"0"0"0"0,0 0 0 0,0 0 244 0,0 0 1 0,0 0 0 0,0 0 0 0,-2-10-1 15,2 10 1-15,-2-2-1 0,2 0 1 0,0 2-196 0,0-5 0 16,-2 5 0-16,2 0 0 0,-4 0 0 0,0 0 0 15,4 0 0-15,-6 0 0 0,2 0 1 0,0 0 0 16,0 0 0-16,-1 0 0 0,3 0 0 0,-2 0 0 16,2 0 0-16,-2 0 0 0,0-4-6 0,-4 4 0 15,6-4 0-15,-4 4 0 0,0-6 0 0,0 2 0 16,0 0 0-16,2 0 0 0,-7 0-61 0,3-5 0 16,-2 5 0-16,0-2 1 0,0 2-1 0,-1-4 0 0,1 4 0 15,-2-4 1-15,0 1 39 0,2 3 0 16,-2 0 0-16,1 0 0 0,1 4-1 0,0-4 1 0,-2 4 0 15,2 0 0-15,-1 4-5 0,1-4 0 0,2 4 0 16,-2 2 1-16,2 1-1 0,0 3 0 0,4-2 0 16,-5 4 0-16,7-1 0 0,-2 3 0 0,2 2 0 15,2 3 0-15,2-1-1 0,0 3 1 0,2 1 0 16,1-1 0-16,3 1-1 0,-4-3 0 0,2-1 0 16,0 3 0-16,2-3 0 0,2-1 0 0,2 1 0 15,1-3 0-15,5 1-5 0,-4-4 1 0,7 3-1 0,-5-5 1 16,6 2-1-16,-3-8 1 0,5 4-1 0,-4 1 1 15,1 1-5-15,-3-2 1 0,2-2-1 0,1 2 1 16,-3 5-1-16,0-5 0 0,1 6 0 0,-1-5 1 16,-2 5-7-16,-1 2 1 0,-1-3 0 0,-2 1 0 0,0 2-1 15,-4-1 1-15,-2-1 0 0,1 3 0 0,-3-5-2 16,-4 2 0-16,0 1 0 0,-9-3 1 0,1-2-1 16,-4 2 0-16,2-3 0 0,-8-3 0 0,-1 0-1 0,3-2 1 15,-4-2-1-15,-3-2 1 0,3-2-1 16,-7-2 1-16,5-2-1 0,2 0 1 0,-3 2-5 0,3-5 1 15</inkml:trace>
  <inkml:trace contextRef="#ctx0" brushRef="#br1" timeOffset="155349.93">19099 5675 152 0,'0'0'0'0,"0"0"0"0,0 0 0 0,0 0 72 0,0 0 0 0,0 0 0 0,0-11 0 0,0 11 0 16,0 0 0-16,2 0 0 0,0 0 0 0,-2 2 16 0,2 1 1 15,2 3 0-15,0 2 0 0,0 0-1 16,0 2 1-16,2 3-1 0,0 1 1 0,1 2-25 0,-1 3 1 15,0-3 0-15,2 3 0 0,-4-3-1 0,-2 3 1 16,2-5-1-16,0 2 1 0,-2-5-19 0,0 1 0 16,0-4 0-16,-2-2 1 0,0 3-1 0,0-9 0 15,0 4 0-15,0-8 1 0,0-1-55 0,2-3 1 16,0-2 0-16,4-2 0 0,-1-3-1 0,-1-3 1 16,2 1 0-16,0-5 0 0,2 1 30 0,2 3 0 15,-2-1 0-15,0-1 1 0,1 1-1 0,5 5 0 0,-2 2 0 16,-2-3 1-16,2 3-11 0,1 4 1 0,-1 2-1 15,0 4 1-15,2 2-1 0,-4 0 0 0,1 2 0 16,-1 4 1-16,-2 2-2 0,2 0 1 0,0-2 0 16,0 7 0-16,-1-5-1 0,-3 0 1 0,0 2-1 15,0 3 1-15,-2-5-1 0,0 2 0 0,0-2 0 16,0-1 1-16,-4 1-1 0,4 0 0 0,-4-4 0 0,0 0 1 16,0-4-5-16,0 0 0 0,4 0 0 15,-4 0 0-15,4-4 0 0,3-4 0 0,1 0 0 0,0-3 0 16,2 3-1-16,2-6 0 0,0 2 0 0,3-1 1 15,1 5-1-15,0-2 0 0,-2 2 0 0,1-1 0 16,-1 3-2-16,0 2 0 0,-2 0 0 0,1 4 0 16,-1 0 0-16,0 0 0 0,-2 4 0 0,-2 0 0 15,0 2-2-15,1 3 0 0,-3 3 0 0,2-2 0 0,-4 2 0 16,2 1 0-16,0-3 0 0,0 2 0 0,-2 3-2 16,0 1 0-16,0-6 0 0,1 7 0 0,-5-17-1 15,0 0-2211-15</inkml:trace>
  <inkml:trace contextRef="#ctx0" brushRef="#br1" timeOffset="155733.11">20165 5660 268 0,'0'0'0'0,"0"0"0"0,0 0 0 0,0 0 210 0,-4-8 1 0,0 4-1 15,4 0 1-15,-4-2-1 0,-2 2 0 0,0 0 0 16,0 4 1-16,0-5-158 0,0 5 1 0,-3 0 0 16,1 0 0-16,0 5-1 0,0-3 1 0,2 2 0 15,-2 4 0-15,0 0-25 0,-1 0 0 0,3 3 0 16,-2 1 1-16,4-2-1 0,0 2 0 0,-2 1 0 16,4 1 1-16,2-2-9 0,2-3 0 0,4 1 0 0,-2-2 0 15,0-2-1-15,4-2 1 0,3 0 0 0,1 1 0 16,0-5-21-16,-2 0 0 0,2-5 0 0,1 1 1 15,-1 2-1-15,0-2 0 0,2 0 0 0,-4-4 0 16,-1 4 1-16,3-4 1 0,-4 1 0 0,0 3 0 0,0 0-1 16,-2 0 1-16,2 0 0 0,-3 4 0 15,-1 0 1-15,0 4 1 0,-4 0-1 0,2 0 1 0,0 2-1 16,0 3 1-16,0-1-1 0,2 4 1 0,-2-6 1 16,0 7 0-16,2-5 0 0,2 0 1 0,-2 2-1 15,0-1 0-15,0-3 0 0,2 2 1 0,-6-8-6 0,0 0-2151 16</inkml:trace>
  <inkml:trace contextRef="#ctx0" brushRef="#br1" timeOffset="155915.79">20725 5669 248 0,'0'0'0'16,"0"0"0"-16,0 0 0 0,0 0 221 0,8-9 1 0,-8 9 0 15,0-4 0-15,0 4-1 0,0 0 1 0,0 0 0 16,0 4 0-16,0 0-168 0,-4 3 0 0,0 1 0 15,-2 2 1-15,0-2-1 0,-2 5 0 0,2-1 0 16,-3 2 0-16,-1 1-24 0,0-3 0 0,4 0 0 16,-2-2 1-16,-4 3-1 0,3-3 0 0</inkml:trace>
  <inkml:trace contextRef="#ctx0" brushRef="#br1" timeOffset="156069.14">20554 5679 148 0,'0'0'0'0,"0"0"0"0,0 0 0 16,10-4 181-16,-6 4 1 0,2 0-1 0,3 0 1 15,1 0-1-15,0 4 0 0,4 0 0 0,-4 0 1 16,5 2-129-16,3 2 0 0,-4 1 0 0,2 1 0 16,-1 2 0-16,1 0 0 0,0 3 0 0,1-3 0 0,1-2-6 15,-6 7 0-15,2-7 0 0,3 2 0 0,-5 1 0 16,-2 1 0-16</inkml:trace>
  <inkml:trace contextRef="#ctx0" brushRef="#br1" timeOffset="156516.96">21130 5330 464 0,'0'0'0'0,"0"0"0"15,0 0 0-15,0 0 169 0,0 0 1 0,0 0 0 16,0 0 0-16,0 0-1 0,0 0 1 0,0 0-1 15,0 0 1-15,8 0-105 0,-2 4 0 0,0 0 0 16,3 0 1-16,-1 7-1 0,-2 1 0 0,2-2 0 16,-2 3 0-16,0 3-21 0,-2 2 1 0,0-3 0 15,-4 5 0-15,0-1-1 0,-4-5 1 0,0 7 0 16,-4-9 0-16,2 2-16 0,-2 1 0 0,0-3 0 16,4-2 1-16,-5-2-1 0,5 1 0 0,0-5 0 15,4-4 1-15,0 0-35 0,2 0 1 0,2-4-1 0,2 0 1 16,-1-5-1-16,3 3 1 0,-2 2 0 0,4-4 0 15,0 0 12-15,0 1 1 0,0 3 0 0,1-4 0 16,-3 4-1-16,2-2 1 0,0 4 0 0,-2 2 0 16,2 0-4-16,1 2 1 0,-1 4 0 0,0-2 0 15,2 0-1-15,-6 4 1 0,2 3-1 0,-1 1 1 16,-1 2 0-16,-2 3 0 0,0-3 0 0,-4 5 0 0,0 1 0 16,0-3 0-16,0 3 0 0,0 1 0 0,0-3-1 15,-4 3 0-15,2-3 0 0,0-2 1 0,2 3-1 16,0-1 0-16,0-3 0 0,2 1 0 0,0-4-2 15,2-1 0-15,4 1 0 0,-4-2 0 0,0 3 0 16,4-5 0-16</inkml:trace>
  <inkml:trace contextRef="#ctx0" brushRef="#br1" timeOffset="157949.2">21633 5427 56 0,'0'0'0'0,"0"0"0"0,0 0 0 0,0 0 56 0,0 0 0 0,0 0 0 0,-6-9 1 0,6 5-1 0,-4 0 0 16,-1 0 0-16,1 0 0 0,0 0 35 0,2 2 1 15,-2-2-1-15,0 4 1 0,0-4-1 0,0-1 0 16,0 5 0-16,0-4 1 0,0 2-14 0,0 2 1 15,0 0 0-15,0 2 0 0,2 2-1 0,-2 5 1 0,1-3-1 16,-1 6 1-16,2 0-18 0,0 3 0 0,0 5 0 16,2-1 0-16,0 3-1 0,0 1 1 15,4 1 0-15,0 3 0 0,5-4-75 0,1-5 1 0,2-1-1 16,2 1 1-16,2-4-1 0,1-1 1 0,1-5-1 16,0-2 1-16,3-4 48 0,-1-4 0 0,-2 0 0 15,1-6 1-15,-3-5-1 0,2-1 0 0,-1-2 0 16,-5-3 1-16,0 1-17 0,0-5 1 0,-4-1-1 15,-1 1 1-15,1 1-1 0,-6-5 1 0,0 0-1 0,-2 3 1 16,-2-1 0-16,0 0 0 0,-2 3 0 0,-5 3 1 16,1 3-1-16,0 2 0 0,-2 1 0 0,-4 5 1 15,2 4 0-15,-1 4 0 0,-3 4 0 0,2 4 0 16,-2 5-1-16,1 1 1 0</inkml:trace>
  <inkml:trace contextRef="#ctx0" brushRef="#br1" timeOffset="158232.84">22258 5564 456 0,'0'0'0'0,"0"0"0"0,0 0 0 0,0 0 203 0,0 0 0 0,-7 8 0 15,5-2 1-15,-2 7-1 0,0-3 0 0,-4 2 0 16,2 5 0-16,-2 1-151 0,0 5 1 0,2-1 0 16,0-1 0-16,1 1-1 0,-3 1 1 0,4-5 0 15,0-1 0-15,4-17-53 0,0 0-1878 0</inkml:trace>
  <inkml:trace contextRef="#ctx0" brushRef="#br1" timeOffset="163116.2">21739 5314 52 0,'0'0'0'0,"0"0"0"0,0 0 0 0,0 0 25 0,0 0 1 0,0 0 0 0,0 0 0 15,0 0-1-15,0 0 1 0,0 0 0 0,0 0 0 16,0 0-31-16,0 0 0 0,0 0 0 0,0 0 0 0,0 0 0 16,0 0 0-16,0-6 0 0,0 1 1 15,0 5 4-15,0 0 1 0,0-4 0 0,0 4 0 0,0-4-1 16,0 4 1-16,0-4-1 0,0 2 1 0,-4 0 6 15,4 0 1-15,0 0 0 0,-5 0 0 0,3 2-1 16,0-4 1-16,0 4-1 0,0 0 1 0,-2 0-8 0,0 0 1 16,0 4-1-16,0-2 1 0,2 2-1 15,-6 0 1-15,2 0-1 0,-2 4 1 0,-1-3 0 0,1 1 0 16,0 2 0-16,-2 0 0 0,2 0 0 16,-2 1 0-16,4 5 0 0,-7-4 0 0,3 7 7 0,2-5 0 15,0 6 0-15,-2-5 0 0,2 5-1 0,-1-4 1 16,3 3 0-16,4 1 0 0,2-18-8 0,0 0-270 0</inkml:trace>
  <inkml:trace contextRef="#ctx0" brushRef="#br1" timeOffset="208115.68">22567 5269 208 0,'0'0'0'0,"0"0"0"0,0 0 0 0,0 0 66 0,-8 4 1 0,6-4-1 15,-2 4 1-15,2-4-1 0,-2 4 1 0,-5 0-1 16,3 2 1-16,2-2-2 0,0 4 1 0,0-3-1 0,0-1 1 15,2 2-1-15,2 2 0 0,0-4 0 0,4 4 1 16,0-4-10-16,2 7 1 0,4-3 0 0,3 2 0 16,-3 2-1-16,4-3 1 0,2 3 0 0,3 2 0 15,-1-3-5-15,0 5 1 0,3-2 0 0,-5 3 0 16,2-1-1-16,-3 3 1 0,1-1 0 0,-2-2 0 16,0 3-71-16,1 4 1 0,-7-5 0 0,0-2 0 0,-2 7-1 15,-2-7 1-15,-2 3 0 0,-2-5 0 16,-2 3 49-16,0-7 1 0,-4 2-1 0,0-4 1 0,2-4-1 15,-4 1 0-15,-3-3 0 0,1-2 1 0,0-2-20 0,2-3 1 16,-2 1-1-16,0-4 1 0,-1 0-1 0,3-2 0 16,0 1 0-16,0-3 1 0,-2 2 6 0,2-4 1 15,-1 1-1-15,1 1 1 0,2 0-1 0,0 1 1 16,0-3-1-16,6 6 1 0,0-9-4 0,0 7 1 16,0-6-1-16,4 1 1 0,2 3-1 0,0-2 0 15,2-3 0-15,3-1 1 0,-3-3-4 0,4 3 0 16,-2 4 0-16,2-3 0 0,-4-1-1 0,3 1 1 0,1 3 0 15,-4 0 0-15,-2 5-3 0,0-3 1 0,-2-2 0 16,-4 1 0-16,0 1-1 0,-2 2 1 0,-2 2 0 16,-2-3 0-16,2 5-3 0,-4 0 1 0,-4 2-1 15,1-4 1-15,3 4-1 0,-6 2 1 0,4 0-1 16,-2 2 1-16,2 0-6 0,-5 0 1 0,3 0-1 16,0 2 1-16,2 0-1 0,-1 0 1 0,1 4-1 15,2-2 1-15,2 0-4 0,0 0 1 0</inkml:trace>
  <inkml:trace contextRef="#ctx0" brushRef="#br1" timeOffset="208569.71">23129 5377 476 0,'0'0'0'0,"0"0"0"0,0 0 0 0,0 0 119 0,0 0 0 0,0 0 0 0,-11-4 0 0,9 4-44 0,-2-2 1 16,0 2-1-16,0 0 1 0,-2 2-1 0,0 2 1 15,2 2-1-15,0 3 1 0,-4-1-25 0,2 2 0 0,0 2 0 16,-1 3 1-16,1 5-1 0,4-1 0 0,-2-1 0 16,4 5 0-16,0-3-17 0,0 7 0 0,4-4 0 15,2-5 0-15,5-2 0 0,1 1 0 0,2-3 0 16,4-2 0-16,1-1-8 0,1-7 0 0,2-4 0 16,3 0 0-16,-7-4-1 0,7-7 1 0,-7-1 0 15,2-4 0-15,-3-3-36 0,1 1 1 0,-8-7 0 16,0-1 0-16,-2-3 0 0,-4 0 0 0,-2-2 0 15,-2 1 0-15,-4 3 25 0,-2-2 0 0,-2 0 0 0,0 7 0 16,-4-5 0-16,0 9 0 0,-3-3 0 0,1 11 0 16,-2 2-1-16,-1 0 1 0,1 4-1 0,2 4 1 15,-2 0-1-15,-1 4 1 0,3 4-1 0,2 0 1 16,0 0-2-16,2 7 0 0</inkml:trace>
  <inkml:trace contextRef="#ctx0" brushRef="#br1" timeOffset="209480.62">23733 5472 196 0,'0'0'0'0,"0"0"0"0,0 0 0 0,0 0 184 0,0 0 0 0,0 0 0 0,10 0 1 0,-6 0-1 15,5 0 0-15,1 0 0 0,0 0 0 0,2-4-176 0,2 4 0 16,3 0 0-16,-1 0 0 0,2 0 0 0,-4 0 0 16,-1 0 0-16,3 0 0 0,-4 0-28 0,0 4 1 15</inkml:trace>
  <inkml:trace contextRef="#ctx0" brushRef="#br1" timeOffset="210947.79">24376 5119 88 0,'0'0'0'0,"0"0"0"0,0 0 0 0,0 0 65 0,-10-6 1 0,4 4-1 0,2 2 1 0,-4-2-1 16,2 0 0-16,0 0 0 0,-3-3 1 0,3 5-53 16,-2-4 1-16,2 4-1 0,-2 0 1 0,2 0-1 15,0 4 0-15,2-4 0 0,0 5 1 0,4-5 2 16,-4 4 0-16,4 2 0 0,0 2 1 0,-5 0-1 16,5 2 0-16,0 3 0 0,0-1 0 0,0 6-7 0,5 1 0 15,-5 1 0-15,4 3 1 0,0-5-1 16,2 3 0-16,2 2 0 0,0-5 1 0,4 0-12 0,-4 3 0 15,1-3 0-15,-1-1 1 0,2 1-1 0,-6-1 1 16,2 1-1-16,-2 1 1 0,-2-3 4 0,-2 3 0 16,0-3 0-16,0 2 1 0,-2 1-1 0,-2-1 0 15,-2 3 0-15,2-7 0 0,-6 3 13 0,-1 1 1 0,1-6-1 16,-2 3 1-16,0-3-1 0,-2-4 1 16,1 2-1-16,-1-5 1 0,-2-1 1 0,0-4 1 0,-1 0-1 15,3-4 1-15,0-1-1 0,2-5 0 0,1 2 0 16,3-4 1-16,0-3 1 0,4-1 1 0,0-3-1 15,4 1 1-15,0 2-1 0,4-3 1 0,0 3-1 16,4-3 1-16,2-1-2 0,3 5 1 0,-1-3 0 16,2-3 0-16,2 3-1 0,3 2 1 0,-1-3-1 15,0 5 1-15,-1-5-6 0,3 3 1 0,0-1 0 16,1 7 0-16,-1-6-1 0,-2 1 1 0,1 1 0 16,-5 2 0-16,2-1-6 0,-4 3 0 0,1 2 0 0,-3 0 1 15,-2 0-1-15,-2-3 0 0,0 3 0 0,-4 0 1 16,-2 0-6-16,0 2 1 0,-2-3 0 0,-2-1 0 15,0 6-1-15,0-4 1 0,-4 4-1 0,-2-4 1 16,-3 1-2-16,1 3 0 0,0 0 0 0,-2 0 1 0,2 4-1 16,-7 0 0-16,3 0 0 0,-2 4 0 0,1-4 3 15,5 4 1-15,-4-2 0 0,4 2 0 0,12-4-7 16,0 0-1361-16</inkml:trace>
  <inkml:trace contextRef="#ctx0" brushRef="#br1" timeOffset="212246.93">24912 5172 80 0,'0'0'0'0,"0"0"0"0,0 0 0 0,0 0 166 0,0 0 0 0,0 0 0 16,0 0 1-16,0 0-1 0,0 0 0 0,4-6 0 15,-4 6 1-15,2-4-160 0,-2 4 0 0,0-4 0 16,0 0 0-16,0 4-1 0,-2-4 1 0,0 4 0 16,0-4 0-16,-3 1 0 0,1 1 0 0,-2 2 0 15,2 0 0-15,-6 0-1 0,0 2 1 0,-2 5 0 16,-1-3 0-16,1 0-9 0,0 0 0 0,0 2 0 16,2 2 1-16,1 5-1 0,1-5 1 0,4 6-1 0,0-2 1 15,0-1 4-15,4 5 1 0,4-6-1 0,0 7 1 16,2-3-1-16,5 3 0 0,-3 1 0 0,6-4 1 15,-4 3-4-15,4-3 0 0,1 3 0 0,-3 1 0 16,0 3 0-16,-2-7 0 0,-2 4 0 0,-2 3 0 16,-1-3 0-16,-5 1 1 0,-2 1 0 0,-5 3 0 15,1-5-1-15,-4 3 1 0,-4-3 0 0,0 1 0 0,-7 1 15 16,3-5 1-16,0 1 0 0,1-8 0 0,-1 2-1 16,2-5 1-16,4-5 0 0,-3 0 0 0,5-9 4 15,2 1 0-15,2-2 0 0,2-7 0 0,4 3 0 16,0-6 0-16,4 1 0 0,2-3 0 0,0-1 0 15,4-4 0-15,2 3 0 0,3 1 0 0,1 1-1 0,2-5 1 16,1 4 0-16,-1-1 0 0,0 1-4 0,3 1 0 16,-3 3 0-16,2-1 1 0,-7 1-1 0,-1 1 0 15,2-1 0-15,-8 3 0 0,0 0-12 0,-2 1 1 16,-4 1 0-16,0 1 0 0,-4-1-1 0,-2 6 1 16,0-4-1-16,-4-3 1 0,0 3-4 0,-3 0 1 15,3 1-1-15,-4 3 1 0,2 2-1 0,0 0 1 0,-1 4-1 16,1 2 1-16,12 0-3 0,0 0-1659 0</inkml:trace>
  <inkml:trace contextRef="#ctx0" brushRef="#br1" timeOffset="213030.49">25402 5193 340 0,'0'0'0'0,"0"0"0"0,0 0 0 0,0 0 138 0,0 0 0 0,0 0 0 16,0 0 1-16,0 0-1 0,0-9 0 0,-2 5 0 16,2 4 0-16,0 0-92 0,-4 0 0 0,0 4 0 15,0-4 1-15,0 5-1 0,0 1 0 0,-2 0 0 16,-1 4 0-16,1 2-14 0,2-1 0 0,-6 1 0 0,2-2 0 15,2 3-1-15,0 1 1 0,2 2 0 0,-4-3 0 16,1-3-1-16,1 2 0 0,0-2 0 0,2 3 0 16,0-5 0-16,0 2 0 0,4-2 0 0,-4 1 0 15,4-3-43-15,-4 0 0 0,4 0 0 0,0-2 1 16,0 0-1-16,0-4 1 0,4 4-1 0,-4-4 1 0,0 5 26 16,4-5 1-16,0 0-1 0,2 0 1 0,0 0-1 15,0 0 0-15,0 0 0 0,5 0 1 0,-3 0 2 16,2 0 1-16,2 0-1 0,0-5 1 0,1 5-1 15,-1-4 1-15,2-4-1 0,0 2 1 0,3 0 0 0,-5 0 1 16,0-7-1-16,-2 3 1 0,2 2-1 0,1-6 0 16,-3 5 0-16,-2-3 1 0,0-2-2 0,0 1 1 15,-2 3-1-15,0 2 1 0,1-4-1 0,-3 3 0 16,0 3 0-16,0 4 1 0,0 0-3 0,-2 2 0 16,-2 0 0-16,0 0 1 0,-2 4-1 0,0 6 0 15,-2 3 0-15,-2 1 0 0,2 3-8 0,-5 5 0 16,1-3 0-16,0 5 0 0,0 1-1 0,2 4 1 15,-4-3 0-15,2 1 0 0,-1 0-4 0,1-5 1 0,4 5-1 16,-2-9 1-16,2 3-1 0,2-9 0 0</inkml:trace>
  <inkml:trace contextRef="#ctx0" brushRef="#br1" timeOffset="213580.19">25152 5705 296 0,'0'0'0'0,"0"0"0"0,0 0 0 0,0 0 217 0,0 0 0 0,0 0 0 0,-8 5 1 0,6-5-1 0,-3 4 0 0,3-4 0 16,-2 4 0-16,2-4-157 0,2 0 1 0,-4 2-1 16,4 0 1-16,0-2-1 0,0 0 0 0,0 0 0 15,0 0 1-15,4-2-31 0,-2 0 0 0,2 2 0 16,0-4 1-16,3 0-1 0,-3-1 0 0,2 5 0 15,-2-4 1-15,0 0-23 0,0 0 1 0,-4 4 0 0,2-2 0 16,-2 0-1-16,0 2 1 0,0 0-1 0,-2 0 1 16,2 2-3-16,-4 0 1 0,-2 0-1 0,0 4 1 15,0-2-1-15,2-4 0 0,-3 5 0 0,3-1 1 16,2-4-16-16,-2 4 0 0,4-4 0 0,0 0 1 16,0 0-1-16,0 0 0 0</inkml:trace>
  <inkml:trace contextRef="#ctx0" brushRef="#br1" timeOffset="214063.91">25791 5334 288 0,'0'0'0'0,"0"0"0"16,0 0 0-16,2-8 169 0,0 0 1 0,2 2 0 16,0-3 0-16,0 1-1 0,2-2 1 0,2 2-1 15,-2 0 1-15,3-1-128 0,1 1 1 0,0 6 0 16,-2-6 0-16,4 4-1 0,0 4 1 0,1-4-1 15,-3 4 1-15,0 4-11 0,2 0 0 0,-4 0 0 0,1 2 0 16,-3 6 0-16,-2 1 0 0,-2 5 0 0,-2-1 0 16,-4 5-16-16,-2 1 1 0,-3-1 0 0,-1 5 0 15,-6 0-1-15,-2 1 1 0,-1-1 0 0,1 0 0 16,2-5-18-16,-3 1 0 0,1-7 0 0,4 3 0 16,2-9 0-16,1-2 0 0,3 0 0 0,4-8 0 15,2 0 1-15,2 0 0 0,2-4 0 0,2 0 1 0,2 0-1 16,3 0 0-16,-1-2 0 0,2 2 0 0,0 0 1 15,0 4 1-15,2-4-1 0,1 4 1 0,1 4-1 16,-6-4 1-16,4 4-1 0,3 0 1 0,-1 2 4 0,2-2 0 16,0 4 0-16,3-4 0 0,1 0 0 15,-4 1 0-15,3-1 0 0,-3 0 0 0,-16-4-6 0,0 0-1822 16</inkml:trace>
  <inkml:trace contextRef="#ctx0" brushRef="#br1" timeOffset="214580.8">26428 5084 272 0,'0'0'0'0,"0"0"0"0,0 0 0 0,-6-6 202 0,4 2 1 0,0 0 0 0,-2 4 0 16,-1-4-1-16,-1 4 1 0,0-5-1 0,0 5 1 15,2 0-148-15,-4 5 0 0,0-1 0 0,-2 0 1 16,-1 2-1-16,3 6 0 0,-2 1 0 0,2 1 0 16,-2 2-24-16,2 3 1 0,0-3 0 0,1 7 0 15,1-1-1-15,4 1 1 0,2-5 0 0,0 3 0 16,4 1-10-16,2-5 1 0,3 1 0 0,-1-8 0 0,2 3-1 15,2-1 1-15,0-4 0 0,3-2 0 0,-5-1-25 16,4-1 0-16,-4-4 0 0,2-4 1 0,1 4-1 16,-1-5 0-16,0-3 0 0,0 2 1 0,0 2 4 0,-1-4 0 15,-1 4 0-15,-2-5 0 0,0 5 0 0,-2 2 0 16,0 2 0-16,0 0 0 0,-1 0 3 0,1 2 1 16,-2 0-1-16,2 5 1 0,0 1-1 0,0 0 0 15,0 4 0-15,0 3 1 0,0-3 2 0,-2 6 0 16,0-3 0-16,3 5 0 0,-3-1-1 0,-4-3 1 15,2 3 0-15,-2-1 0 0,2-2-4 0,-2 3 1 16,0-1 0-16,0-1 0 0,0-3-1 0,-2-2 1 0,2 1-1 16,-2 1 1-16,2-6-1 0,-4 1 0 0,-1-3 0 15,1 2 0-15,2-4 0 0,-2-4 0 0,0 0 0 16,0 0 0-16,0-4-1 0,-2 0 1 0</inkml:trace>
  <inkml:trace contextRef="#ctx0" brushRef="#br1" timeOffset="-213332.69">27018 5238 176 0,'0'0'0'0,"0"0"0"0,0 0 0 0,0 0 82 0,0 0 0 0,0 0 0 15,0 0 1-15,0 0-1 0,0 0 0 0,0 0 0 16,10-10 1-16,-6 5-1 0,2 1 1 0,0 0 0 15,1 0 0-15,3 0-1 0,2-2 1 0,0 2-1 16,0 0 1-16,3 0-39 0,1-1 0 0,2 1 0 16,3 0 0-16,-5 4-1 0,2-4 1 0</inkml:trace>
  <inkml:trace contextRef="#ctx0" brushRef="#br1" timeOffset="-212946.02">27030 5431 344 0,'0'0'0'0,"0"0"0"15,0 0 0-15,0 0 118 0,0 0 1 0,0 0-1 16,0 0 1-16,0 0-1 0,0 0 1 0,0 0-1 15,0 0 1-15,12-9-61 0,-3 5 0 0,-3 0 0 16,6 0 1-16,0 0-1 0,2 0 0 0,3 0 0 16,1 2 1-16,0-2-21 0,3 4 1 0</inkml:trace>
  <inkml:trace contextRef="#ctx0" brushRef="#br1" timeOffset="-190333.45">27631 5166 24 0,'0'0'0'0,"0"0"0"0,0 0 0 0,0 0 27 0,0 0 1 0</inkml:trace>
  <inkml:trace contextRef="#ctx0" brushRef="#br1" timeOffset="-190216.84">27688 5061 52 0,'0'0'0'0,"0"0"0"0,0 0 0 16,0 0 17-16,0 0 0 0,0 0 0 0,-6 9 0 16,6-9-17-16,0 0-90 0</inkml:trace>
  <inkml:trace contextRef="#ctx0" brushRef="#br1" timeOffset="-189684.85">27641 5197 76 0,'0'0'0'0,"0"0"0"0,0 0 0 0,0 0 14 0,0 0 0 15,0 0 0-15,0 0 0 0,0 0-1 16,0 0 1-16,2 10 0 0,-2-10 0 0,2 4-20 15,-2-4 1-15,2 4 0 0,0 0 0 0,0-4-1 0,0 4 1 16,0-4 0-16,0 3 0 0,-2-1 0 0,2-2 0 16,0 0 0-16,2 0 1 0,-4 0-1 0,4 0 1 15,-4 0-1-15,2-2 1 0,2-1-2 0,0-1 1 16,1-4-1-16,-1 4 1 0,2-6-1 0,0 2 1 0,2-1-1 16,-4 1 1-16,0 2 3 0,0-2 0 0,2 0 0 15,0-5 1-15,-2 7-1 0,3-6 0 0,-3 2 0 16,-2 1 1-16,2-5 2 0,0 6 0 0,0-4 0 15,0-3 0-15,-2 3-1 0,2 0 1 0,0 1 0 16,2-1 0-16,-6-2-1 0,4 5 0 0,-4-5 0 16,0 2 1-16,0 4-1 0,0-3 0 0,0 7 0 15,0-4 0-15,0 0 9 0,0 2 0 0,-4 0 0 16,4 3 0-16,-4 3-1 0,4-4 1 0,-2 4 0 16,0-4 0-16,0 4-5 0,-2 0 1 0,2 4-1 0,-2 0 1 15,-2 3-1-15,0 5 0 0,0 4 0 16,-5 3 1-16,1 7-3 0,0 1 0 0,-2 8 0 0,0 0 1 15,-1 10-1-15,3-2 0 0,2 2 0 0,4-4 0 16,4 2 3-16,2-4 0 0,8-4 0 0,0-4 1 0,5-4-1 16,3-5 0-16,2-3 0 0,7-7 0 0,3-6 38 15,-3-4 1-15,3-6-1 0,-1-4 1 0,1-11-1 16,1-1 1-16,-1-3-1 0,-3-3 1 0,-1-9 8 16,-1 0 0-16,-5-2 0 0,-2 2 1 0,-3 0-1 15,-3-6 0-15,-8 6 0 0,0-4 1 0,-4 4-1 0,-2-1 0 16,-2 1 0-16,-4 4 1 0,-4 0-1 0,-3 4 0 15,-1 3 0-15,0 5 0 0,-3 1-3 0,1 6 1 16,2 3-1-16,4 5 1 0,-9 2-1 0,7 2 0 16,-4 4 0-16,1 3 1 0,1 1-9 0,0 4 1 15,-2 2 0-15,3 3 0 0,15-17-42 0,0 0-1476 0</inkml:trace>
  <inkml:trace contextRef="#ctx0" brushRef="#br1" timeOffset="-188582.09">27828 4889 192 0,'0'0'0'0,"0"0"0"0,0 0 0 0,0 0 87 0,0 0 1 0,4-10 0 0,-2 6 0 0,2-4-1 0,-2 3 1 16,0-5-1-16,0 2 1 0,-2 0 6 0,2 0 1 16,0 1-1-16,-2-1 1 0,2 4-1 0,-2 0 1 15,0-4-1-15,0 2 1 0,0 2-23 0,-2-1 0 16,-2 1 0-16,2 4 1 0,-4 0-1 0,0 0 0 16,0 4 0-16,-2 3 1 0,-2 1-13 0,0 4 1 15,-1-4 0-15,-1 7 0 0,0 1-1 0,0 3 1 16,-1 3-1-16,1 1 1 0,0 5-77 0,0 5 0 0,-2-2 0 15,1 0 1-15,1 4-1 0,2 0 1 0,2-1-1 16,2-1 1-16,2 2 49 0,2 0 1 0,2-4-1 16,4-1 1-16,2-3-1 0,0-4 0 0,4 1 0 15,2-1 1-15,-2-5-25 0,3-1 1 0,-1-3 0 16,-2-4 0-16,2-1-1 0,5-1 1 0,-7-4-1 16,4-4 1-16,0 0 7 0,1-4 1 0,1-4-1 15,-2-1 1-15,2-1-1 0,1-6 0 0,-1 1 0 0,2-5 1 16,1-3-3-16,1 1 1 0,0-5 0 0,3-4 0 15,-7 0-1-15,2 1 1 0,1-1 0 0,-5 0 0 16,-2 2-2-16,-2-1 0 0,-4-1 0 0,0 4 0 16,-4-1 0-16,-2 1 0 0,-2 4 0 0,-2-3 0 15,-2 3 0-15,0 3 0 0,-2 5 0 0,-2-1 0 16,-2 6 0-16,-1-5 0 0,-1 7 0 0,0 4 0 0,0-4-5 16,-3 4 1-16,-1 0-1 0,0 1 1 0,-1 3-1 15,1 0 0-15,0 3 0 0,-1 1 1 0,3 4-8 16,0-4 1-16,2 0-1 0,1 0 1 0,1 0-1 15,0 2 0-15,2 3 0 0,2-5 1 0,0 4-3 16,-1 2 1-16,3-2 0 0,0-1 0 0,0 5-1 0,2 0 1 16,0 2-1-16,0 3 1 0,4-17-2 0,0 0-2694 0</inkml:trace>
  <inkml:trace contextRef="#ctx0" brushRef="#br1" timeOffset="-172167.15">19486 8189 340 0,'0'0'0'0,"0"0"0"0,0 0 0 0,0 0 145 0,0 0 1 0,0 0-1 0,0 0 1 0,0 0-1 16,0 0 1-16,0 0-1 0,0 0 1 0,0 0-56 16,0 0 1-16,0 0-1 0,0 0 1 0,0 0-1 15,2 8 0-15,0 3 0 0,0-3 1 0,0 2-29 0,4 2 1 16,-2 1-1-16,0 1 1 0,-2 3-1 0,0 1 1 15,2-6-1-15,0 3 1 0,-2-3-21 0,2 2 0 16,-2-1 0-16,0-5 1 0,0-2-1 0,0 2 0 16,-2-8 0-16,4 4 0 0,-4-4-48 0,0-4 0 15,0 0 0-15,0-6 1 0,0 2-1 0,0-9 1 16,0 3-1-16,5-5 1 0,-5-1 22 0,4-3 0 16,-2 1 0-16,2-1 0 0,2 3-1 0,0-3 1 15,0 3 0-15,4 5 0 0,-4-1-6 0,4 6 0 0,1-1 0 16,1 5 1-16,-4 0-1 0,2 6 0 0,-2-4 0 15,5 4 0-15,-5 4-2 0,2 2 0 0,-2 0 0 16,0 5 0-16,0-3-1 0,-2 4 1 0,0 2 0 16,1 1 0-16,-3 1 0 0,0 3 1 0,0-5 0 15,-4 2 0-15,0-3-1 0,0 1 1 0,0-2-1 16,0-3 1-16,0 1-3 0,0-2 0 0,4-4 0 16,-4-4 1-16,4 0-1 0,0-4 0 0,2-4 0 15,2-2 0-15,0-3-2 0,1-3 0 0,3 2 0 0,0-5 1 16,2 3-1-16,-2-3 0 0,3 3 0 0,1 6 0 15,0-3-4-15,3 1 1 0,-5 6 0 0,2 2 0 16,-4 4-1-16,3 0 1 0,1 0-1 0,-6 6 1 16,2 0-1-16,0 4 0 0,1 3 0 0,-3-5 0 15,-2 6-1-15,0 5 1 0,-4-1 0 0,4 3 0 0,-4-7-1 16,2 6 0-16,-1-1 0 0,-1-3 1 0,0 3-1 16,4-3 0-16</inkml:trace>
  <inkml:trace contextRef="#ctx0" brushRef="#br1" timeOffset="-171797.15">20389 8101 536 0,'0'0'0'0,"0"0"0"0,0 0 0 0,0 0 210 0,-10-4 1 0,6 0 0 0,0 4 0 0,0 0-1 0,0 0 1 0,-2 4-1 16,0-4 1-16,1 4-149 0,-3 2 1 0,4 0-1 15,-2 5 1-15,0-3-1 0,4 4 1 0,-2 2-1 16,0-5 1-16,0 5-26 0,0 0 1 0,4 3-1 16,0-5 1-16,0 2-1 0,0-3 0 0,4-5 0 15,4 4 1-15,-4-6-17 0,6 0 0 0,2-4 0 16,1 0 1-16,1-4-1 0,2 0 0 0,2-6 0 16,3 2 0-16,-7-7-21 0,4 3 0 0,3-4 0 15,-3 1 1-15,0-1-1 0,1 6 0 0,-3-3 0 16,-2-1 0-16,-4 6 0 0,1 0 0 0,-3-1 0 0,-2 5 0 15,0 2 0-15,0 2 0 0,-2 4 0 0,0 2 0 16,-4 3 0-16,0 1 0 0,0 2 0 0,0 0 1 16,4 1-1-16,-4 5 0 0,0-3 0 0,4 1 1 15,-4-2 3-15,4 1 0 0,0-3 0 0,1 0 1 16,1 1-1-16,0 1 0 0</inkml:trace>
  <inkml:trace contextRef="#ctx0" brushRef="#br1" timeOffset="-171599.43">20965 8189 312 0,'0'0'0'0,"0"0"0"0,0 0 0 0,0 0 212 0,0 0 0 16,0 0 0-16,0 0 1 0,0 0-1 0,0 0 0 15,0 0 0-15,0 0 1 0,0 0-158 0,-4 13 0 16,-2-7 0-16,0 2 1 0,0 2-1 0,0 2 0 16,0 1 0-16,-7-3 1 0,3 2-20 0,0 1 0 15,0 1 0-15,-2-4 1 0,1-2-1 0,-1 1 0 16,2-5 0-16,0-4 1 0,4 0-22 0,-2-4 0 0,-1-5 0 15,1 1 1-15,8 8-16 0,0 0-2103 0</inkml:trace>
  <inkml:trace contextRef="#ctx0" brushRef="#br1" timeOffset="-171485.1">20766 8079 1313 0,'0'0'0'0,"0"0"0"15,0 0 0-15,10 0 328 0,-6 0 0 0,0 2 0 16,4 2 0-16,0 4-328 0,2 0 1 0,3 4 0 16,-3 7 0-16,2-1-1 0,2 1 1 0,3 5-1 15,-1 3 1-15,2 2 3 0,3-1 1 0,-5-1 0 16,2 4 0-16,-6-9-1 0,5 5 1 0,-3-8-1 0,0 1 1 15,-14-20-5-15,0 0-2001 0</inkml:trace>
  <inkml:trace contextRef="#ctx0" brushRef="#br1" timeOffset="-171067.11">21266 8019 620 0,'0'0'0'0,"0"0"0"0,0 0 0 0,0 0 156 0,0 0 0 16,0 0 0-16,0 0 1 0,0 0-1 0,0 0 0 15,0 0 0-15,-4 8 0 0,4-4-89 0,2 5 1 16,0-3 0-16,-2 4 0 0,4 4-1 0,-4-5 1 16,0 5-1-16,0 0 1 0,0 3-18 0,0-1 1 15,-4-2-1-15,0-1 1 0,0 1-1 0,0-4 1 16,2 1-1-16,-2-1 1 0,2-6-21 0,0 0 1 15,2-4 0-15,0 0 0 0,0-4-1 0,2-4 1 16,2 0 0-16,2-3 0 0,0-1-35 0,2 0 0 0,1 1 0 16,-3-1 1-16,2 2-1 0,0-2 1 0,0 3-1 15,0 3 1-15,0 2 12 0,1 4 0 0,-3 2 0 16,2 2 0-16,0 2 0 0,-4 5 0 0,0-1 0 16,2 2 0-16,0 5-2 0,0 1 0 0,-2-2 0 15,1 7 1-15,-5-5-1 0,4 3 0 0,-4 2 0 16,0-1 1-16,0 1-2 0,0-1 0 0,0 1 0 15,0-1 1-15,0-1-1 0,0-5 0 0,2 3 0 16,2-3 1-16,0-1 0 0,0-3 0 0,2-2 0 0,0 0 0 16,2-6-1-16,-4 3 1 0,4-1 0 0,1-2 0 15,-1 0 1-15,2-4 0 0</inkml:trace>
  <inkml:trace contextRef="#ctx0" brushRef="#br1" timeOffset="-169898.78">21806 8087 176 0,'0'0'0'0,"0"0"0"0,0 0 0 0,0 0 254 0,-6-8 0 16,4 3 0-16,0 5 1 0,0-4-1 0,-1 0 0 15,1-4 0-15,-2 2 1 0,0 0-242 0,0 4 1 16,0-2 0-16,4-5 0 0,-6 5-1 0,4 2 1 0,-2 2-1 16,2 0 1-16,2 2-2 0,-4 6 0 0,0 1 0 15,2 1 1-15,-2 6-1 0,2-1 0 0,-2 7 0 16,4 5 0-16,-4 2-12 0,4 5 1 0,0 7 0 16,4-6 0-16,0 4-1 0,0-4 1 0,2 2-1 15,0-2 1-15,8-8 4 0,-4-7 1 0,5-1-1 16,3-5 1-16,-2-10-1 0,3-4 1 0,-1-4-1 15,2-4 1-15,3-7-6 0,1-5 1 0,0-5-1 16,1-1 1-16,-1-7-1 0,-9-2 0 0,1-2 0 16,-6-4 1-16,-4 6 0 0,-2 0 0 0,-4 0 0 15,-2 1 1-15,-4 1-1 0,2 4 0 0,-8 2 0 0,0 1 1 16,1 3 9-16,-7 7 0 0,2 5 0 0,-3 3 1 16,3 8-1-16,0 0 0 0,-2 8 0 0,1-3 1 15,1 5-1-15,0 2 0 0</inkml:trace>
  <inkml:trace contextRef="#ctx0" brushRef="#br1" timeOffset="-157868.28">22473 8269 488 0,'0'0'0'0,"0"0"0"0,0 0 0 0,-4 8 159 0,0 3 0 0,-2 1 0 0,0 2 1 0,0 3-1 0,0-1 0 16,0 5 0-16,2-1 1 0,-1 3-91 0,-1-3 1 15,2 3-1-15,0-1 1 0,0-3-1 0,2-1 0 16,-2-1 0-16,2-1 1 0,0 3-64 0,0-5 1 15</inkml:trace>
  <inkml:trace contextRef="#ctx0" brushRef="#br1" timeOffset="-157400.68">22876 7974 416 0,'0'0'0'0,"0"0"0"16,0 0 0-16,0 0 130 0,-8 0 0 0,4 4 0 0,0-4 1 15,4 0-1-15,-4 4 0 0,0-4 0 0,-2 4 0 16,4-4-71-16,0 0 1 0,0 4 0 0,2 2 0 16,0 3-1-16,0-1 1 0,2 4 0 0,2 3 0 15,2-1-8-15,2 6 1 0,-2-1-1 0,2 1 1 16,2 5-1-16,3 0 1 0,-1 1-1 0,0 5 1 15,0-4-19-15,-6-1 0 0,0 5 0 0,-1-4 0 16,-1-1-1-16,-2 1 1 0,-2-4 0 0,-2-3 0 0,-2-1-40 16,-1-1 0-16,-1-1 0 0,0-5 0 0,-4-2 0 15,2-2 0-15,0-4 0 0,0-4 1 0,0 0 19 16,-1-4 0-16,1 0 0 0,2-10 0 0,0 2 0 0,0-9 0 16,2-2 0-16,4 5 0 0,-4-9 1 0,4 3 0 15,4-3 0-15,0 2 0 0,0 1 0 0,4 1 0 16,2 3 0-16,3-1 0 0,-3 1-3 0,2 1 1 15,0 1 0-15,2 1 0 0,1-1-1 0,-1 2 1 16,0-3-1-16,-2 5 1 0,1 1-1 0,-3 1 0 16,-2 0 0-16,-2 2 1 0,-2 1-1 0,-2-1 0 0,-2 2 0 15,0 4 0-15,-4-4-6 0,-2 1 1 16,0 1 0-16,-2 4 0 0,-3-2-1 0,-1 0 1 16,0 4-1-16,-2 0 1 0,0 4-5 0,1-4 1 0</inkml:trace>
  <inkml:trace contextRef="#ctx0" brushRef="#br1" timeOffset="-157083.78">23178 7994 228 0,'0'0'0'0,"0"0"0"0,0 0 0 0,-11 7 219 0,9 1 1 0,-6-4 0 0,2 6 0 15,0 2-1-15,0 3 1 0,0 5 0 0,0-3 0 0,2 5-173 16,-1 3 1-16,5-1-1 0,5-1 1 0,-1 4-1 16,2-3 0-16,4-3 0 0,4-1 1 0,0-5-18 0,5-3 0 15,-1-4 0-15,-2-2 0 0,5-4-1 16,-1-2 1-16,-2-6 0 0,3-4 0 0,-3-4-16 0,0-3 1 16,1-5-1-16,-7-3 1 15,0-4-1-15,-2-1 1 0,-2 1-1 0,-2-2 1 0,-1 2-11 0,-5 1 1 16,0 1-1-16,-2 0 1 0,-5 5-1 0,1-1 1 15,-2 1-1-15,-6 1 1 0,2 7-5 0,-5 2 1 16,1 5 0-16,-2-1 0 0,-3 8-1 0,-1 0 1 16,-2 8 0-16,-1 1 0 0,-15 11-1 0,40-20-2072 0</inkml:trace>
  <inkml:trace contextRef="#ctx0" brushRef="#br1" timeOffset="-156851.34">23642 8013 608 0,'0'0'0'0,"0"0"0"0,0 0 0 15,0 0 176-15,10 0 1 0,-2 0 0 0,0-4 0 16,0 0-1-16,2 4 1 0,3-4 0 0,-1 2 0 15,2 2-119-15,2 0 1 0,-1 0-1 0,1 0 1 16,2 0-1-16,0 0 1 0</inkml:trace>
  <inkml:trace contextRef="#ctx0" brushRef="#br1" timeOffset="-156100.57">24372 7806 240 0,'0'0'0'0,"0"0"0"0,0 0 0 0,0 0 192 0,-8-4 0 0,6 4 0 0,0 0 0 0,-2 0-1 0,-4 0 1 16,2 0 0-16,0-4 0 0,-1 4-139 0,1 0 1 15,0 4-1-15,-4 0 1 0,2 0-1 0,-2 0 0 16,0 2 0-16,1 6 1 0,-1-1-15 0,0 5 0 16,0 0 0-16,-2 3 0 0,2 3-1 0,1 1 1 0,5 2 0 15,0-3 0-15,0 5-14 0,4-5 1 0,4 5-1 16,0-6 1-16,2 1-1 0,5 1 0 0,1-7 0 15,2 3 1-15,2-9-31 0,3 2 0 0,-3-2 0 16,6-3 1-16,-1-5-1 0,1-2 1 0,0-4-1 16,-3-3 1-16,1-1 11 0,0-8 1 0,-1 1-1 15,-3-1 1-15,-2-2-1 0,-1-1 0 0,-5 1 0 16,-6 1 1-16,0-1 3 0,-4 1 0 0,-4 5 0 16,2 2 1-16,-9-3-1 0,1 5 0 0,2 6 0 0,-4-2 1 15,-3 0-1-15,1 0 1 0,-2 4 0 0,2 0 0 16,-3 4-1-16,3 0 1 0,-4 0-1 0,1 2 1 15,-1 3 6-15,2-1 1 0,1 2-1 0,1 2 1 16,2-3-1-16,2 1 1 0</inkml:trace>
  <inkml:trace contextRef="#ctx0" brushRef="#br1" timeOffset="-155650.72">24936 7775 188 0,'0'0'0'0,"0"0"0"0,0 0 0 0,0 0 251 0,0 0 0 0,0 0 0 0,0 0 1 0,0 0-1 0,-12-8 0 0,8 8 0 15,0 0 1-15,-2 0-192 0,-1 0 1 0,1 4-1 16,-4-4 1-16,0 4-1 0,-2 4 0 0,2-4 0 16,-5 2 1-16,3 3-26 0,0-1 0 0,0-2 0 15,4 6 1-15,-1-4-1 0,3 3 0 0,-2 1 0 16,2 0 1-16,2 3-16 0,0-3 0 0,4 0 0 0,0 7 1 16,0-5-1-16,4 5 0 0,0 1 0 0,2-6 1 15,2 7-22-15,-4-3 1 0,4-3 0 0,1 1 0 16,-1 1 0-16,2 1 0 0,0-4 0 0,0 3 0 15,0 1-1-15,1-5 1 0,-3 1 0 0,0-2 0 16,-2-1 0-16,0 1 0 0,-2-2 0 0,0 0 0 16,-4 1 0-16,0-7 0 0,0 0 0 0,0 0 1 15,-4-2-1-15,-2-2 0 0,2 0 0 0,-2 0 0 0,0-2 6 16,-2-2 0-16,0 2 0 0,-5-4 0 0,1 1-1 16,2-3 1-16,0 2 0 0,2 2 0 0,-3 0 1 15,1 0 0-15</inkml:trace>
  <inkml:trace contextRef="#ctx0" brushRef="#br1" timeOffset="-155367.25">25396 8222 180 0,'0'0'0'0,"0"0"0"0,0 0 0 0,0 0 259 0,0 0 1 0,-10 0 0 15,6 0 0-15,0 0-1 0,-2 0 1 0,-1 2-1 0,3 0 1 16,0 0-213-16,-2 0 0 0,2-2 0 0,2 2 1 15,2-2-48-15,0 0-1835 0</inkml:trace>
  <inkml:trace contextRef="#ctx0" brushRef="#br1" timeOffset="-154949.6">25724 7904 72 0,'0'0'0'15,"0"0"0"-15,0 0 0 0,0 0 224 0,0 0 1 0,-9-6 0 16,5 2 0-16,0 4-1 0,-2-4 1 0,0 0-1 15,-2 4 1-15,-2 0-175 0,0 0 0 16,-5 0 0-16,1 0 1 0,0 4-1 0,-2 4 0 0,1-6 0 16,-1 6 0-16,2 5-14 0,2-5 0 0,-3 2 0 15,7 2 1-15,2-1-1 0,2 1 0 0,4-4 0 16,2 0 1-16,2 3-7 0,4 1 1 0,2-4-1 16,1 6 1-16,1-5-1 0,0 1 1 0,2 2-1 15,-1-2 1-15,1 3-41 0,-2-1 0 0,0 2 0 16,0 3 0-16,-3-3 0 0,-3 3 0 0,-2-7 0 0,-4 6 0 15,0-3 22-15,-4 1 1 0,-2 0 0 0,-1-1 0 16,-1-3-1-16,-2 2 1 0,0-8-1 0,-4 4 1 16,1-8-3-16,3 0 1 0,-2 0 0 0,2-4 0 15,10 4-11-15,0 0-2151 0</inkml:trace>
  <inkml:trace contextRef="#ctx0" brushRef="#br1" timeOffset="-154517.41">25803 7951 272 0,'0'0'0'0,"0"0"0"0,0 0 0 0,0 0 243 0,0 0 1 15,4-10 0-15,-2 6 0 0,2 0-1 0,4 0 1 16,-4-4-1-16,2 3 1 0,1-5-183 0,1 2 0 16,2 4 0-16,-4-4 1 0,4 2-1 0,0-1 0 15,3 1 0-15,-5 2 0 0,2 0-23 0,0 0 1 16,4 2-1-16,-6 2 1 0,3 0-1 0,-1 2 1 0,0 2-1 15,-2 0 1-15,-2 0-20 0,-2 4 1 16,2 3 0-16,-2 1 0 0,-1-4-1 0,-3 7 1 0,0-1 0 16,0 2 0-16,-3 1-21 0,-1 1 1 0,0-5 0 15,0 5 0-15,-2-4 0 0,-2-1 0 0,2-1 0 16,-4 2 0-16,0-8 1 0,-1 3 1 0,3-1-1 16,-4-4 1-16,2 2-1 0,2-2 0 15,4-2 0-15,-4-2 1 0,5 0-1 0,1-2 1 0,2 0 0 16,2 0 0-16,1 0-1 0,1-2 1 0,0 0 0 15,0-2 0-15,2 4 3 0,2-2 0 0,2 2 0 0,0 2 0 16,3 2 0-16,-3 2 0 0,2 4 0 0,0-4 0 16,-2 2-1-16,7 4 0 0,-5 1 0 0,2-1 1 15,2 0-1-15,-1 0 0 0,1-1 0 0,-2 1 0 16,0-2 3-16,1 0 0 0,-1-2 0 0,0 1 1 0,0-1-1 16,1-2 0-16,-1 0 0 0,0-4 1 0,-2 0 1 15,0 0 1-15</inkml:trace>
  <inkml:trace contextRef="#ctx0" brushRef="#br1" timeOffset="-152017.28">26515 7687 320 0,'0'0'0'0,"0"0"0"0,0 0 0 0,0 0 239 0,0 0 0 0,0 0 0 16,-8-4 1-16,6-2-1 0,0 1 0 0,0 1 0 15,2-4 0-15,-2 4-188 0,2-6 0 0,0 2 0 16,-2-5 0-16,0 1 0 0,2 2 0 0,-2-5 0 16,0 7 0-16,0-4-21 0,0 2 1 0,0 1 0 0,0 5 0 15,-2-4-1-15,2 2 1 0,0 2 0 0,-4 2 0 16,1 0-16-16,1 2 1 0,0 2 0 0,0 2 0 16,-2 4-1-16,2 0 1 0,0-2-1 0,2 7 1 0,-4 3-17 15,4-2 1-15,2 3-1 0,0 1 1 16,2-1-1-16,4 1 1 0,-4 1-1 0,4-3 1 0,0-2-1 15,0-1 1-15,2 1-1 0,-1-2 1 0,1-1-1 16,-2 1 1-16,0-4 0 0,0-4 0 0,0 2 0 16,0-1 0-16,0-1 0 0,0 0 1 0,-4-4-1 15,3 0 0-15,-1 0 0 0,2-4 0 0,-2 4 3 0,2-7 0 16,0 3 0-16,0 0 0 0,0 0 0 16,0 0 0-16,0 0 0 0,3 0 0 0,-3-2 2 0,0 4 0 15,0 2 0-15,2 0 0 0,-2 0 0 0,4 2 0 16,-6 4 0-16,2-2 0 0,1 4-1 0,-1-2 0 15,-2 7 0-15,0-5 1 0,0 6-1 0,0 3 0 16,0 1 0-16,0-2 1 0,0 3-1 0,-2-3 1 16,0 3-1-16,-2 3 1 0,0-5-1 0,0 1 1 15,0 1-1-15,-2-3 1 0,0 3-1 0,2-3 0 0,-2-2 0 16,0-3 1-16,0 1-1 0,0-4 0 0,2-4 0 16,0 2 1-16,0-2-3 0,0 1 1 0,0-5 0 15,0 0 0-15,0 0-3 0,0 0-2389 0</inkml:trace>
  <inkml:trace contextRef="#ctx0" brushRef="#br1" timeOffset="-151451.1">27004 7787 236 0,'0'0'0'0,"0"0"0"0,0 0 0 0,0 0 233 0,0 0 1 0,0 0-1 0,0 0 1 15,0 0-1-15,0 0 1 0,8-8-1 0,-8 4 1 16,4 0-179-16,2-2 0 0,0 2 0 0,0-1 0 15,0 1 0-15,1 0 0 0,1 4 0 0,-2-4 0 0,4 0-17 16,0 4 1-16,2-4 0 0,1 2 0 0,-1 0-1 16,2 2 1-16,0-2-1 0,1 2 1 0,-15 0-39 15,0 0-2140-15</inkml:trace>
  <inkml:trace contextRef="#ctx0" brushRef="#br1" timeOffset="-151251.38">27083 7986 612 0,'0'0'0'16,"0"0"0"-16,0 0 0 0,0 0 177 0,0 0 1 15,0 0 0-15,0 0 0 0,0 0-1 0,0 0 1 0,0 0-1 16,0 0 1-16,-2-4-116 0,6 0 0 0,4 4 0 16,-4-4 0-16,7 0-1 0,-1 0 1 0,2 2 0 15,0 0 0-15,0 0-20 0,1-1 1 0,-1 1-1 16,-2 2 1-16,0-4-1 0,0 4 0 0</inkml:trace>
  <inkml:trace contextRef="#ctx0" brushRef="#br1" timeOffset="-145550.76">27936 7519 348 0,'0'0'0'0,"0"0"0"0,0 0 0 0,0 0 162 0,0 0 0 0,0 0 0 0,0 0 1 0,0 0-1 0,0 0 0 16,0 0 0-16,0 0 0 0,0 0-87 0,0 0 0 15,0 0 0-15,-4 6 0 0,4 6 0 16,0-4 0-16,-2 9 0 0,2 3 0 0,-2 5-17 15,0 6 0-15,0 1 0 0,-2 7 1 0,0 0-1 0,0 2 0 16,-1-2 0-16,3 4 0 0,-2-10-24 0,4 2 0 16,-4-4 0-16,0-7 1 0,2-1-1 0,2-13 0 15,0 3 0-15,2-9 0 0,2-4-37 0,0 0 0 16</inkml:trace>
  <inkml:trace contextRef="#ctx0" brushRef="#br1" timeOffset="-144816.93">28144 7599 456 0,'0'0'0'0,"0"0"0"0,0 0 0 0,0 0 191 15,0 0 0-15,0 0 0 0,0 0 1 0,0 0-1 16,0 0 0-16,0 0 0 0,-3 8 1 0,3-4-135 16,-2 2 1-16,0 2 0 0,0 0 0 0,0-3-1 15,2 5 1-15,-2 2-1 0,0-4 1 0,2 3-17 16,-4 1 0-16,0 0 0 0,0 3 0 0,0-7 0 15,2 0 0-15,0 2 0 0,-2 0 0 0,2-1-13 0,0-1 0 16,0-4 0-16,0 0 0 0,2 0 0 0,0 0 0 16,0 0 0-16,0 0 0 0,0-1-34 0,2 1 0 15,-2-4 0-15,2 4 0 0,0 0 0 0,-2-4 0 16,2 0 0-16,0 0 0 0,0 4 14 0,-2-4 1 0,4 0-1 16,0 0 1-16,-2 0-1 0,2 0 1 15,2 0-1-15,-4 0 1 0,2 0 4 0,2 0 0 0,1 0 0 16,-1 0 0-16,0 0 0 0,2 2 0 0,0-2 0 15,2 2 0-15,0-2-1 0,3 0 0 0,-1 2 0 16,0-2 1-16,0 0-1 0,3 0 0 0,-1 0 0 16,0 0 0-16,0 0-2 0,1 0 0 0,-3 0 0 15,0 0 0-15,0-2 0 0,0 0 0 0,-1 0 0 16,1-2 0-16,0 0-1 0,-4 0 0 0,2-5 0 0,-2 1 1 16,1 2-1-16,-1-6 0 0,0 1 0 0,0 3 1 15,0-6-3-15,-2 2 0 0,0-3 0 0,0 3 1 16,-1-6-1-16,-1 1 0 0,0 1 0 0,-2 5 0 15,0-5-1-15,0 6 1 0,0-3 0 0,-2 1 0 16,2 6-1-16,0-2 1 0,-2 0-1 0,0 1 1 16,0 5-1-16,0 0 1 0,0 2-1 0,0 2 1 15,0 2-1-15,0 3 0 0,0 3 0 0,0 0 1 0,0 7-5 16,0 1 0-16,0 3 0 0,0 1 0 0,-2 5 0 16,2-1 0-16,0 1 0 0,0 4 0 0,0 0-1 15,0-5 0-15,2-1 0 0,0 2 0 0,2-5-1 16,-4 1 1-16,4-7 0 0,-2 3 0 0,2-1-1 0,0-10 1 15,0 5-1-15,0-3 1 0,0-2-1 16,-2-2 0-16,1 2 0 0,-1-4 1 0,0-4-1 0,2 5 0 16,-4-5 0-16,0 4 0 0,2-4 0 0,0 0 0 15,0 0 0-15,0 0 0 0,-2 0 0 0,0 0-2671 0</inkml:trace>
  <inkml:trace contextRef="#ctx0" brushRef="#br1" timeOffset="-143731.88">29063 8076 240 0,'0'0'0'0,"0"0"0"0,0 0 0 0,0 0 244 0,0 0 1 0,-8 0 0 0,6 0 0 0,2-2-1 16,-4 2 1-16,2 0 0 0,0 0 0 0,0-4-182 15,2 4 0-15,-2 0 0 0,2-4 1 0,0 4-1 16,0 0 0-16,0-4 0 0,0 4 1 0,0 0-24 15,0 0 1-15,0 0-1 0,0 0 1 0,0 0-41 16,0 0-2150-16</inkml:trace>
  <inkml:trace contextRef="#ctx0" brushRef="#br1" timeOffset="-142701.5">29135 7619 332 0,'0'0'0'0,"0"0"0"0,0 0 0 0,0 0 190 0,0 0 1 0,0 0 0 0,0 0 0 15,0 0-1-15,0 0 1 0,-8-2-1 0,6 2 1 16,2 0-125-16,0 0 0 0,0 0 0 0,0 0 0 16,0 0-1-16,0 0 1 0,0 0 0 0,0 2 0 0,0 0-22 15,0 2 0-15,0 0 0 0,0 0 1 0,0 3-1 16,-3 1 0-16,1 0 0 0,0 4 0 0,0-3-18 15,0 1 0-15,0 2 0 0,0 2 1 0,-2-5-1 16,2 3 0-16,0 2 0 0,-2-3 1 0,2 1-30 0,0-4 1 16,0 0-1-16,2 0 1 0,0 3-1 15,0-7 1-15,0 0 0 0,0 0 0 0,2-2 8 0,0 0 0 16,0 0 0-16,0 2 0 0,0-4 0 0,2 0 0 16,0 0 0-16,0 0 0 0,0 0-3 0,3 4 1 15,-1-4 0-15,0 0 0 0,2 0-1 0,0 0 1 16,2 0 0-16,-2 0 0 0,5 0 3 0,1 0 0 15,2 0 0-15,0-4 0 0,1-2-1 0,1 0 1 16,2 0 0-16,-5 2 0 0,-1-4-1 0,2-1 1 16,-2-1 0-16,-1 2 0 0,-1-4-1 0,0 1 1 0,-2-3-1 15,0 2 1-15,-4-1-2 0,1-1 0 0,-1 2 0 16,0-3 0-16,-2 3-1 0,-2-2 1 0,2 5 0 16,0 1 0-16,-4 0 1 0,0 4 0 0,0 2 0 15,0 2 1-15,0 4-1 0,-4 2 0 0,0 6 0 16,2-3 0-16,-2 9-2 0,0 1 1 0,-2 3 0 0,-1 3 0 15,3 1-1-15,0 1 1 0,0 4-1 0,2-9 1 16,0 5-4-16,2 0 1 0,0-5-1 0,2 1 1 16,0-3-1-16,2-5 0 0</inkml:trace>
  <inkml:trace contextRef="#ctx0" brushRef="#br1" timeOffset="-142317.22">29721 7642 492 0,'0'0'0'0,"0"0"0"0,0 0 0 0,-10-4 210 0,4 4 0 0,-1-5 0 0,3 5 1 0,-2 0-1 0,0-4 0 15,0 0 0-15,0 0 1 0,2 0-150 0,0 0 0 0,2 0 0 16,2 2 1-16,2-6-1 0,2 3 0 0,2-1 0 16,2 0 1-16,4 0-17 0,1 2 1 0,1-4-1 15,2 2 1-15,2-1-1 0,1 1 0 0,-1 6 0 16,0-4 1-16,1 0-22 0,-5 0 0 0,2 4 0 16,-2 0 1-16,-1 4-1 0,-1-4 0 15,0 4 0-15,-4 0 0 0,0 4-26 0,1 3 1 0,-3 1-1 16,0 0 1-16,-2 7-1 0,0-1 1 0,-2-3 0 15,0 9 0-15,0-1 4 0,-2-1 0 0,0 1 0 16,0 1 1-16,-2 3-1 0,0 0 0 0,0-5 0 0,0-1 1 16,0 1-3-16,0 1 1 0,0-9 0 0,0 3 0 15,2-17-2-15,0 0-2432 0</inkml:trace>
  <inkml:trace contextRef="#ctx0" brushRef="#br1" timeOffset="-142146.91">29764 7791 496 0,'0'0'0'0,"0"0"0"0,0 0 0 0,0 0 223 0,8-6 0 16,-2 4 0-16,0-2 0 0,2 0 0 15,2 0 0-15,2 0 0 0,1 0 0 0,1 2-164 0,4-3 1 16,1 3 0-16,1 0 0 0,2-2-1 16,3 0 1-16,-3 0 0 0,3 0 0 0,23-2-60 0,-48 6-2069 0</inkml:trace>
  <inkml:trace contextRef="#ctx0" brushRef="#br1" timeOffset="-135568.44">28367 4668 24 0,'0'0'0'0,"0"0"0"0,0 0 0 0,13-9 10 0,-5 5 0 16,0-4 0-16,4 2 1 0,2 2-1 0,3 0 0 0</inkml:trace>
  <inkml:trace contextRef="#ctx0" brushRef="#br1" timeOffset="-112983.76">16325 17868 108 0,'0'0'0'0,"0"0"0"0,0 0 0 0,0 0 49 0,0 0 1 0,0 0 0 0,0 0 0 0,0 0-1 15,0 0 1-15,0 0-1 0,6-6 1 0,-4 4 13 16,0 0 1-16,-2 0-1 0,2 0 1 0,2 0-1 16,-4 0 1-16,0 0-1 0,0 4 1 0,4 2-6 15,-4 2 0-15,4 0 0 0,-4 8 0 0,0 1 0 16,4 1 0-16,-4 7 0 0,2-1 0 0,0 7-9 0,0 4 0 16,0 0 0-16,2 4 1 0,1-1-1 0,1-3 0 15,-2 0 0-15,4-4 1 0,-4 0-65 0,0-1 1 16,2-3 0-16,-2-3 0 0,0-1 0 0,0-3 0 15,0-1 0-15,0-3 0 0,-4-14 14 0,0 0-1319 0</inkml:trace>
  <inkml:trace contextRef="#ctx0" brushRef="#br1" timeOffset="-112485.5">16402 17967 48 0,'0'0'0'0,"0"0"0"0,0 0 0 15,-8-3 201-15,6 3 0 0,-2 0 0 0,0-2 1 16,0 4-1-16,4 1 0 0,-4-3 0 0,0 0 0 15,0 2-163-15,1 0 1 0,-1 2-1 0,2-2 1 0,2 2-1 16,-2 0 1-16,0 4-1 0,4 0 1 0,-2 1-12 16,2 1 0-16,0 0 0 0,2 0 0 0,3 5-1 15,1-3 1-15,0 4 0 0,4-7 0 0,2 1-17 16,3 0 1-16,-1-2 0 0,6-4 0 0,-5 1-1 0,5-5 1 16,4 0 0-16,-3 0 0 0,1-5-8 0,-3-1 0 15,1 0 0-15,-4 0 1 0,3-2-1 0,-7 0 0 16,2-3 0-16,-6-1 1 0,1-2-4 0,-1 1 1 15,-2 1-1-15,-4-2 1 0,0-1-1 0,0 1 0 16,-2-2 0-16,-4-1 1 0,-2 3 8 0,0-7 0 16,0 3 0-16,-4-1 1 0,-9 3-1 0,3-5 0 15,-2 3 0-15,-2 0 0 0,-3-1 12 0,-1 5 1 16,1-1-1-16,-1 1 1 0,-4 6-1 0,-1 6 0 0,7-2 0 16,-7 8 1-16,7-2-1 0,-2 4 1 0,1 2 0 15,5 2 0-15,2 1-1 0,-3-3 1 0,7 4-1 16,2-2 1-16,4 3-5 0,-2-1 0 0,4 0 0 15,0 3 0-15,2-15-17 0,0 0-2085 0</inkml:trace>
  <inkml:trace contextRef="#ctx0" brushRef="#br1" timeOffset="-112118.24">16956 17686 232 0,'0'0'0'0,"0"0"0"0,0 0 0 0,0 0 216 0,0 0 1 0,0 0-1 0,0 0 1 0,0 0-1 0,0 0 0 15,0 0 0-15,0 0 1 0,4 6-160 0,4-4 0 16,-4 2 0-16,4 2 0 0,0 2 0 0,2 2 0 0,-5 3 0 16,3-1 0-16,0 2-21 0,-2 1 0 0,2 1 0 15,0 1 0-15,-4 1 0 0,4 1 0 0,-1-3 0 16,-1 2 0-16,0-3-42 0,-2-1 1 15</inkml:trace>
  <inkml:trace contextRef="#ctx0" brushRef="#br1" timeOffset="-111686.08">16787 17833 284 0,'0'0'0'0,"0"0"0"0,0 0 0 0,0 0 155 16,0 0 1-16,8-4-1 0,-6 2 1 0,2 0-1 15,-4 0 0-15,8 0 0 0,0 0 1 0,-2 0-96 16,7-4 0-16,-1 2 0 0,2-3 1 0,2 1-1 16,1-2 0-16,5 2 0 0,-4 2 0 0,3-2-26 0,-1-1 1 15,2 3-1-15,-5 0 1 0,5 2-1 0,-8 0 0 16,3 0 0-16,-1 0 1 0,-4 0-15 0,-2 0 0 15,3 2 0-15,-7-2 0 0,0 4 0 16,-2 0 0-16,0-2 0 0,0 0 0 0,-2 0-21 0,2 0 1 16,-4 0-1-16,0 0 1 0,0 0-1 0,0 0 1 15,-4 0-1-15,2 0 1 0,0 0 3 0,-2-2 0 16,0 2 0-16,0 0 0 0,2 0-1 0,-2 0 1 0,0 2 0 16,-5-2 0-16,1 4-3 0,0-2 1 0,0 2-1 15,-2 0 1-15,0 0-1 0,1 1 0 0,-1-1 0 16,0-2 1-16,0 0 0 0,0 2 1 0,0 0 0 15,1 0 0-15,-1 0-1 0,0 0 1 0,0 2 0 16,2 1 0-16,-6 1-2 0,1 0 1 0,1 0-1 16,2 0 1-16,0-1-1 0,0 1 1 0,1 0-1 15,5-2 1-15,4-6-1 0,0 0-1863 0</inkml:trace>
  <inkml:trace contextRef="#ctx0" brushRef="#br1" timeOffset="-111469.63">16844 17696 68 0,'0'0'0'0,"0"0"0"0,0 0 0 0,0-8 182 0,0 8 1 0,0-2-1 0,4-1 1 0,-4 1-1 0,8 0 0 16,-6 0 0-16,2 4 1 0,2-2-147 0,0 0 1 15,2 4 0-15,5 1 0 0,-3-3-1 0,2 2 1 16,0 2-1-16,3 0 1 0,-3 2-8 0,0-2 0 15,0 3 0-15,2-1 1 0,-5 0-1 0,1 0 0 16,0-4 0-16,4 2 1 0,-14-6-30 0,0 0-1541 0</inkml:trace>
  <inkml:trace contextRef="#ctx0" brushRef="#br1" timeOffset="-111250.68">17119 17628 292 0,'0'0'0'0,"0"0"0"16,0 0 0-16,0 0 135 0,0 0 1 0,-9 2-1 15,5 0 1-15,0 0-1 0,0 2 0 0,0 5 0 16,-6-5 1-16,2 6-83 0,-2 0 0 0,-1 2 0 16,1-1 0-16,2 5 0 0,-8-1 0 0,4 1 0 15,1 0 0-15,1 1-14 0,-2-3 1 0,4 3 0 16,-4-1 0-16,4 0-1 0,-1 1 1 0,3-5 0 0,2 2 0 16,0-3-17-16,4-1 0 0,-4 0 0 0,4-4 0 15,4-2 0-15,-4-2 0 0,0-2 0 0,4-2 0 16,-4 2-23-16,0 0-1726 0</inkml:trace>
  <inkml:trace contextRef="#ctx0" brushRef="#br1" timeOffset="-109636.18">17438 17544 100 0,'0'0'0'0,"0"0"0"0,0 0 0 0,0 0 184 0,0 0 1 0,-6-4-1 0,2 2 1 15,4 0-1-15,-4 0 0 0,4 0 0 0,0 2 1 16,-4-4-159-16,0 4 0 0,2 0 0 0,-2 4 0 16,2-4 0-16,0 2 0 0,-3 2 0 0,1 6 0 15,0 4-9-15,4 3 1 0,-8 3-1 0,4 3 1 16,-4 8-1-16,0 6 0 0,4 8 0 0,-2 0 1 16,2 8-11-16,4-2 0 0,0 3 0 0,0-3 1 0,8 0-1 15,0-3 0-15,2-3 0 0,2-4 1 0,0-6-8 16,7-9 0-16</inkml:trace>
  <inkml:trace contextRef="#ctx0" brushRef="#br1" timeOffset="-109102.68">17857 17683 108 0,'0'0'0'0,"0"0"0"15,0 0 0-15,-4-10 155 0,0 6 1 0,0 0-1 0,0 2 1 16,0-2-1-16,0 2 0 0,0-2 0 16,0 2 1-16,-2 2-105 0,2 0 0 0,-5 0 0 0,1 4 0 15,0 0-1-15,2 0 1 0,-2 4 0 0,0 2 0 16,-4-1-20-16,1 5 1 0,3 2 0 0,0 5 0 16,-4 1-1-16,4 7 1 0,-2 4 0 0,6 2 0 0,-5 4-16 15,3 2 1-15,4-4 0 0,4-2 0 0,4-3-1 16,3-3 1-16,5-6-1 0,6-9 1 0,0-4-17 15,7-6 1-15,-5-6-1 0,9-2 1 0,1-6-1 0,1-2 1 16,-5-7-1-16,3-1 1 0,-3-5 0 16,-1-1 1-16,-1-3 0 0,-7-2 0 15,-5 0-1-15,0 0 1 0,-8 3 0 0,-4-3 0 0,-2 0 10 0,-4 3 0 16,-4-3 0-16,-2 0 0 0,-4 2-1 0,-5 1 1 16,-1 1 0-16,-2 4 0 0,-1 3 7 0,-3 5 0 15,1 1 0-15,1 6 0 0,0 2-1 0,-1 4 1 16,1 6 0-16,1 0 0 0,5 2-1 0,-4 0 1 15,5-2-1-15,5 0 1 0,12-4-19 0,0 0-1863 0</inkml:trace>
  <inkml:trace contextRef="#ctx0" brushRef="#br1" timeOffset="-108836.35">17981 17509 120 0,'0'0'0'0,"0"0"0"0,0 0 0 0,15-6 232 0,-7 4 0 0,2 2 0 0,4-6 0 15,1 4-1-15,-3 2 1 0,6 2 0 0,-2 4 0 16,3-2-184-16,1 4 1 0,-4 7-1 0,3 3 1 16,-1 5-1-16,-2 5 1 0,3 1-1 0,1 8 1 15,-4 2-16-15,2 6 0 0,-5 0 0 0,-3 6 0 0,-2 1-1 16,0 5 1-16,-4-1 0 0,-4 1 0 0,-4 2-11 15,0-5 1-15,0-3-1 0,-2-4 1 0,0-6-1 16,-2-4 1-16,2-4-1 0,1-6 1 0,5-27-23 16,0 0-2105-16</inkml:trace>
  <inkml:trace contextRef="#ctx0" brushRef="#br1" timeOffset="-108102.36">19335 17827 176 0,'0'0'0'0,"0"0"0"0,0 0 0 0,0 0 225 0,0 0 0 0,-8-8 0 0,8 6 0 15,-2 2-1-15,-2 0 1 0,2 0 0 0,2 2 0 16,0 0-168-16,0 2 0 0,-4 0 0 0,4 2 1 16,4 5-1-16,-4 3 0 0,2 0 0 0,0 5 1 15,0 3-21-15,0 1 1 0,0 1 0 0,2 7 0 16,-2 4-1-16,0 2 1 0,2 2 0 0,0-6 0 0,-4 2-21 15,4-3 0-15,0-5 0 0,0-2 0 0,2-3 0 16,1-3 0-16</inkml:trace>
  <inkml:trace contextRef="#ctx0" brushRef="#br1" timeOffset="-107867.64">19160 18073 616 0,'0'0'0'16,"0"0"0"-16,6-4 0 0,2 2 170 0,0-2 0 0,5-2 0 15,-1 0 0-15,2-3-1 0,6 3 1 0,-1-2 0 16,5 0 0-16,3 0-109 0,3-1 1 0,3 1 0 16,-1 0 0-16,3 4-1 0,-1 0 1 0,-1 2-1 15,2 4 1-15,-1-2-21 0,-1 2 1 0,1-2 0 16,1 2 0-16,28 2-42 0,-63-4-1977 0</inkml:trace>
  <inkml:trace contextRef="#ctx0" brushRef="#br1" timeOffset="-107302.68">20772 17692 80 0,'0'0'0'0,"0"0"0"0,0 0 0 0,-10-9 231 0,6 3 0 0,0 0 0 0,-3 0 0 16,3 2-1-16,-2 0 1 0,2-2 0 0,0 4 0 16,0 0-188-16,0-3 0 0,0 3 0 0,0 2 0 15,0 2 0-15,0 3 0 0,2-3 0 0,2 2 0 0,-4 2-15 16,-1 2 0-16,5 0 0 0,-4 3 0 0,4 1 0 15,-2 4 0-15,2 5 0 0,-2-1 0 16,2 7-6-16,0 8 1 0,-2 6-1 0,2 4 1 16,0 4-1-16,2 5 1 0,0-5-1 0,4-2 1 0,3-2-23 0,5-8 0 15,6-8 0-15,5-9 1 0,3-5-1 16,5-9 0-16</inkml:trace>
  <inkml:trace contextRef="#ctx0" brushRef="#br1" timeOffset="-106949.65">21130 17735 488 0,'0'0'0'0,"0"0"0"0,0 0 0 0,2 8 180 0,0-2 0 0,0 2 0 0,0 3 0 15,-2 1-1-15,2 4 1 0,-2 3 0 0,0 1 0 0,2 3-118 16,-2-1 0-16,2 3 0 0,-2 2 0 0,2-3 0 16,0 3 0-16,0 0 0 0,7-5 0 0,1 17-62 15,-10-39-1818-15</inkml:trace>
  <inkml:trace contextRef="#ctx0" brushRef="#br1" timeOffset="-106719.16">21448 17876 624 0,'0'0'0'0,"0"0"0"16,0 0 0-16,0 0 163 0,12 0 0 0,-4 0 0 15,-2 0 0-15,2 0-1 0,4-2 1 0,1 2 0 16,-1 0 0-16,6-2-106 0,0 0 1 0,3 0 0 15,-1 0 0-15,7 0-1 0,-7 2 1 0,4 0-1 16,1 0 1-16,-3 0-20 0,3 0 1 0</inkml:trace>
  <inkml:trace contextRef="#ctx0" brushRef="#br1" timeOffset="-106435.06">21993 17753 460 0,'0'0'0'0,"0"0"0"0,0 0 0 0,0 0 176 0,8-2 0 16,0 2 0-16,-4 0 1 0,0 0-1 0,0 2 0 15,1 2 0-15,-3 0 0 0,2 7-122 0,0-3 1 16,0 8-1-16,-4 1 1 0,4 3-1 0,-8 3 0 15,4 3 0-15,-4 5 1 0,2 4-15 0,-2 4 1 16,2 2-1-16,-2-2 1 0,4 0-1 0,-3-4 0 16,3 0 0-16,0-2 1 0,3-7-12 0,-3 1 0 15,2-5 0-15,0-3 0 0,2-5-1 0,4-6 1 16</inkml:trace>
  <inkml:trace contextRef="#ctx0" brushRef="#br1" timeOffset="-106151.88">21936 17921 587 0,'0'0'0'0,"0"0"0"15,0 11 0-15,0-5 146 0,2 0 1 0,0 0 0 0,2-2 0 16,4 2-75-16,2 3 1 0,5-1 0 0,-1 0 0 16,8 0-1-16,-3 0 1 0,5 1 0 0,3-3 0 15,1 0-16-15,5 0 1 0,-5 0 0 0,5-2 0 16,-1-2-1-16,-3-2 1 0,-3 0 0 0,1-2 0 15,-3-4-18-15,-4 0 0 0,-3-2 0 0,-1-2 0 0,-6-5 0 16,-2 1 0-16,-2-3 0 0,-6 1 0 16,0-4-18-16,-4-1 1 0,-4 0-1 0,0 1 1 15,-4 2-1-15,-2-3 1 0,-3 1-1 0,-3 3 1 0,2 5-28 16,-7-3 0-16,7 7 0 0,-9 0 1 0,3 4-1 16,2 0 0-16,-3 2 0 0,3 2 1 0,1 0 16 15,3 0 0-15</inkml:trace>
  <inkml:trace contextRef="#ctx0" brushRef="#br1" timeOffset="-105269.73">22461 17503 284 0,'0'0'0'0,"0"0"0"0,0 0 0 0,0 0 196 0,0 0 1 0,4 8 0 0,0-6 0 0,-4 2-1 0,4 3 1 15,-4 3-1-15,4 0 1 0,-2 2-146 0,5 3 0 16,-3 3 0-16,2-3 1 0,-2 3-1 0,4 2 0 16,-4 1 0-16,0-3 0 0,0-1-46 0,0 1 1 0</inkml:trace>
  <inkml:trace contextRef="#ctx0" brushRef="#br1" timeOffset="-104619.43">22439 17589 184 0,'0'0'0'0,"0"0"0"0,0 0 0 16,12-4 135-16,-4 2 1 0,2 0 0 0,0 0 0 15,3 0-1-15,3-2 1 0,-4 2-1 0,2 0 1 16,3 0-102-16,-5 0 0 0,6-1 0 0,-6 3 0 16,3 0 0-16,-3 0 0 0,0 0 0 0,-4 3 0 0,0-3 3 15,-4 2 1-15,3 0-1 0,-7 0 1 0,0 0-1 16,0-2 0-16,-5 2 0 0,1 2 1 0,-2 0-15 16,-4 2 1-16,0-4-1 0,-2 6 1 0,-3-3-1 15,-1 5 0-15,0-2 0 0,4 0 1 0,-3 0-29 0,1 1 0 16,2-3 0-16,0 0 0 0,0-2 0 15,-1 2 0-15,3-2 0 0,0 0 1 0,0 0 13 0,0 1 0 16,1-5 0-16,3 2 1 0,2-2-1 0,0 0 0 16,0 0 0-16,0 0 1 0,2 0-2 0,2-2 1 15,0 2 0-15,0-3 0 0,2 1-1 0,0 0 1 16,2-2-1-16,2-2 1 0,0-2 5 0,7 0 0 16,-5 2 0-16,4-5 0 0,2 1-1 0,-2 0 1 15,3 0 0-15,1 1 0 0,0 1-10 0,3-2 0 16,-5 2 0-16,2-1 1 0,-2 1-1 0,1 0 0 0,-1 2 0 15,-6 2 1-15,0 0-3 0,-2 4 0 0,-4-6 0 16,0 4 1-16,0-1-1 0,-4 3 0 0,0 0 0 16,-2 3 1-16,-2-3-19 0,0 4 1 0,-2 0-1 15,-4 0 1-15,-3 2-1 0,-1 2 1 0,0 2 0 16,2 1 0-16,-3-3-8 0,-1 2 0 0,2-2 0 0,-1-1 1 16,3 1-1-16,-4-2 1 0,6-2-1 15,-3 0 1-15,3-2 2 0,0-2 1 0,4 0-1 16,-4 0 1-16,1-2-1 0,3-2 1 0,-4-2-1 0,4-2 1 15,-2-1 12-15,2 3 0 0,-1-4 0 0,1 0 1 16,4 2-1-16,0-3 0 0,0 1 0 0,6 2 1 16,-2 0 2-16,2-1 1 0,2 5 0 0,2 0 0 15,5 4-1-15,-5-2 1 0,4 4 0 0,4 0 0 16,-2 6 3-16,3 3 1 0,1-1-1 0,-4 2 1 0,4 5-1 16,3 1 1-16,-3-6-1 0,2 5 1 0,3 1 0 15,-3-1 1-15,2-1 0 0,-1-4 0 0,-3-3-1 16,2 1 1-16,-6 0 0 0,1-2 0 0,-5-4 1 0,2-1 1 15</inkml:trace>
  <inkml:trace contextRef="#ctx0" brushRef="#br1" timeOffset="-104469.24">22418 17487 524 0,'0'0'0'0,"0"0"0"0,0 0 0 0,2 8 99 0,-2-2 0 0,2-6 0 0,7 2 0 0,-5 2 0 0,4 0 0 0,4 0 0 16,2 5 0-16,-14-9-99 0,0 0-987 0</inkml:trace>
  <inkml:trace contextRef="#ctx0" brushRef="#br1" timeOffset="-103851">22768 17419 172 0,'0'0'0'0,"0"0"0"0,0 0 0 0,0 0 115 0,0 0 0 0,11-6 0 0,-7 2 1 16,0 2-1-16,2 0 0 0,2 2 0 0,0 4 0 16,0 0-88-16,0 0 1 0,5 4 0 0,1 4 0 15,-2 5-1-15,0 3 1 0,3 7 0 0,-1 0 0 16,0 10 10-16,2 4 1 0,-1 6-1 0,-7 0 1 0,2 4-1 16,-6 0 0-16,-2 1 0 0,-2-5 1 0,-2 0-4 15,-2-2 1-15,-4 0 0 0,-2-6 0 0,1 0-1 16,-3-6 1-16,-2-4-1 0,2-7 1 0,0-5-51 15,1-5 0-15,1-4 0 0,0-4 1 0,2-4-1 16,2 0 1-16</inkml:trace>
  <inkml:trace contextRef="#ctx0" brushRef="#br1" timeOffset="-101636.01">23485 17419 96 0,'0'0'0'0,"0"0"0"0,0 0 0 0,0 0 235 0,0 0 0 0,0 0 0 16,0 0 0-16,0 0-1 0,0 0 1 0,0 0 0 15,0 0 0-15,0 0-175 0,0 0 0 0,0 0 0 16,-4 6 1-16,6 4-1 0,-2 7 0 0,0 1 0 16,0 5 1-16,-2 5-23 0,0 13 0 0,-2 7 0 15,-4 7 1-15,-3 2-1 0,1 5 0 0,2 0 0 0,-2-5 1 16,2-2-19-16,2-3 1 0,-1-7-1 0,1-8 1 16,2-7-1-16,0-9 1 0,0-7-1 0,4-10 1 15,-4-4-23-15,8-2 0 0</inkml:trace>
  <inkml:trace contextRef="#ctx0" brushRef="#br1" timeOffset="-101086.38">23670 17638 272 0,'0'0'0'16,"0"0"0"-16,0 0 0 0,0 0 188 0,0 0 0 16,0 0 0-16,0 0 0 0,-2 9-1 0,2-5 1 0,0 0 0 15,0 4 0-15,-4 2-136 0,0 0 0 0,0 3 0 16,0-1 0-16,0 5 0 0,0-1 0 0,-3-2 0 16,3 1 0-16,0-3-11 0,0 0 1 0,4 1-1 15,-4-3 1-15,4 0-1 0,-4 0 1 0,8-4-1 16,-4 1 1-16,0-1-17 0,0 0 1 0,0-2 0 15,0 4 0-15,0-2-1 0,4 3 1 0,-4-3-1 16,4 2 1-16,-2-2-31 0,2 2 1 0,3-2 0 16,1-1 0-16,2-1 0 0,0-4 0 0,4 0 0 0,1-2 0 15,-3 0 11-15,4-3 1 0,0-1-1 16,-1 0 1-16,3-2-1 0,-6 0 1 0,2 0-1 0,3 1 1 16,-5 1-2-16,0-2 1 0,2 4 0 0,-6-2 0 15,3-2-1-15,-3 1 1 0,4-1 0 0,-4 2 0 16,0-2 2-16,0 2 0 0,3 0 0 0,-7-3 1 15,2 3-1-15,0-4 0 0,0 4 0 0,0-2 1 16,0-1-4-16,2-1 0 0,-4-2 0 0,2 2 0 0,-1-3-1 16,-1 3 1-16,0 2 0 0,0 0 0 0,0 3 2 15,0 1 0-15,-4 2 0 0,4 2 0 0,-8 4-1 16,4 3 1-16,0 3 0 0,-6 2 0 0,2 5-5 16,-2 5 1-16,0 1 0 0,-3 1 0 0,1 7-1 0,-2 4 1 15,0-2-1-15,2 2 1 0,2-3-3 16,-5 3 1-16,5-2-1 0,2-6 1 0,0-1-1 0,0-3 1 15,4-2-1-15,0-7 1 0,0 2-2 0,0-1 1 16,0-7 0-16,0 2 0 0,0-10-1 0,0 0-2278 16</inkml:trace>
  <inkml:trace contextRef="#ctx0" brushRef="#br1" timeOffset="-99818.75">24275 18151 568 0,'0'0'0'0,"0"0"0"0,0 0 0 0,0 0 173 0,0 0 0 0,0 0 0 16,0 0 0-16,0 0-1 0,0 0 1 0,0 0 0 15,0 0 0-15,0 0-112 0,0 0 0 16,0 0 0-16,8-4 1 0,-8 6-1 0,4-2 0 0</inkml:trace>
  <inkml:trace contextRef="#ctx0" brushRef="#br1" timeOffset="-99219.4">24627 17630 152 0,'0'0'0'0,"0"0"0"0,0 0 0 0,0 0 211 0,0 0 1 16,0 0 0-16,0 0 0 0,0 0-1 16,0 0 1-16,0 0-1 0,0 0 1 0,0 0-166 0,0 0 1 15,0 0-1-15,0 0 1 0,-11 10-1 0,7-1 1 16,-2 1-1-16,-2 2 1 0,0 3-11 0,-2-1 1 16,2 2 0-16,0 3 0 0,-1-5-1 0,3 0 1 15,-2-1 0-15,4-3 0 0,2 0-13 0,0 1 1 0,0-1-1 16,0-4 1-16,4 0-1 0,-2-2 0 0,2 0 0 15,-2 0 1-15,2 1-31 0,0-1 1 0,-2-2-1 16,2 2 1-16,0 0-1 0,2-2 1 0,-4 0 0 16,4 2 0-16,0 0 12 0,0 0 0 0,3 0 0 15,-1 0 1-15,2-1-1 0,2-3 0 0,-4 0 0 16,2 0 1-16,4-3 0 0,1-1 0 0,-1 0 0 0,0-2 1 16,2 0-1-16,-4 2 0 0,5-2 0 0,-1-2 1 15,0 1-3-15,0-1 1 0,1 0 0 0,-3 0 0 16,0 0-1-16,0-1 1 0,-2 3-1 0,-1-4 1 15,1 4 0-15,0-2 0 0,-2-3 0 0,0 1 0 16,0-2-1-16,1 2 1 0,-3-1 0 0,0 1 0 16,-2 0 1-16,0 4 0 0,-2-1 0 0,0 3 0 15,0 0 0-15,0 2 0 0,-2 2 0 0,2 2 0 0,-4 0-3 16,0 2 0-16,2 0 0 0,-4 5 1 0,0 5-1 16,0 2 0-16,-4 3 0 0,2 3 0 0,-5-1-1 15,3 8 1-15,-2 1 0 0,0 1 0 0,0 2-1 16,2 0 1-16,-3-2 0 0,5-3 0 0,-4 1-1 0,4-4 1 15,0-3-1-15,0 1 1 0,2-7-1 0,0-3 0 16,4-5 0-16,0-2 1 0,0-6-5 0,0 0-2305 16</inkml:trace>
  <inkml:trace contextRef="#ctx0" brushRef="#br1" timeOffset="-98885.97">25150 17614 348 0,'0'0'0'0,"0"0"0"0,0 0 0 0,0 0 216 0,-4-8 1 0,4 6 0 15,2-1 0-15,-2 1-1 0,0 2 1 0,2-2-1 16,0 0 1-16,0 0-160 0,0 0 0 0,6 0 0 16,-4 2 1-16,2 0-1 0,0-4 0 0,2 4 0 15,-2-2 0-15,3 0-20 0,-1 0 1 0,4 0-1 0,0 0 1 16,2 0-1-16,1-2 1 0,1 0-1 0,-4-1 1 15,2 1-19-15,3 0 0 0,-7 2 0 0,4 0 0 16,-4 0-1-16,0 4 1 0,-1 0 0 0,-1 2 0 16,-2 0-19-16,0 5 0 0,-6-1 0 0,4 2 1 0,-8 4-1 15,0 1 0-15,0 1 0 0,-4 5 0 0,-3 1 0 16,3 1 0-16,-6 6 0 0,-2 1 0 0,4 3 0 16,-7 2 0-16,3 2 0 0,0-4 0 0,-1 2 0 15,3-7 0-15,4 1 0 0,0-2 0 0,0-5 0 16,2-1 0-16</inkml:trace>
  <inkml:trace contextRef="#ctx0" brushRef="#br1" timeOffset="-98686.48">25019 17837 624 0,'0'0'0'0,"0"0"0"16,0 0 0-16,13-2 182 0,-7 2 0 0,4 0 0 15,-2-2 1-15,2 0-1 0,2 0 0 0,3-2 0 16,1 2 0-16,4-2-119 0,-1 2 0 0,1 0 0 16,0 0 1-16,-1 0-1 0,-1 4 0 0,2 0 0 15,-5 0 0-15,-15-2-63 0,0 0-1940 0</inkml:trace>
  <inkml:trace contextRef="#ctx0" brushRef="#br1" timeOffset="-97432.89">15901 17515 248 0,'0'0'0'0,"0"0"0"0,0 0 0 0,0 0 186 0,0 0 1 0,11-2-1 16,-7 2 1-16,0 0-1 0,4 0 0 0,-4 0 0 15,2 0 1-15,2-2-139 0,4 2 0 0,1 0 0 16,-3-2 1-16,6 0-1 0,0 2 0 0,3-2 0 0,-1 4 0 16,2-2-15-16,-3 0 0 0,-3 4 0 15,2-4 0-15,-2 4-1 0,3 0 1 0,-5 1 0 0,-4 3 0 16,-8-8-33-16,0 0-1791 0</inkml:trace>
  <inkml:trace contextRef="#ctx0" brushRef="#br1" timeOffset="-97001.68">15800 17538 168 0,'0'0'0'16,"0"0"0"-16,0 0 0 0,0 0 149 0,0 0 1 0,0 0-1 16,0 0 1-16,0 0-1 0,0 0 0 0,0 0 0 15,0 8 1-15,4-2-92 0,-4 2 1 0,0 3 0 16,0 1 0-16,0 4-1 0,0 3 1 0,0 3-1 16,0 5 1-16,-4 4-16 0,0 6 1 0,-2 4 0 15,-1 4 0-15,1 2-1 0,-2 6 1 0,0 1 0 16,-2 5 0-16,-2 1-13 0,-1 1 1 0,1 3 0 15,0-1 0-15,2-3-1 0,2-5 1 0,0 5 0 16,3-15 0-16,1-8-39 0,2-6 0 0,2-13 0 0,2-4 1 16,2-7-1-16,-1-7 0 0,1 0 0 0,2 0 1 15,-2 2 19-15,4 0 1 0,-4 0-1 0,4-2 1 16,0 0-1-16,2 0 0 0,-1-2 0 0,1 0 1 16,0 0 4-16,4-3 0 0,-2 1 0 0,7-2 0 15,-3 0 0-15,0 0 0 0,7 0 0 0,-5 0 0 0,2-3-1 16,3 3 1-16</inkml:trace>
  <inkml:trace contextRef="#ctx0" brushRef="#br1" timeOffset="-95969.48">25565 17298 388 0,'0'0'0'0,"0"0"0"0,0 0 0 0,0 0 114 0,0 0 1 0,0 0 0 0,0 0 0 0,10-10-1 0,-6 8 1 15,2 0-1-15,2-1 1 0,-2 3-45 0,5 0 0 16,3 0 0-16,-4 0 1 0,4 0-1 0,1 3 0 15,1-1 0-15,2 0 0 0,0 0-23 0,-1 2 0 16,3 0 0-16,-2 0 0 0,-1 4 0 0,-1 2 0 16,-2 1 0-16,-2-5 0 0,-1 4-24 0,-3 0 0 15,0 1 0-15,-4 1 1 0,0 2-1 0,0 1 0 0,-2-1 0 16,-4 7 0-16,-2-1-21 0,0 5 1 0,0 1-1 16,-6 9 1-16,0 6-1 0,-5 4 1 0,1 7-1 15,-2-1 1-15,4 2 1 0,-1 3 0 0,3-5 0 16,0 0 0-16,0-6 0 0,4 0 0 0,0-8 0 15,0-2 0-15,1-8 2 0,-1-3 0 0,4-7 0 16,-2-7 1-16,4-4-1 0,0-2 0 0</inkml:trace>
  <inkml:trace contextRef="#ctx0" brushRef="#br1" timeOffset="-95736.2">25378 18258 608 0,'0'0'0'0,"0"0"0"0,0 0 0 0,0 0 169 0,0 0 1 16,0 0-1-16,0 0 1 0,8-4-1 0,2 4 0 15,-4 0 0-15,8-2 1 0,1 2-112 0,1 2 1 16,2 0-1-16,2 0 1 0,3 0-1 0,-1 0 0 15,5 2 0-15,1-2 1 0,29 4-59 0,-57-6-1823 0</inkml:trace>
  <inkml:trace contextRef="#ctx0" brushRef="#br1" timeOffset="-57304">26094 17776 84 0,'0'0'0'0,"0"0"0"0,0 0 0 0,0 0 62 0,0 0 1 16,0 0 0-16,-6 0 0 0,2 0-1 0,2 0 1 15,0 0 0-15,0 0 0 0,0 0 0 0,4 0 0 16,-2 0 0-16,0 0 0 0,2 0-1 0,0 0 1 15,4 0 0-15,-2 0 0 0,-2 0-9 0,4 2 1 16,0-2-1-16,0 2 1 0,2 0-1 0,-1 0 0 0,-1 2 0 16,2 0 1-16,0-4-5 0,0 2 0 0,0 2 0 15,0-2 1-15,1 0-1 0,1 3 0 0,2-3 0 16,-4 0 0-16,2 2-67 0,0-2 1 0,5 0 0 16,-5 0 0-16,2-2 0 0,2 0 0 0,1 0 0 15,1-2 0-15,0 0 47 0,4 0 0 0,-1 0 0 16,1 0 1-16,-2-2-1 0,3-3 0 0,1 1 0 15,-1-2 0-15,-1 0-25 0,-2 2 0 0,-4-5 0 0,3 1 0 16,-1-2-1-16,-2 0 1 0,3-3 0 0,-7 1 0 16,0 2 12-16,0-3 1 0,-2 3 0 0,-2 0 0 15,-4-1-1-15,0 1 1 0,0 4-1 0,-4-2 1 16,-2 3-2-16,2-1 1 0,-8 2 0 0,0 0 0 16,0 0-1-16,-2 2 1 0,-3-1 0 0,1 1 0 15,-2 2 0-15,0 0 0 0,-3 0 0 0,-1 2 1 0,-3 0-1 16,1 2 0-16,2 0 0 0,-3 2 0 0,3 1-2 15,0-1 0-15,-1 4 0 0,3 0 0 0,-2 2 0 16,1-1 0-16,3 1 0 0,4 0 0 0,2 4-4 16,-5 3 0-16,5-1 0 0,0 1 1 0,0 3-1 15,0 3 0-15,-1-1 0 0,3 1 1 0,4 6-3 0,-4-3 0 16,4 3 0-16,2-2 0 0,2-1-1 0,2 1 1 16,4-5 0-16,4 1 0 0,-4 0-3 0,7-3 1 15,3-4-1-15,-4 1 1 0,8-1-1 0,1-1 0 16,-3-5 0-16,5 0 1 0,3-2 0 0,-2-4 0 15,3 1 0-15,-3-5 1 0,3 0-1 0,1 0 0 16,1 0 0-16,-3-2 1 0,1-3-3 0,-1 1 1 0,3 0 0 16,-9 0 0-16,2 2-1 0,-1-2 1 0,-5-2 0 15,0 4 0-15,1-2 1 0,-5 0 0 0,-2 2 0 16,0-1 0-16,-10 3-8 0,0 0-2283 0</inkml:trace>
  <inkml:trace contextRef="#ctx0" brushRef="#br1" timeOffset="-48084.66">26475 17142 116 0,'0'0'0'0,"0"0"0"0,0 0 0 0,-9 0 245 0,7-2 1 0,0 4 0 0,-2-4 0 16,4 2-1-16,-2 0 1 0,0 0-1 0,0 0 1 0,0 0-186 15,2 0 0-15,-2 0 0 0,2 0 1 0,-2 0-1 16,0 0 0-16,4-2 0 0,-2 4 0 0,0-2-59 16,0 0 1-16,2 0-1 0,0 0 1 0,0 2-1 15,0-2 0-15,2 2 0 0,2-2 1 0,5 4-10 16,-7 0 0-16,4-4 0 0,0 2 1 0,0 2-1 0,2-4 0 15,-6 2 0-15,2 1 1 0,3-3 17 0,-1 2 0 16,0-2 0-16,0 0 0 0,0-2 0 0,-2-1 0 16,2 1 0-16,1 2 0 0,-3-2-31 0,0 0 1 15,-2 0-1-15,0 2 1 0,0-4-1 0,0 2 1 16,-2 0 0-16,0 0 0 0,0 2 9 0,-2-2 1 16,-2 4 0-16,-2-2 0 0,2 2 0 0,-2-2 0 15,-2 0 0-15,-2 0 0 0,0 4 5 0,-1 0 1 0,-1-4 0 16,2 2 0-16,0-2-1 0,0 2 1 0,0-4 0 15,2 2 0-15,-1-2 1 0,5 2 0 0,-4 0 0 16,4-4 1-16,-4 2-1 0,4 2 0 0,0 0 0 16,2-2 1-16,0 0 1 0,2 0 0 0,0 0 0 15,0 2 0-15,2-2 0 0,0 0 0 0,0 0 0 16,3 0 1-16,1 0 4 0,0 0 1 0,0 0-1 16,0 2 1-16,2-2-1 0,0 2 0 0,1 0 0 15,-1 0 1-15,-2 2-3 0,0-2 1 0,0 0-1 16,-2 2 1-16,-2-4-1 0,0 4 0 0,-1-2 0 0,-1 0 1 15,0 0 1-15,0 0 0 0,-2 2 0 0,0 0 0 16,-2 0-1-16,-2 0 1 0,-1 0 0 0,-1 2 0 16,0 0-2-16,-6 0 1 0,2 0 0 0,0 0 0 15,-1-2-1-15,1 3 1 0,-2-1-1 0,4-2 1 16,-4 0 1-16,2-4 0 0,1 2 0 0,5 0 0 16,0-2-1-16,-2 0 1 0,2 0 0 0,0-1 0 0,0 1-2 15,2 2 1-15,0-2-1 0,0 0 1 0,2 0-1 16,-2 2 1-16,4 0-1 0,-2-4 1 0,2 4 0 15,0 0 1-15,2 0 0 0,0 0 0 0,2 0-1 0,2 0 1 16,-2 0 0-16,3 0 0 0,-1 0-2 0,2 0 1 16,-2 0-1-16,2 4 1 0,0-4-1 0,1 0 1 15,-3 0-1-15,0 0 1 0,0 0-1 0,-2 0 1 16,-2 2-1-16,0-2 1 0,-8 2-1 0,2 0 0 16,0-2 0-16,-2 2 1 0,-4 1-3 0,0-1 1 15,-2 0 0-15,-1 2 0 0,-3-2-1 0,0 0 1 0,-2 0-1 16,1 0 1-16,-1 0-1 0,-2 0 1 15,-1-2-1-15,1 0 1 0,0 0-1 0,2 0 0 0,1 0 0 16,1 0 1-16,2-2-3 0,4 2 1 0</inkml:trace>
  <inkml:trace contextRef="#ctx0" brushRef="#br1" timeOffset="-43521.82">27059 16951 180 0,'0'0'0'0,"0"0"0"0,0 0 0 0,0 0 152 0,0 0 0 0,0 0 0 15,0 0 1-15,0 0-1 0,0 0 0 0,0 0 0 16,-4-8 1-16,4 8-113 0,0-2 1 0,0 0-1 16,0 0 1-16,-4 0-1 0,4 2 1 0,0 0-1 0,-4 0 1 15,1 0-14-15,1 2 0 0,-2 0 0 0,2 2 1 16,-2 2-1-16,2-2 0 0,-2 5 0 0,0 1 0 15,2 0-7-15,0 4 1 0,2 3-1 0,-2 1 1 16,4 5-1-16,-2-3 1 0,2 3-1 0,0 4 1 16,4-3-27-16,2 1 1 0,0-3 0 0,3 1 0 15,1-1-1-15,2-7 1 0,0 1 0 0,3-6 0 0,3 1 12 16,-2-5 0-16,3-6 0 0,-3 0 0 0,2-4-1 16,1-2 1-16,-1-3 0 0,-4-1 0 0,1-2 8 15,-3 2 1-15,-2-5 0 0,-4 1 0 0,0-5-1 16,-2 1 1-16,-4 0-1 0,1 1 1 0,-3-3 2 0,-5-1 1 15,1 1-1-15,-2 1 1 0,-2-1-1 0,-2-1 0 16,0 3 0-16,0-1 1 0,-3 7 0 0,1-7 0 16,0 5 0-16,0 4 1 0,0 0-1 0,-1 1 0 15,1 1 0-15,0 4 0 0,4 0 0 0,-2 2 0 16,-3 0 0-16,3 2 1 0,0 0-1 0,0 0 0 16,0 0 0-16,2 0 1 0,1 0-3 0,1 0 1 15,2 2-1-15,-2 0 1 0,6-2-18 0,0 0-2074 0</inkml:trace>
  <inkml:trace contextRef="#ctx0" brushRef="#br1" timeOffset="-43169.65">27580 17318 700 0,'0'0'0'0,"0"0"0"0,0 0 0 0,0 0 163 0,0 0 1 0,0 0 0 0,0 0 0 0,0 0-1 0,0 0 1 16</inkml:trace>
  <inkml:trace contextRef="#ctx0" brushRef="#br1" timeOffset="-42319.6">27793 16966 312 0,'0'0'0'0,"0"0"0"0,0 0 0 0,-8 0 205 0,4 0 0 0,4 2 0 0,-6-2 0 0,2 4-1 16,0 0 1-16,0-4 0 0,-2 4 0 0,0 2-157 16,-2 2 0-16,1 5 0 0,1-3 0 0,0 4-1 15,2 3 1-15,0-1 0 0,0 0 0 0,2 5-16 16,4 0 1-16,-2-3-1 0,4 0 1 0,4-3-1 15,2 1 1-15,3 1-1 0,1-5 1 0,6-2-17 0,-1 2 1 16,1-7-1-16,0-1 1 0,3 0-1 0,-5-2 0 16,2 0 0-16,-1-4 1 0,1 0-16 0,-6 0 0 15,0-2 0-15,-1-3 1 0,-1-3-1 0,0 2 0 16,-2-4 0-16,0-5 0 0,-1 3-1 0,-1-5 0 16,-4 3 0-16,-2 0 1 0,2-1-1 0,-4 1 0 15,-6-3 0-15,2 7 0 0,-2-2 1 0,-5-1 1 16,1 3 0-16,-4 2 0 0,-2 4-1 0,2-5 1 15,-3 3-1-15,3 2 1 0,-6 4 4 0,1 0 1 0,1 0-1 16,0 2 1-16,1-4-1 0,1 2 0 0,0 2 0 16,0 0 1-16,1 2 0 0,5 2 1 0,0-4-1 15,0 2 1-15,10-2-8 0,0 0-2122 0</inkml:trace>
  <inkml:trace contextRef="#ctx0" brushRef="#br1" timeOffset="-41738.02">28266 16910 56 0,'0'0'0'0,"0"0"0"0,-8 0 0 0,3 0 225 0,-3 2 0 0,2-2 0 0,-4 0 1 0,2 2-1 16,0 2 0-16,2-1 0 0,-3 1 0 0,5 0-201 0,0 0 1 15,0 0 0-15,4 4 0 0,0-2-1 0,2 5 1 16,2-1 0-16,2 0 0 0,3-2-6 0,-1 5 0 16,4-1 0-16,2 0 1 0,-2 0-1 0,7 1 0 15,1 1 0-15,0-4 0 0,1 9-7 0,1-5 1 16,-1 1-1-16,-1 1 1 0,0 0-1 0,3-1 1 0,-9 1-1 15,0 1 1-15,-4-1-9 0,0 0 1 0,-3-3 0 16,-5 1 0-16,-2-2-1 0,-4 1 1 0,-1-1-1 16,-5-2 1-16,0 3-4 0,-6-3 0 0,0-2 0 15,-3-2 1-15,-3 2-1 0,2-6 0 0,-3 2 0 16,1-1 1-16,-1-6 5 0,5-1 0 0,2-4 0 16,2 0 0-16,1 0-1 0,5-7 1 0,4 3 0 15,0-2 0-15,4-1 6 0,2 1 1 0,0 0-1 16,2 1 1-16,4-3-1 0,-2 2 1 0,7-3-1 0,1 1 1 15,2 1-1-15,0-1 1 0,3 0 0 0,1-1 0 16,0 3-1-16,-1-3 1 0,-1 3 0 0,0 0 0 16,-1-1-1-16,-3 3 0 0,0 0 0 0,-4-1 1 15,-2 1-1-15,-3 6 0 0,-3-4 0 0,-2-1 0 16,-2 1 0-16,-3 0 0 0,-1 0 0 0,-2-1 1 16,-2 1-1-16,0 2 0 0,-4 2 0 0,-1-4 0 0,1 1-4 15,-2 1 1-15,0 2 0 0,1 0 0 0,-1 0-1 16,-2 2 1-16,-1 0-1 0,1-1 1 0,2 3-3 15,2 0 1-15</inkml:trace>
  <inkml:trace contextRef="#ctx0" brushRef="#br1" timeOffset="-38188.47">29080 16652 152 0,'0'0'0'0,"0"0"0"0,0 0 0 0,0 0 211 0,0 0 1 0,0 0 0 0,0 0 0 0,0 0-1 15,0 0 1-15,-8-2-1 0,8 4 1 0,-4-2-195 16,-1 2 0-16,1 2 0 0,0-2 1 0,-2 2-1 16,0 2 0-16,0 0 0 0,0 3 0 0,0 1-2 0,0 4 1 15,2 1 0-15,-7 3 0 0,3 5-1 16,0-1 1-16,0 5 0 0,0 4 0 0,0 6-13 0,2 4 1 15,-3 4 0-15,5-2 0 0,0 4-1 0,2-4 1 16,4 0 0-16,2-4 0 0,3 0 7 0,1-6 0 16,4-2 0-16,2-3 1 0,2-7-1 0,3-1 0 15,-1-5 0-15,2-5 1 0,-20-10-12 0,0 0-1671 0</inkml:trace>
  <inkml:trace contextRef="#ctx0" brushRef="#br1" timeOffset="-37737.74">29432 16613 260 0,'0'0'0'0,"0"0"0"0,0 0 0 0,0 0 205 0,0 0 1 16,0 0-1-16,0 0 1 0,0 0-1 0,0 0 1 16,0 0-1-16,-4 10 1 0,0-4-141 0,2 5 1 15,0-1 0-15,-2 4 0 0,-1 0-1 0,1 3 1 0,0 3 0 16,-2-3 0-16,2 3-42 0,0 1 0 0,0-3 0 15,0 1 0-15,0-3-1 0,2 1 1 0</inkml:trace>
  <inkml:trace contextRef="#ctx0" brushRef="#br1" timeOffset="-37454.1">29169 16945 608 0,'0'0'0'0,"0"0"0"0,0 0 0 0,8-4 126 16,1 2 1-16,1 0 0 0,2 0 0 0,2 0-1 15,2 0 1-15,3 0 0 0,-1 2 0 0,2-2-78 0,-1 0 1 16,3 2-1-16,5 0 1 0,-3 0-1 0,3 0 0 16</inkml:trace>
  <inkml:trace contextRef="#ctx0" brushRef="#br1" timeOffset="-36638.14">29293 17099 36 0,'0'0'0'0,"0"0"0"0,0 0 0 0,0 0 204 0,0 0 0 0,0 0 0 0,0 0 1 0,0 0-1 0,-8-8 0 15,8 6 0-15,0 2 0 0,0-2-161 0,0 0 0 16,0 2 0-16,0-2 1 0,0 2-1 0,0-3 0 16,0 1 0-16,0 2 0 0,0-2-42 0,0 2 1 15,0 0 0-15,0-2 0 0,0 4-1 0,0-4 1 16,0 4-1-16,0-4 1 0,0 4-5 0,0 0 0 0,-4 0 0 15,4-2 0-15,-2 5 0 0,2-1 0 0,-2 2 0 16,0-2 0-16,0 0 8 0,-2 2 0 0,2 0 0 16,0 3 1-16,0-3-1 0,0 0 0 0,0 2 0 15,0 0 1-15,0-2-19 0,0-1 0 0,0 1 0 16,2 0 0-16,0-2 0 0,-2 2 0 0,2-2 0 16,-2 2 0-16,4 1 11 0,-2-3 0 0,0 0 0 15,2 0 1-15,0 0-1 0,0 0 0 0,0 0 0 16,2 0 1-16,2-4 0 0,0 2 0 0,2-2 0 0,0 0 1 15,1 0-1-15,-3-2 0 0,4 0 0 0,0 0 1 16,-2 0 11-16,2 0 0 0,-2 0 0 0,5 0 0 16,-7-2-1-16,2 0 1 0,0-2 0 0,2-1 0 15,-2 3 4-15,0 0 1 0,3 0 0 0,-3 0 0 16,-2-4-1-16,0 2 1 0,-2-3 0 0,0 5 0 0,0-2-1 16,-2 0 0-16,0 0 0 0,0 2 0 0,-2-2-1 15,0 2 1-15,-2-1 0 0,0 1 0 0,0 2 0 16,0 0 0-16,2 0 0 0,-2 0 1 0,0 0-1 15,0 0 0-15,0 0 0 0,0 0 1 0,0 0-6 0,2 2 1 16,0 0-1-16,0-4 1 0,0 8-1 0,0-4 1 16,0 0-1-16,0 4 1 0,0 0-2 0,0 6 0 15,0 1 0-15,0 3 1 0,0 2-1 0,0 1 0 16,-4 5 0-16,8 3 1 0,-4 2-2 0,0-1 1 16,2 3 0-16,4 0 0 0,0-3-1 0,2-1 1 15,1-2-1-15,1-5 1 0,0-6-2 0,-2-1 0 16</inkml:trace>
  <inkml:trace contextRef="#ctx0" brushRef="#br1" timeOffset="-35770.99">29707 16461 612 0,'0'0'0'0,"0"0"0"0,0 8 0 0,2-2 170 0,2 5 1 15,2 5-1-15,2 5 1 0,0-1-1 0,4 9 0 0,3 10 0 16,3 4 1-16,2 8-110 0,1 7 1 0,1 1 0 16,0 11 0-16,1 6-1 0,-3 6 1 0,-4 0-1 15,1 26 1-15,-9-23-22 0,-6-7 0 0,-4-7 0 16,-4-7 1-16,-4-9-1 0,-3-6 0 0,-1-3 0 16,-4-7 0-16,-3-5-27 0,-3-3 1 0,0-6 0 15,-3-5 0-15,-1-5-1 0,3-7 1 0</inkml:trace>
  <inkml:trace contextRef="#ctx0" brushRef="#br1" timeOffset="-10687.49">12409 9180 480 0,'0'0'0'0,"0"0"0"0,0 0 0 0,0 0 145 0,0 0 1 0,0 0 0 0,0 0 0 16,0 0-1-16,0 0 1 0,-6-6-1 0,6 2 1 15,0 4-58-15,2-6 0 0,2 3 0 0,0-1 1 16,0 2-1-16,4-2 0 0,-4 4 0 0,2-4 0 15,3 0-29-15,3 4 1 0,-4-4-1 0,2 0 1 0,2 2-1 16,1 0 1-16,1-2-1 0,2-1 1 0,2 3-38 16,-1-2 1-16,3-4-1 0,-2 4 1 0,-1 0-1 15,-1 0 1-15</inkml:trace>
  <inkml:trace contextRef="#ctx0" brushRef="#br1" timeOffset="-10402.96">12433 9319 440 0,'0'0'0'0,"0"0"0"16,0 0 0-16,0 0 196 0,0 0 0 0,9-4 0 15,-3 0 1-15,-2 2-1 0,4-2 0 0,-4-2 0 16,4 0 1-16,6 2-127 0,-1-5 0 0,-3 1 0 16,10 2 0-16,-4-2 0 0,3 0 0 0,1 1 0 15,2 3 0-15,-3-4-22 0,-3 4 0 0,4-2 0 16,-1 2 1-16,-3 0-1 0,0 2 0 0,-2 0 0 0,-3-2 0 16,-1 4-29-16,0 0 1 0,-6-5-1 0,0 5 1 15,-4 0-20-15,0 0-2275 0</inkml:trace>
  <inkml:trace contextRef="#ctx0" brushRef="#br1" timeOffset="31542.46">13164 8725 400 0,'0'0'0'0,"0"0"0"0,0 0 0 0,0 0 111 0,0 0 1 0,0 0-1 16,-4 0 1-16,0 0-1 0,4 0 1 0,0 0-1 16,0 0 1-16,0 2-38 0,0-2 1 0,0 0-1 15,0 0 1-15,4 0-1 0,0 0 0 0,2 0 0 16,2 0 1-16,4 0-23 0,-1 0 0 0,1-2 0 0,4 0 1 15,-4-3-1-15,7 1 0 0,-3 0 0 0,2 0 0 16,-1-4-13-16,1 2 1 0,2 2-1 0,-3 0 1 16,1-1-1-16,0 1 0 0,-2 4 0 0,-3 0 1 15,-1 4-49-15,2 1 1 0,-6-1 0 0,-2 4 0 16,0 6 0-16,1 1 0 0,-3 3 0 0,0 3 0 16,-4-1 26-16,4 5 0 0,-4 3 0 0,0 3 0 15,0 2-1-15,0 2 1 0,0 0 0 0,0-5 0 0,0 1-13 16,0-4 1-16,4 0-1 0,-4-1 1 0,4-3-1 15,-4-1 1-15,4-1-1 0,-2-3 1 0,0-1 4 16,0-3 1-16,0-2 0 0,0 1 0 0,-2-13-11 16,0 0-2088-16</inkml:trace>
  <inkml:trace contextRef="#ctx0" brushRef="#br1" timeOffset="31909.02">13117 8967 320 0,'0'0'0'0,"0"0"0"0,0 0 0 0,0 0 217 0,0 0 0 0,0 0 0 0,0 0 0 16,0 0 0-16,0 0 0 0,0 0 0 0,0-9 0 16,4 7-162-16,-2 2 0 0,2-2 0 0,3-2 1 15,3 2-1-15,2-2 0 0,-4 0 0 0,6 0 0 0,3-2-23 16,-1 0 1-16,2-1-1 0,0 3 1 0,3 0-1 15,-1-2 1-15,-1 2-1 0,-1 0 1 0,2 2-26 16,-4 0 0-16,3 0 0 0,-1 2 1 0,-2 0-1 16,1 0 0-16</inkml:trace>
  <inkml:trace contextRef="#ctx0" brushRef="#br1" timeOffset="34375.94">13823 9051 280 0,'0'0'0'0,"0"0"0"0,0 0 0 0,0 0 182 0,0 0 1 0,0 0-1 0,0 0 1 0,0 0-1 16,-6-6 0-16,6 6 0 0,0 0 1 0,-2-3-116 0,2 1 0 15,-2 0 0-15,2 0 1 0,0 2-1 0,0-2 0 16,0 2 0-16,0 0 1 0,0 0-36 0,0 0 1 15,0 0-1-15,2 0 1 0,-2 2-1 0,2 2 1 16,-2 1-1-16,0-1 1 0,0 2-17 0,0 2 1 16,0-2-1-16,-2 2 1 0,0 1-1 0,2-5 1 15,-4 2-1-15,0 0 1 0,0 0-15 0,4-2 0 16,-4 0 0-16,4-4 1 0,-4 4-1 0,2-4 0 0,2 0 0 16,0 0 0-16,0-4 1 0,0 4 0 0,0-4 0 15,0 0 0-15,2 0-1 0,2 0 1 0,-4-2 0 16,4 2 0-16,-4 4-3 0,0 0 1 0,0 0 0 15,0 0 0-15,0 0-1 0,0 0 1 0,0 0 0 16,0 0 0-16,0 0 2 0,0 0 1 0,0 0-1 16,0 0 1-16,0 0-1 0,0 0 0 0,0 0 0 15,0 0 1-15,0 0 2 0,0 0 1 0,-10 39 0 0,8-35 0 16,-2 2-1-16,0 2 1 0,2-4 0 0,0 0 0 16,0 0 0-16,2 1 1 0,0-3 0 0,0 2 0 15,-4-4-1-15,4 0 1 0,0 4-1 0,0-4 1 16,0 0-2-16,0 0 1 0,0 0 0 0,0 0 0 15,0 0-1-15,0-4 1 0,0 0-1 0,0-1 1 16,0 1-2-16,0-2 0 0,0 2 0 0,0-4 1 0,0 2-1 16,4 0 0-16,-4-1 0 0,2-1 0 0,-2 0 1 15,2 2 0-15,0 2 0 0,0-4 1 0,-2 3-1 16,0 1 0-16,2 2 0 0,0 0 0 0,0 0 0 16,0 0 0-16,0 2 0 0,2 0 1 0,-4 0-1 15,4 0 0-15,-4 0 0 0,4 0 0 0,-4 2-3 0,4-2 0 16,-4 2 0-16,4 0 1 0,-4 0-1 0,2 2 0 15,0-4 0-15,-2 5 1 0,2-1 0 0,-2 0 0 16,0-2 0-16,0 0 1 0,0 2-1 0,0 0 0 16,0-2 0-16,0 2 1 0,0-4-3 0,0 4 1 15,-2-4 0-15,2 4 0 0,0-4-1 0,-2 0 1 16,2 0-1-16,0 0 1 0,-2 0-1 0,2 0 0 0,0 0 0 16,0 0 1-16,0 0-1 0,0 0 0 0,0 0 0 15,0 0 1-15,0 0-3 0,0-4 1 0,0 4 0 16,0-4 0-16,0 4-1 0,2-4 1 0</inkml:trace>
  <inkml:trace contextRef="#ctx0" brushRef="#br1" timeOffset="34912.92">14243 8733 120 0,'0'0'0'0,"0"0"0"0,0 0 0 0,0 0 232 0,0 0 0 0,-4-8 0 0,0 6 0 0,4-1-1 0,-4-1 1 15,-1 2 0-15,1-2 0 0,0 0-176 0,4 0 0 16,-8 4 0-16,4-4 0 0,0 2-1 0,-2 2 1 16,2 0 0-16,-4 0 0 0,4 2-35 0,-5 2 0 15,3 4 0-15,2-4 1 0,-4 5-1 0,0 1 0 16,-2 2 0-16,2 7 0 0,0-3-11 0,-1 2 1 16,-1 9-1-16,2 0 1 0,2-1-1 0,4 5 1 15,-2 4-1-15,0-4 1 0,4 0-7 0,0-1 1 0,4-3 0 16,2 4 0-16,0-9-1 0,4 1 1 0,3-3-1 15,1-1 1-15,2-3-6 0,2-1 1 0,3-5 0 16,-3-2 0-16,2-4 0 0,1 0 0 0,1 0 0 16,-2-4 0-16,3-4 0 0,-5 0 1 0,3 0 0 15,-7-2 0-15,2 0-1 0,0 0 1 0,-5-7-1 16,1 3 1-16,0 2 5 0,-8-6 1 0,2 3-1 16,-4 1 1-16,-2 0-1 0,0 2 0 0,-4-1 0 15,-2-3 1-15,0 4 3 0,-6 2 0 0,-5-3 0 0,3 3 1 16,-6 4-1-16,1 2 0 0,-1 0 0 0,-2 4 0 15,-1 5 0-15,-1-5 0 0,2 4 0 0,1 2 1 16,3 2-1-16,-3-3 0 0,7 1 0 0,-2-2 0 16,4 0-1-16,6 1 0 0</inkml:trace>
  <inkml:trace contextRef="#ctx0" brushRef="#br1" timeOffset="35528.55">14745 8790 148 0,'0'0'0'0,"0"0"0"0,0 0 187 0,0 0 0 0,-8 0 0 16,4 0 1-16,0 0-1 0,0 0 0 0,0 0 0 15,0 0 0-15,0 0-146 0,2 0 0 0,0 0 0 16,2-4 1-16,0 2-1 0,0 0 0 0,0 0 0 16,4 0 1-16,0-2-8 0,4-2 1 0,-4 2 0 15,4-5 0-15,2 3-1 0,3 0 1 0,-1 4-1 0,-2-2 1 16,6 0-15-16,-3 4 0 0,1 0 0 0,2 0 0 15,-4 0-1-15,1 0 1 0,1 4 0 0,-6 2 0 16,4 0-23-16,-4 4 0 0,2 3 0 0,-5-5 0 16,-1 6 0-16,0 3 0 0,-4 1 0 0,0 5 1 0,-4-5 6 15,-5 7 1-15,5-1 0 0,-8 1 0 0,2-2-1 16,-2 3 1-16,-7-3-1 0,3 1 1 0,-4-1 6 16,1 0 0-16,1-7 0 0,2 2 0 0,-4-3-1 15,5-3 1-15,-1-2 0 0,2-1 0 0,2-1 0 16,3-4 0-16,-1-4 0 0,4 2 1 0,2-2-1 15,2 0 0-15,0 0 0 0,2-2 1 0,2 2-1 0,0-4 0 16,2-4 0-16,2 3 1 0,4-1-1 0,-1 2 0 16,3-4 0-16,2 4 0 0,2 0 1 0,-1 2 1 15,5 0-1-15,-4 0 1 0,7 2-1 0,-5 0 0 16,6 4 0-16,-1-2 1 0,-7 6-2 0,6-4 0 16,-1 2 0-16,1 0 0 0,-4 5 0 0,3-3 0 15,-5-2 0-15,2 2 0 0,-1 0-2 0,-3 1 0 0,-2-1 0 16,0-4 1-16,1 2-1 0,-3 2 0 0,-2-4 0 15,0 3 0-15,-2-1-2 0,0 0 1 0,0-6-1 16,-2 4 1-16,0-4-1 0,1 0 0 0</inkml:trace>
  <inkml:trace contextRef="#ctx0" brushRef="#br1" timeOffset="203005.9">3838 11032 16 0,'0'0'0'0,"0"0"0"0,0 0 0 0,0 0 37 0,0 0 1 0,0 0 0 0,0 0 0 15,0 0-1-15,0 0 1 0,0 0-1 0,0 0 1 16,0 0 1-16,0 0 1 0,0-8-1 0,0 6 1 0,0 0-1 15,0-2 0-15,5 2 0 0,-5-3 1 16,0-3 20-16,0 2 1 0,0 0 0 0,4 2 0 0,-4-2-1 16,0 2 1-16,0-5 0 0,-4 3 0 0,-1 2 0 0,1-4 1 15,0 2 0-15,0 0 0 0,-4-1-1 16,0-1 1-16,2 0-1 0,-6 0 1 0,-1 2-88 0,3 2 1 16,-2-1-1-16,0-3 1 0,-2 4-1 0,-3 2 1 15,-1 2 0-15,2 2 0 0,-1 2 69 0,3 4 1 16,-2-3-1-16,0 3 1 0,-3 6-1 0,3-2 1 15,2 7-1-15,-2-3 1 0,-3 5-27 0,7 3 0 16,0-1 0-16,2 2 0 0,1-3-1 0,1 3 1 16,8-1 0-16,0 3 0 0,4-6 7 0,0 3 0 0,5 1 0 15,1-1 0-15,2 3-1 0,4 2 1 0,3-3 0 16,1-3 0-16,-2 2 0 0,7-1 0 0,-3-1 0 16,5-7 0-16,-3 3 0 0,6-3 0 0,-3-6 0 15,3-1 0-15,-1-5-1 0,6 0 1 0,-5-4 0 16,-3-4 0-16,3-5-1 0,-1 1 1 0,1-2 0 15,-3 0 0-15,-27 10-25 0,0 0-1878 0</inkml:trace>
  <inkml:trace contextRef="#ctx0" brushRef="#br1" timeOffset="203420.79">4209 11063 40 0,'0'0'0'0,"0"0"0"0,0 0 0 0,0 0 246 0,-8 0 0 0,4-4 0 0,2 2 1 0,2 2-1 0,0 0 0 0,0 0 0 16,0 0 1-16,0 0-201 0,2 2 1 0,2 2-1 15,4-4 1-15,0 4-1 0,4 0 1 0,3-2-1 16,1-2 1-16,2 4-25 0,2-2 1 0,3 0 0 16,1 2 0-16,21 5-23 0,-45-9-1855 0</inkml:trace>
  <inkml:trace contextRef="#ctx0" brushRef="#br1" timeOffset="203620.89">4341 11327 596 0,'0'0'0'0,"0"0"0"0,0 0 0 0,0 0 132 16,0 0 1-16,0 0 0 0,0 0 0 0,0 0-1 0,0 0 1 16,8 0-1-16,-2-4 1 0,7 2-98 0,-1-2 1 15,2 0 0-15,2 0 0 0,1 0-1 0,1-4 1 16</inkml:trace>
  <inkml:trace contextRef="#ctx0" brushRef="#br1" timeOffset="204557.13">4758 10975 288 0,'0'0'0'0,"0"0"0"0,0 0 0 0,-4-13 147 0,4 9 1 0,0 2-1 0,0-2 1 15,4 0-1-15,1-4 1 0,-1 2-1 0,0 1 1 0,6 1-103 16,-2-4 1-16,4 2-1 0,2 2 1 0,3 0-1 16,-1 0 0-16,6 2 0 0,-3 0 1 15,1 2-7-15,0 0 0 0,3 0 0 0,-9 2 1 0,6 2-1 16,-7 2 0-16,1 0 0 0,-6 2 1 0,0 2-22 16,-4 3 0-16,-4-1 0 0,0 0 0 0,-4 3 0 15,0-7 0-15,-4 6 0 0,4-3 0 0,-4-1-17 0,2 0 0 16,2-2 0-16,-5 1 0 0,5-3-1 0,0 2 1 15,4-4 0-15,-4-2 0 0,4-2 1 0,0 4 0 16,4-2 0-16,-4 0 1 0,8 2-1 0,-4 0 0 16,5 1 0-16,1 3 1 0,2-4-2 0,0 4 1 15,7 2 0-15,-3-4 0 0,2 3-1 0,-2 3 1 16,1-4-1-16,1 0 1 0,-6 7 3 0,2-5 0 16,-1 0 0-16,-5 5 0 0,-4-5-1 0,0 2 1 0,-4-2 0 15,-4-1 0-15,-4 3 0 0,0-2 1 0,-5-2 0 16,3 1 0-16,-6-1-1 0,2-6 1 0,1 0-1 15,-3-2 1-15,2-2-2 0,2 0 1 0,0-6 0 16,-3 1 0-16,3 1-1 0,4-2 1 0,-2 2-1 16,2-4 1-16,4 1 10 0,-1 3 0 0</inkml:trace>
  <inkml:trace contextRef="#ctx0" brushRef="#br1" timeOffset="204788.7">5550 11167 432 0,'0'0'0'0,"0"0"0"0,0 0 0 0,0 0 182 0,0 0 1 0,0 0 0 0,0 0 0 0,0 0-1 0,0 0 1 15,-8 7-1-15,6-7 1 0,2 2-145 0,0-2 1 16,-4 2 0-16,4-2 0 0,0 0-39 0,0 0-1536 0</inkml:trace>
  <inkml:trace contextRef="#ctx0" brushRef="#br1" timeOffset="205338.49">5855 10741 348 0,'0'0'0'0,"0"0"0"0,0 0 0 16,-10 0 157-16,6-2 1 0,-4 0 0 0,4 2 0 15,-4 0-1-15,-2 0 1 0,2 0 0 0,-5 4 0 16,-1 0-114-16,6 2 1 0,-4 2 0 0,4 5 0 16,-3-5-1-16,7 4 1 0,-4 2-1 0,8-3 1 0,4 5-16 15,0-6 0-15,6 3 0 0,-1-1 0 16,7 0 0-16,2 3 0 0,-1-7 0 0,1 6 0 0,2-4-9 16,3 5 1-16,-3 1-1 0,-6 5 1 0,7-7-1 15,-9 7 1-15,2 1-1 0,-2-3 1 0,-4-1-26 0,-2 3 1 16,-1-1-1-16,-5 1 1 0,-5-1-1 0,1-6 1 15,-2 5-1-15,-6-5 1 0,0 1 9 0,2-5 1 16,-7-2-1-16,-1 0 1 0,2-6-1 0,0-2 1 16,-3-2-1-16,-1-2 1 0,2-2-3 0,1-2 1 15,3 0 0-15,2-7 0 0,4 3-1 0,-1-2 1 16,1-1 0-16,6-3 0 0,2-1 10 0,0 1 0 16,4-3 0-16,2 3 1 0,3-5-1 0,3 1 0 15,6-1 0-15,-2 3 1 0,7-7 0 0,1 2 1 0,-1 1-1 16,-1 1 1-16,2 3-1 0,3-3 1 0,-7 5-1 15,3 1 1-15,-7 3-4 0,2 2 0 0,-10 1 0 16,5 3 0-16,-9 0 0 0,0 4 0 0,-4-2 0 16,-2 2 0-16,-2 2-2 0,-2-1 0 0,-3 3 0 15,-3 0 1-15,-2 0-1 0,2 3 0 0,-7-1 0 16,3 2 0-16,-4 2-7 0,1-2 0 0,3-2 0 16,2 4 1-16,-2 0-1 0,3-2 0 0</inkml:trace>
  <inkml:trace contextRef="#ctx0" brushRef="#br1" timeOffset="205955.11">6157 10782 464 0,'0'0'0'0,"0"0"0"0,0 0 0 0,-6-6 159 0,6 2 1 0,-5-3-1 15,5 3 1-15,-4 0-1 0,4-2 0 0,0 0 0 16,0 2 1-16,4-2-106 0,1 1 0 0,-1 1 0 16,2 2 0-16,6 0 0 0,0 2 0 0,0 0 0 15,7 0 0-15,-3 0-17 0,2 0 0 0,3 4 0 16,-7 3 1-16,6-1-1 0,-6 0 0 0,3 0 0 0,-5 2 0 16,-2 0-9-16,-2 1 0 0,0-1 0 15,-4 2 0-15,-4 2-1 0,0-5 1 0,0 3 0 16,0 0 0-16,-8-2-35 0,4 3 0 0,-4 1 0 0,0-4 0 15,2 2 0-15,-2 3 0 0,0-9 0 0,-1 4 0 16,3 2 17-16,2-6 0 0,4 2 0 0,-4 1 0 16,4-1-1-16,0 2 1 0,0-4 0 0,4 2 0 15,0 0 0-15,2 0 0 0,3 3 0 0,-1-3 1 16,0 4-1-16,-2 4 0 0,6-3 0 0,-4 5 1 0,0-4-3 16,1 3 1-16,-5-3-1 0,2 7 1 0,2-7-1 15,-4 2 1-15,-4 1-1 0,4 1 1 0,-4-2-5 16,0 3 1-16,-4-1 0 0,0 3 0 0,0-5-1 15,-6 2 1-15,2-1 0 0,-5 1 0 0,1-2-4 0,-2-1 1 16,-2-3 0-16,-3-2 0 0,3 0-1 0,0-6 1 16,-3-2 0-16,3 0 0 0,-2 0-2 0,2-2 1 15,1 2 0-15,-1-4 0 0,0 4-1 0,6-4 1 16,-3 2 0-16,-1 2 0 0,14 0-1 0,0 0-2192 0</inkml:trace>
  <inkml:trace contextRef="#ctx0" brushRef="#br1" timeOffset="-194442.9">2408 12179 224 0,'0'0'0'0,"0"0"0"0,0 0 0 0,0 0 74 0,-8-5 1 0,3 1 0 16,1 0 0-16,-2 0-1 0,-2 0 1 0,0 0 0 15,0 0 0-15,0 2 14 0,-6-2 1 0,1 4 0 0,1-4 0 16,2 4-1-16,-6 0 1 0,3 0 0 0,-1 0 0 16,-2 4-17-16,2 0 0 0,1 0 0 0,-3 2 1 15,2 6-1-15,2-1 0 0,-1 3 0 0,-1 4 1 16,2 1-20-16,0 8 0 0,-2-1 0 0,5 5 1 16,1 8-1-16,4 2 0 0,0 4 0 0,4-2 1 0,4 0-66 15,4-2 0-15,5-6 0 0,5 0 1 0,2-4-1 16,3-9 0-16,7-1 0 0,1-3 1 0,5-10 39 15,3 1 0-15,0-7 0 0,-1 2 1 0,7-4-1 16,-6-4 0-16,4-2 0 0,-5-3 0 0,-3 1-15 0,3-6 0 16,-7 4 0-16,-3-1 1 0,-28 11-15 15,0 0-2073-15</inkml:trace>
  <inkml:trace contextRef="#ctx0" brushRef="#br1" timeOffset="-194107.66">2945 12439 612 0,'0'0'0'0,"0"0"0"0,0 0 0 0,0 0 198 0,8 0 0 0,0 0 0 0,-2 0 1 0,3 0-1 15,-1 0 0-15,8 0 0 0,-2 0 1 0,7 0-135 16,-3-4 1-16,2 4 0 0,7-4 0 0,24-6-65 15,-51 10-1843-15</inkml:trace>
  <inkml:trace contextRef="#ctx0" brushRef="#br1" timeOffset="-193692.78">3379 12174 224 0,'0'0'0'0,"0"0"0"0,0 0 0 15,0-12 226-15,0 6 0 0,0 2 0 0,4 0 1 16,-4-4-1-16,4 1 0 0,-2 3 0 0,2 0 0 16,0 2-170-16,4 2 0 0,-4 2 0 0,4 4 0 15,-4 3 0-15,2 1 0 0,3 10 0 0,-1 3 0 16,4 12-14-16,-4 6 1 0,2 10-1 0,-2 11 1 0,0-1-1 15,-3 5 1-15,1 1-1 0,-2-5 1 0,0-5-12 16,0-3 1-16,0-9-1 0,0-6 1 0,-4-10-1 16,4-5 1-16,0-12-1 0,-4-5 1 0,0-5-41 15,-4-2 1-15</inkml:trace>
  <inkml:trace contextRef="#ctx0" brushRef="#br1" timeOffset="-193375.3">3374 12254 232 0,'0'0'0'16,"0"0"0"-16,0 0 0 0,0 0 238 0,-4 5 1 0,0-1-1 15,4-2 1-15,0 4-1 0,0 0 0 0,0 2 0 16,4 2 1-16,-4 3-176 0,9-1 0 0,-1 0 0 16,6 7 1-16,-2-5-1 0,6 3 0 0,3-3 0 15,5 0 0-15,-1-1-21 0,5-1 1 0,1-2 0 16,3-4 0-16,-3-2-1 0,-3-4 1 0,3-2-1 15,-5-4 1-15,-3-2-21 0,1-8 0 0,-10-3 0 16,3 1 0-16,-5-7 0 0,-4-2 0 0,-2-1 0 16,-2-3 0-16,-4-2-23 0,-4 2 1 0,-2-1-1 0,-2 1 1 15,-4 4-1-15,-1 0 1 0,-1 5 0 0,-6 5 0 16,-3 5 1-16,-1 4 1 0,-2 2 0 0,-5 6 0 16,1 0-1-16,-5 2 1 0,-2 4-1 0,7 0 1 15,-1 0 2-15,5 5 1 0,-3 1-1 0,7 2 1 16,4-4-1-16,5 3 1 0</inkml:trace>
  <inkml:trace contextRef="#ctx0" brushRef="#br1" timeOffset="-193040.64">4128 12308 428 0,'0'0'0'0,"0"0"0"0,0 0 0 0,12 0 209 0,-4 0 1 0,0 0-1 0,2 0 1 15,6 0-1-15,3-2 1 0,1-2-1 0,3-1 1 16,3 1-158-16,2 0 0 0,7-4 0 0,4 2 0 16,18-4-52-16,-57 10-1734 0</inkml:trace>
  <inkml:trace contextRef="#ctx0" brushRef="#br1" timeOffset="-192742.92">4233 12486 680 0,'0'0'0'16,"0"0"0"-16,0 0 0 0,0 0 137 0,0 0 0 16,0 0 0-16,0 0 0 0,0 0-1 0,0 0 1 0,15-2 0 15,-7 2 0-15,4-2-84 0,-2 0 1 0,6 0-1 16,1-2 1-16,1 0-1 0,4 0 0 0,3 0 0 16,-3 4 1-16,-1-7-13 0,-3 3 1 0,2 2 0 15,-1 0 0-15,-3 0-1 0,-4 0 1 0,-2 0 0 16,-2 2 0-16,-8 0-42 0,0 0-1902 0</inkml:trace>
  <inkml:trace contextRef="#ctx0" brushRef="#br1" timeOffset="-187093.27">5312 11887 308 0,'0'0'0'0,"0"0"0"0,0 0 0 0,0 0 130 0,-4-12 1 0,0 8-1 16,4 0 1-16,-4-2-1 0,-4-3 0 0,4 1 0 16,-5-2 1-16,3 2-47 0,2-5 1 0,-4 3 0 0,0 2 0 15,0-2-1-15,0 4 1 0,2-1 0 0,-3 3 0 16,5 4-29-16,-4 2 1 0,0 2 0 0,-2 1 0 16,2 3-1-16,4 4 1 0,-4 4-1 0,-1 3 1 15,3 4-19-15,4-1 1 0,2 1-1 0,2 5 1 16,4-1-1-16,3 2 0 0,3-3 0 0,6 1 1 15,2-4-44-15,3 1 0 0,1-3 0 0,3-1 0 0,3 1 0 16,1 1 0-16,-3-1 0 0,-1 3 0 0,3-1 20 16,-5 2 1-16,-3 1-1 0,5 1 1 0,-7 0-1 15,-2 3 0-15,-2-7 0 0,-5 6 1 0,-3-5-8 16,-4 1 0-16,-4-3 0 0,-4-5 0 0,-6-1-1 16,1-3 1-16,-3-1 0 0,-6-6 0 0,2-2-2 0,-5-2 1 15,3-2 0-15,-4-4 0 0,-3-2-1 0,-1-4 1 16,-1-3 0-16,3-1 0 0,-3-2 1 0,1-3 1 15,2 3 0-15,1-3 0 0,3 5-1 0,1 0 1 16,7 1 0-16,-2 5 0 0,14 8-9 0,0 0-2295 0</inkml:trace>
  <inkml:trace contextRef="#ctx0" brushRef="#br1" timeOffset="-185492.66">5902 12232 372 0,'0'0'0'0,"0"0"0"0,0 0 0 0,0 0 228 0,-10 0 0 0,6 0 0 16,0-4 1-16,4 4-1 0,-4 0 0 0,0 0 0 16,0 0 1-16,4-4-169 0,-4 4 1 0,4-2-1 15,0 0 1-15,0 2-1 0,4 0 0 0,0 0 0 16,0 0 1-16,0 0-20 0,2 0 0 0,6 0 0 0,0 0 1 16,5-3-1-16,1 1 0 0,2-2 0 0,3 0 0 15,3-2-21-15,-5 0 0 0,5-2 0 0,5 0 1 16,-5-1-1-16,3 1 0 0,-7-2 0 0,-2 2 0 15,-1-1-20-15,1 3 1 0,-6 0-1 0,-6 0 1 16,0 2-1-16,1-4 0 0,-7 2 0 0,2 1 1 16,-4 1-1-16,0 0 0 0,-2 0 0 0,0-2 1 15,0 2-1-15,-7-2 0 0,5 2 0 0,-8 2 0 0,0-3 1 16,2-1 1-16,-6 4-1 0,1 0 1 0,-1 2-1 16,-4 2 0-16,5 2 0 0,-5 0 1 0,2 3 5 0,-3 1 1 15,3 4 0-15,0-4 0 0,1 3-1 16,1 1 1-16,-2-2-1 0,2 0 1 0,-1 5-1 0,7 1 1 15,-2 1 0-15,0 3 0 0,6-4-1 0,-3 5 1 16,5 4-1-16,4-3 1 0,0-1-1 0,4-1 0 16,5 1 0-16,1-3 0 0,6 1-1 0,-2-7 1 15,7 0 0-15,-1 1 0 0,2-3-4 0,5-6 1 16,3 0 0-16,3-2 0 0,-3-2-1 0,1-2 1 16,4 2 0-16,-1-8 0 0,1 2 3 0,-7-3 0 0,7 1 0 15,-5-4 1-15,1 0-1 0,-1 1 0 0,-5-5 0 16,1 0 1-16,-26 16-8 0,0 0-2589 0</inkml:trace>
  <inkml:trace contextRef="#ctx0" brushRef="#br1" timeOffset="-185208.37">6073 11764 560 0,'0'0'0'0,"0"0"0"0,0 0 0 0,0 0 235 0,0 0 1 0,0 0 0 0,8-4 0 0,-2 2-1 0,3 0 1 15,-1 0-1-15,0 0 1 0,4 0-165 0,2 0 1 16,-1 0-1-16,1 0 1 0,2 2-1 0,2 0 0 16</inkml:trace>
  <inkml:trace contextRef="#ctx0" brushRef="#br1" timeOffset="-184724.97">6543 11582 312 0,'0'0'0'0,"0"0"0"0,0 0 0 16,0 0 221-16,0 0 0 0,0 0 0 0,-6-9 1 15,2 5-1-15,0 0 0 0,0 0 0 0,4 0 0 16,-4 0-170-16,0 0 0 0,0 0 0 16,-2 2 1-16,2 0-1 0,0 2 0 0,0 0 0 0,-1 2 1 15,1 2-13-15,-4 0 0 0,4 2 0 0,4 2 1 0,-4-2-1 16,4 3 0-16,0 3 0 0,4-6 0 0,0 2-18 16,4 5 1-16,-4-5-1 0,5 2 1 0,-1 2-1 15,2 1 1-15,2 1-1 0,0-4 1 0,-6 1-23 0,7 3 0 16,-5-4 0-16,4 7 1 0,-6-5-1 0,2 2 1 15,-4 1-1-15,-4-3 1 0,0-2 2 0,0 2 0 16,-4 1 0-16,0-5 0 0,-4 0-1 0,2-2 1 16,-6-2 0-16,-1 1 0 0,3-5 1 0,-2-5 0 15,0 1 0-15,0-2 1 0,2 0-1 0,-3-2 0 16,1-2 0-16,6-1 0 0,-2 3 2 0,0-4 0 16,4 4 0-16,0 1 1 0,-1-1-1 0,1 0 0 15,2 2 0-15,2 0 0 0,0 4-1 0,0-2 1 0,2-1-1 16,2-1 1-16,5 2-1 0,-5 0 1 0,4 0-1 15,0 0 1-15,2 0-1 0,2 0 1 0</inkml:trace>
  <inkml:trace contextRef="#ctx0" brushRef="#br1" timeOffset="-183293.49">6775 11483 136 0,'0'0'0'0,"0"0"0"0,0 0 0 0,0 0 232 0,0 0 1 0,-2-6 0 16,2 6 0-16,-4-4-1 0,4 4 1 0,0 0 0 16,0 0 0-16,-4 0-183 0,4 4 1 0,0-4 0 15,0 4 0-15,0 2-1 0,0 3 1 0,0 3-1 16,0-4 1-16,4 6-21 0,0 3 1 0,-2 1 0 15,2-1 0-15,1 1-1 0,-1 1 1 0,0 1 0 0,0 1 0 16,0-1-13-16,0-1 0 0,0-1 0 0,-4 3 0 16,0-7 0-16,0 2 0 0,0-5 0 0,0-3 0 15,0 0-16-15,-4-8 0 0,4 0 0 0,-4 0 1 16,4-8-1-16,0 0 0 0,0-1 0 0,0-3 1 16,0 0-3-16,0-1 1 0,4-3 0 0,-4 2 0 15,4 1-1-15,-2 3 1 0,2 0-1 0,0 2 1 0,4 2 5 16,-4-1 1-16,4 7-1 0,-3-4 1 0,1 4-1 15,0 0 0-15,0 0 0 0,2 4 1 0,-4 0 0 16,4 3 1-16,-4 1-1 0,2 4 1 0,3-2-1 0,-5 3 0 16,4 1 0-16,-4 2 1 0,0 1-2 0,0 1 1 15,-2-3-1-15,0 1 1 0,0 0-1 0,2-1 0 16,0-3 0-16,-4-2 1 0,0-10-7 0,0 0-2233 0</inkml:trace>
  <inkml:trace contextRef="#ctx0" brushRef="#br1" timeOffset="-182592.78">7054 12207 180 0,'0'0'0'0,"0"0"0"0,0 0 0 0,0 0 236 0,0 0 0 0,-10 0 0 0,8-2 1 16,0 2-1-16,2 0 0 0,0 0 0 0,0-4 0 0,2 4-169 15,4-6 0-15,0 2 0 0,6 0 1 0,-3-2-1 16,5-1 0-16,2 3 0 0,2-4 1 0,3 2-25 15,1 0 1-15,3 0 0 0,-3 2 0 0,-2-3-1 16,3 3 1-16</inkml:trace>
  <inkml:trace contextRef="#ctx0" brushRef="#br1" timeOffset="-182109.37">7701 11569 624 0,'0'0'0'0,"0"0"0"0,0 0 0 0,0 0 180 0,0 0 1 0,0 0 0 0,0 0 0 0,0 0-1 16,0 0 1-16,0 0-1 0,0 0 1 0,7 15-111 0,1-1 0 15,-4 2 0-15,4 7 1 0,0 8-1 0,2 8 0 16,2 10 0-16,1 10 0 0,-5 9-17 0,2 2 0 16,2 2 0-16,-4-5 1 0,-2 7-1 0,3-12 0 15,-1-9 0-15,-4-12 1 0,0-6-25 0,4-8 1 16,-6-13-1-16,2-8 1 0,0-2-1 0,0-8 0 15</inkml:trace>
  <inkml:trace contextRef="#ctx0" brushRef="#br1" timeOffset="-181689.75">8080 11608 676 0,'0'0'0'0,"0"0"0"0,0 0 0 16,8-2 202-16,-2 0 0 0,2 2 0 0,-4 0 0 16,5-2 0-16,-3 2 0 0,0-2 0 0,0 2 0 15,2 0-120-15,-4 0 0 0,4 2 0 0,-4 2 0 0,-4 0 0 16,0 5 0-16,0-5 0 0,0 4 0 0,-8 2-27 15,4 2 1-15,-8 1 0 0,2 1 0 0,-3-2-1 16,1 7 1-16,-6-5-1 0,-2 3 1 0,1 1-28 16,-1-1 1-16,2-3 0 0,-7 0 0 0,7 3-1 15,-2-7 1-15,1 0-1 0,3 0 1 0,0-3-29 0,1 1 1 16,7-4 0-16,-6 4 0 0,6 0-1 0,4 0 1 16,-4 3-1-16,4 1 1 0,4 0 2 0,0 3 1 15,4-5-1-15,0 2 1 0,8 3-1 0,-2 1 1 16,2-2-1-16,5 3 1 0,1-5 0 0,2 2 1 15,3-1 0-15,-1 1 0 0,2-2-1 0,-1 1 1 16,1-1 0-16,3-2 0 0,-1 1 3 0,-1-3 1 16,-7-2 0-16,2 0 0 0,-1 0-1 0,1 2 1 15,-6-3-1-15,3 1 1 0,-17-6-9 0,0 0-2822 0</inkml:trace>
  <inkml:trace contextRef="#ctx0" brushRef="#br1" timeOffset="-180842.37">8389 11869 76 0,'0'0'0'0,"0"0"0"0,0 0 0 0,0 0 294 0,0 0 1 0,0 0 0 0,0 0 0 15,0 0-1-15,0 0 1 0,0 0-1 0,0 0 1 16,0 0-233-16,6-2 0 0,3 2 0 0,3 0 1 15,0 2-1-15,6 0 0 0,-1-2 0 0,5 2 1 0,2-2-20 16,3 0 0-16,-1-2 0 0,5-2 0 0,-1 2-1 16,3-4 1-16,-7-1 0 0,5-5 0 0,-7 2-23 15,3-2 0-15,-5-1 0 0,-6-1 0 0,-1 2-1 16,-3 1 1-16,0-1 0 0,-4 0 0 0,-4 1-19 0,-2-3 0 16,-2 6 0-16,-2-4 0 0,-2 3-1 15,0 3 1-15,-4-2 0 0,-4 2 0 0,0 0-3 0,1 0 1 16,-1 1 0-16,-6 1 0 0,2 4-1 0,-5-4 1 15,3 4 0-15,-4 4 0 0,1 3-3 0,3 1 1 16,-2 4 0-16,1 0 0 0,-1 7 0 0,-2-1 0 16,5 7 0-16,-1 4 0 0,2-1 2 0,1 5 0 15,3-2 0-15,4 4 0 0,4 0 0 0,0-3 0 16,4 1 0-16,4-2 1 0,4-4-1 0,0-1 1 0,2 1-1 16,7-9 1-16,-3 3-1 0,6-3 1 0,5-1-1 15,1-3 1-15,1-6 2 0,-1-1 1 0,5-5 0 16,1 0 0-16,-1-2-1 0,-1-4 1 0,-3-1 0 15,5-3 0-15,-1-2-1 0,-5-2 0 0,-1 1 0 16,1-5 1-16,-3 2-1 0,-3-5 0 0</inkml:trace>
  <inkml:trace contextRef="#ctx0" brushRef="#br1" timeOffset="-180492.6">8674 11301 680 0,'0'0'0'0,"0"0"0"0,0 0 0 0,0 0 204 0,0 0 1 0,0 0-1 0,0 0 1 0,0 0-1 0,0 0 1 0,0 0-1 16,0 0 1-16,0 0-137 0,12 0 0 0,-1 0 0 15,5 4 0-15,0-4-1 0,3 2 1 0,5 0 0 16,-2-2 0-16,3 0-30 0,5 0 0 0</inkml:trace>
  <inkml:trace contextRef="#ctx0" brushRef="#br1" timeOffset="-180109.35">9087 11235 817 0,'0'0'0'0,"0"0"0"0,0 0 0 0,0 0 204 16,0 0 0-16,0 8 0 0,0-6 0 0,0 2-130 0,0 1 1 16,2 1 0-16,5 0 0 0,-3 4-1 15,0 0 1-15,4 1 0 0,0-1 0 0,-2 2-28 0,2 0 1 16,0-5-1-16,1 3 1 0,-1 0-1 0,-2-2 1 15,2-2-1-15,-4 1 1 0,-4-1-8 0,0-2 1 16,0-2 0-16,0-2 0 0,0-2-1 0,0-2 1 16,-4-2-1-16,4-1 1 0,-4-3-22 0,2-2 1 15,0-2 0-15,0-5 0 0,2 3-1 0,0-5 1 16,0 1 0-16,0 3 0 0,2-1-26 0,2 5 0 16,4-1 0-16,-4 6 1 0,4 0-1 0,-4 2 1 15,4 4-1-15,3-1 1 0,-3 3 17 0,4 0 0 0,-4 3 0 16,6-1 1-16,-1 0-1 0,-3 2 0 0</inkml:trace>
  <inkml:trace contextRef="#ctx0" brushRef="#br1" timeOffset="-179643.4">9413 10964 452 0,'0'0'0'0,"0"0"0"0,0 0 0 0,0 0 231 0,0 0 1 0,0 0-1 0,0 0 1 0,0 0-1 0,0 0 1 15,4 11-1-15,-4-3 1 0,4-2-175 0,0 6 0 16,-2 3 0-16,4 5 1 0,1-3-1 0,1 3 0 16,-4 1 0-16,0 5 1 0,0-3-15 0,0-1 0 15,0 3 0-15,0 2 1 0,0-5-1 0,-2-5 0 16,2 1 0-16,-4-4 1 0,0-1-22 0,4-3 0 16,-4-4 0-16,0-2 0 0,0-2 0 0,0-4 0 0,4-2 0 15,-4-2 0-15,4-4-22 0,1-3 1 0,-1-1-1 16,-2-2 1-16,4 1-1 0,0-1 0 0,2 1 0 15,-4-1 1-15,4 6-1 0,-4-5 1 0,2 5-1 16,0 8 1-16,1-2-1 0,1 0 1 0,-4 4-1 16,4 4 1-16,-4 2 8 0,0 0 0 0,2 5 0 15,2 1 0-15,-4 0 0 0,5 3 0 0,-3-1 0 16,2 0 0-16,0-1-2 0,-4 3 1 0,4-4 0 16,-4 3 0-16,2-3-1 0,0 2 1 0,1-3 0 15,-7-3 0-15,0-8-8 0,0 0-2569 0</inkml:trace>
  <inkml:trace contextRef="#ctx0" brushRef="#br1" timeOffset="-177306.23">1763 13071 344 0,'0'0'0'0,"0"0"0"0,0 0 0 0,4-8 79 0,-2 5 0 0,2-1 0 0,4 0 0 0,-4 0-1 0,12 0 1 16,-2 0 0-16,3-2 0 0,5 2 6 0,3-2 0 16,5 3 0-16,1-1 0 0,11 0-1 0,1-2 1 15,8 0 0-15,6 0 0 0,2-2-60 0,14-1 1 16,5 1 0-16,9 0 0 0,49-6-1 0,-20-1 1 0,9 1-1 15,5 0 1-15,2-3 6 0,2 1 1 0,11-1-1 16,2 3 1-16,-1 4-1 0,13-3 0 0,4-1 0 16,-3 2 1-16,-1-1-38 0,4 3 0 0,0 2 0 15,2 4 1-15,2 0-1 0,-5 0 1 0,5 2-1 16,-2 0 1-16,2-2 15 0,4-3 0 0,-6-1 0 16,6-2 1-16,-2 2-1 0,6-1 0 0,-4-5 0 15,6 2 1-15,-10-3-5 0,2 3 1 0,-2 0 0 16,-3 0 0-16,-9 1-1 0,-2-3 1 0,-3 6 0 15,-11 0 0-15,-7-3 6 0,-2 3 0 0,-10 0 0 16,4 0 0-16,-8-1-1 0,0 3 1 0,0 2 0 0,-4-4 0 16,-12 2 5-16,-2 0 0 0,-2 0 0 0,-7 1 0 15,-12-3-1-15,-7 4 1 0,-7-2 0 0,-6-2 0 16,-15 4-1-16,1-7 1 0,-4 5-1 0,-13 2 1 16,-3 0-1-16,-3 2 1 0,-2-2-1 0,3 4 1 0,-5-4-5 15,-2 8 1-15,-2-8 0 0,-3 8 0 0,-1 0-1 16,2-4 1-16,-6 2-1 0,0 0 1 0,0 0-3 15,4-2 0-15,-4 0 0 0,0 0 1 0,2 0-1 16,-1 0 0-16,-1 2 0 0,0-2 1 0,0 2-2 16,0-2 0-16,0 2 0 0,2 0 1 0,2 0-1 15,0 0 0-15,0 3 0 0,1-1 0 0,-3 0 1 0,2 0 0 16,0 0 0-16,0 0 0 0,0-2 0 0,-4 0 0 16,0 0 0-16,-2 2 0 0,7 0-1 0,-5-4 0 15,0 2 0-15,0 1 0 0,0-1-1 0,4 0 1 16,-4 0 0-16,2 0 0 0,2 0-1 0,0 0 1 15,1 0 0-15,-1 2 0 0,6-4-1 0,-2 0 1 16,2 0 0-16,-1 0 0 0,3-4-4 0,-4 4 1 0,2-2 0 16,-5 0 0-16,-3 0-1 0,2 0 1 0,0 2-1 15,-4-2 1-15,-4 2 0 0,4 0 1 0,-4 0-1 16,4-2 1-16,-4 2-1 0,0-2 0 0,0 2 0 16,0-3 1-16,4 3-4 0,-4 0 1 0,0 0-1 15,0-2 1-15,0 2-1 0,0 0 0 0,0 0 0 16,0 0 1-16,0-4-2 0,0 4 1 0,0 0 0 15,-4 0 0-15,4 0-1 0,0 0 1 0,0 0 0 16,0 4 0-16,-4-4 1 0,4 0 0 0,0 0 0 0,0 0 0 16,0 2-1-16,0-2 1 0,0 3 0 0,0-1 0 15,0 0-3-15,4 2 0 0</inkml:trace>
  <inkml:trace contextRef="#ctx0" brushRef="#br1" timeOffset="-171977.42">7152 11496 64 0,'0'0'0'0,"-4"-15"0"0,0 7 0 0,0-6 25 0,0 1 1 0,-5-3 0 0,-1 6 0 0,-6-5-1 16,-2 1 1-16,-3 2-1 0,-5-3 1 0,-9 1 3 15,-7 0 1-15,-5-1-1 0,-16 1 1 0,-9-1-1 16,-13 5 0-16,-9 2 0 0,-40 4 1 15,20 8 4-15,-2 6 1 0,-6 7-1 0,2 9 1 0,0 1-1 16,4 10 1-16,4 0-1 0,4 8 1 0,0 4 7 0,6 11 0 16,7 3 0-16,1 9 0 0,13 10-1 0,-5 2 1 15,13 11 0-15,12 1 0 0,10 0-62 0,12-1 1 16,13-5 0-16,14-6 0 0,16-8-1 0,12-6 1 16,10-9 0-16,13-16 0 0,8-10 49 0,18-12 1 15,8-11-1-15,21-2 1 0,22-4-1 0,8-4 1 16,10-6-1-16,9-2 1 0,1-4-24 0,7 0 1 15,-5-1-1-15,1-5 1 0,-9-7-1 0,3-7 0 0,-3-5 0 16,-5-10 1-16,-11-7 8 0,-8-3 0 0,-7-9 0 16,-15 1 1-16,-13-3-1 0,-9-3 0 0,-26-3 0 15,-11-2 0-15,-15 2-4 0,-22 2 1 0,-14 1 0 16,-21-3 0-16,-12 2-1 0,-18 2 1 0,-12-3 0 16,-9 5 0-16,-10 5 8 0,-3 5 1 0,-3 11-1 15,-2 2 1-15,4 10-1 0,-8 9 0 0,4 13 0 16,3 1 1-16,1 8-2 0,0 10 1 0,2 0-1 15,7 5 1-15,9 3-1 0,1 5 1 0,15 1-1 16,5 3 1-16,65-25-21 0,0 0-1373 0</inkml:trace>
  <inkml:trace contextRef="#ctx0" brushRef="#br1" timeOffset="-171408.8">9236 11020 304 0,'-12'-2'0'0,"-7"0"0"0,-5 0 0 0,-19-3 135 0,-14-3 1 0,-12 2-1 15,-12 0 1-15,-9 2-1 0,-10 4 0 0,-36 4 0 16,32 8 1-16,0 5-111 0,-1 5 1 0,1 9-1 16,2 6 1-16,6 10-1 0,1 6 0 0,9 9 0 15,5 6 1-15,4 5-16 0,7 1 1 0,7 6-1 16,12 4 1-16,11 0-1 0,11 9 1 0,15-5-1 15,10-4 1-15,12-4-9 0,14-4 0 0,5-2 0 0,11-7 1 16,17-5-1-16,11-5 0 0,7-5 0 0,12-15 1 16,5-5 5-16,14-11 0 0,8-9 0 0,8-8 0 15,8-6 0-15,10-6 0 0,3-4 0 0,7-9 0 16,5 1-8-16,2-1 1 0,-5 1 0 0,-7-7 0 16,-5-4-1-16,-6-2 1 0,-12-8 0 0,-8-2 0 0,-12-12 0 15,-14-2 1-15,-9-5-1 0,-18-6 1 0,-14-1-1 16,-15-3 0-16,-13-6 0 0,-17-10 1 0,-11-3 18 15,-17-11 0-15,-11 1 0 0,-18-5 0 0,-12 5 0 16,-8 3 0-16,-9 10 0 0,-11 14 0 0,-7 12 0 0,-8 15 0 16,-4 14 0-16,-8 13 1 0,-5 12-1 15,-1 12 0-15,-2 12 0 0,-2 5 0 0,1 1-1 0,-1 5 1 16,10 1-1-16,4 7 1 0,51 0-20 0,69-35-1629 16</inkml:trace>
</inkml:ink>
</file>

<file path=ppt/ink/ink8.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5:55:18.215"/>
    </inkml:context>
    <inkml:brush xml:id="br0">
      <inkml:brushProperty name="width" value="0.05292" units="cm"/>
      <inkml:brushProperty name="height" value="0.05292" units="cm"/>
      <inkml:brushProperty name="color" value="#0070C0"/>
    </inkml:brush>
  </inkml:definitions>
  <inkml:trace contextRef="#ctx0" brushRef="#br0">4148 6786 544 0,'0'0'0'0,"0"0"0"0,0 0 0 0,-8-12 161 0,4 6 0 0,0-2 0 15,0-1 1-15,-1-1-1 0,1 2 0 0,2-4 0 16,-2 4 1-16,0 1-65 0,0 3 1 0,4 4 0 0,-4 4 0 16,4 5-1-16,0 5 1 0,0 2-1 0,0 7 1 15,4 8-27-15,0 10 0 0,0 2 0 0,2 10 0 16,3 15 0-16,-1 6 0 0,4 1 0 0,-4 3 0 15,-2 2-33-15,2-12 0 0,0-8 0 0,-4-11 1 16,5-10-1-16,-5-6 0 0,-2-5 0 0,2-5 1 0,-4-23-39 16,0 0-2617-16</inkml:trace>
  <inkml:trace contextRef="#ctx0" brushRef="#br0" timeOffset="363.98">3989 6920 532 0,'0'0'0'16,"0"0"0"-16,0 0 0 0,0 0 243 0,-4 8 1 0,4-4 0 16,0 4 0-16,0 0-1 0,4 7 1 0,4-3-1 15,-2 7 1-15,7-1-166 0,3-2 0 0,6 3 0 16,3 1 1-16,5-1-1 0,5-1 0 0,3-10 0 15,1-1 0-15,4-3-36 0,-4-4 1 0,3-4-1 16,-3-3 1-16,0-5-1 0,-5-2 1 0,1-5-1 16,-5-1 1-16,-3-3-22 0,-7-3 1 0,-2-3-1 15,-5 0 1-15,-1-2-1 0,-8-3 0 0,-4-1 0 16,-4-2 1-16,-4 2-21 0,-4 4 1 0,-3 0-1 0,-5 3 1 16,-2 5-1-16,-11 1 0 0,2 3 0 15,-7 5 1-15,3 1 2 0,1 5 0 0,-5 4 0 0,0 4 1 16,-3 0-1-16,3 4 0 0,4 4 0 0,1 3 0 15,3 5-2-15,1 0 1 0,1 3 0 0,11-1 0 16,-3 9-1-16,3-4 1 0</inkml:trace>
  <inkml:trace contextRef="#ctx0" brushRef="#br0" timeOffset="913.51">4785 6349 504 0,'0'0'0'0,"0"0"0"0,0 0 0 0,0 0 185 0,0 0 0 0,0 0 0 0,0 0 1 0,12 5-1 0,-8-1 0 0,0 2 0 0,2 2 1 0,2 0-108 0,-3 5 0 16,-1 1 0-16,4 2 1 0,-4 7-1 0,4-1 0 16,-4 1 0-16,2 8 1 0,2-5-31 0,-4 1 0 15,5 4 0-15,-5-7 1 0,0 1-1 0,0-4 0 16,2-3 0-16,-2-4 0 0,-4-14-48 0,0 0-2248 0</inkml:trace>
  <inkml:trace contextRef="#ctx0" brushRef="#br0" timeOffset="1113.6">4685 6526 264 0,'0'0'0'0,"0"0"0"16,0 0 0-16,0 0 243 0,-8-4 0 0,8 4 0 15,0-4 1-15,0 4-1 0,0-6 0 0,4 3 0 16,0-1 1-16,0 2-181 0,0-2 1 0,6-4 0 16,-1 4 0-16,3 2-1 0,0-4 1 0,2 2-1 15,3-3 1-15,-3 3-21 0,2 0 1 0,0-4-1 0,3 2 1 16,-3 2-1-16,-2-4 0 0,3 3 0 0,-3-3 1 15,2 2-25-15,-4-2 1 0,-2 4-1 0,3-2 1 16,-13 6-20-16,0 0-2358 0</inkml:trace>
  <inkml:trace contextRef="#ctx0" brushRef="#br0" timeOffset="1280.93">5047 6284 452 0,'0'0'0'0,"0"0"0"0,0 0 0 0,-6 8 212 0,2 0 1 16,0-4-1-16,-4 3 1 0,0 1-1 15,-4 0 0-15,2 4 0 0,-3 3 1 0,-3-5-154 0,2 6 0 16,-3-1 0-16,-1 1 0 0,2 2 0 0,-2 3 0 16,-3-3 0-16,3 1 0 0,2-1-19 0,3 3 1 15,-1-9-1-15,2 3 1 0,-2-3-1 0,2-2 0 16</inkml:trace>
  <inkml:trace contextRef="#ctx0" brushRef="#br0" timeOffset="1446.51">4693 6288 300 0,'0'0'0'0,"0"0"0"16,0 0 0-16,0 0 216 0,0 0 1 0,0 0 0 15,10 0 0-15,-10 4-1 0,5-4 1 0,-1 4-1 16,4 2 1-16,-4 3-155 0,4-1 0 0,2 2 0 16,2 2 0-16,1 1-1 0,1-1 1 0,2 2 0 15,0 1 0-15,3-3-18 0,-1 0 0 0</inkml:trace>
  <inkml:trace contextRef="#ctx0" brushRef="#br0" timeOffset="1629.9">5007 6208 516 0,'0'0'0'0,"0"0"0"0,0 0 0 0,-12 6 189 16,7 0 1-16,-3 5 0 0,0 1 0 0,-2 2-1 15,2 3 1-15,0 5-1 0,-5-3 1 0,-1 7-133 0,2 5 1 16,0 4-1-16,-2 0 1 0,1 4-1 0,1-2 1 16,-2 2-1-16,6-4 1 0,-4 14-58 0,12-49-1870 0</inkml:trace>
  <inkml:trace contextRef="#ctx0" brushRef="#br0" timeOffset="2233.03">5338 7004 672 0,'0'0'0'0,"0"0"0"0,0 0 0 0,-12 0 171 0,8 0 1 0,-4 0 0 16,2 0 0-16,2-2-1 0,-4 0 1 0,4 0-1 16,4 2 1-16,0-4-93 0,4 4 1 0,4-5 0 15,0 5 0-15,6 0-1 0,-2 0 1 0,7 0 0 16,1 0 0-16,3 0-21 0,3 0 1 0,2 5 0 15,7-1 0-15,-4 0-1 0,7 0 1 0,-3-2-1 0,4 2 1 16,20-4-60-16,-59 0-2370 0</inkml:trace>
  <inkml:trace contextRef="#ctx0" brushRef="#br0" timeOffset="2467.16">5330 7240 636 0,'0'0'0'15,"0"0"0"-15,0 0 0 0,0 0 216 0,0 0 0 16,0 0 0-16,0 0 0 0,0 0-1 0,8 6 1 16,1-6 0-16,1 0 0 0,2 0-135 0,6 0 0 15,3 0 0-15,5 0 0 0,-1 0-1 0,5 0 1 16,1 0 0-16,3 0 0 0,29 0-81 0,-63 0-2258 0</inkml:trace>
  <inkml:trace contextRef="#ctx0" brushRef="#br0" timeOffset="3117.87">7101 6411 544 0,'0'0'0'0,"0"0"0"0,0 0 0 0,0 0 217 0,-8 8 0 0,4-4 0 16,4 2 0-16,0 3 0 0,4-5 0 0,0 4 0 15,4-2 0-15,4 2-140 0,3 1 1 0,5-7-1 16,2 2 1-16,9-2-1 0,1-2 0 0,5 0 0 16,4-2 1-16,-3-2-25 0,3-3 0 0,2 3 0 15,-9-6 0-15,-1 2 0 0,-2-4 0 0,-1-1 0 16,-10 3 0-16,-1-4-27 0,-7 1 0 0,-6-5 0 15,-4 1 0-15,-2 3 0 0,-4 2 0 0,-4-3 0 16,-4 3 0-16,-7 0-25 0,-1 2 0 0,-2 1 0 0,-3 5 1 16,-5 0-1-16,-1 0 0 0,-3 4 0 0,-1 8 1 15,-4 0 0-15,5 3 0 0,-1 9 0 0,7-1 0 16,-3 3 0-16,9 9 0 0,5 0 0 0,1 4 0 16,10 0 1-16,2 1 0 0,8 3 0 0,4 0 1 15,10 0-1-15,3-2 0 0,5-2 0 0,9-4 0 16,4-9-1-16,3-3 0 0,5-3 0 0,6-3 1 15,-2-7-1-15,0-6 0 0,6-2 0 0,-6-4 1 0,6-5 0 16,-7-5 1-16,-1-3 0 0,-2 1 0 0,-4-13-4 16,-43 31-2712-16</inkml:trace>
  <inkml:trace contextRef="#ctx0" brushRef="#br0" timeOffset="3513.39">7775 6042 624 0,'0'0'0'0,"0"0"0"0,0 0 0 0,0 0 214 0,-4 8 1 0,4-4-1 0,0 4 1 16,0-4-1-16,2 5 0 0,2 1 0 0,4-2 1 15,-4 0-134-15,4 3 1 0,-4 1 0 0,4-4 0 16,-4 2-1-16,2-1 1 0,3-1 0 0,-5 2 0 16,-4-6-28-16,4 0 1 0,-4 0 0 0,0-4 0 15,0 0-1-15,0-4 1 0,0-4 0 0,4-4 0 0,-4-3-21 16,4 1 1-16,0-2-1 0,0-7 1 0,2 0-1 15,-2 3 0-15,0 1 0 0,0 1 1 0,-4 2-40 16,4 3 1-16,0 7-1 0,-4-2 1 0,5 8-1 16,-1 0 1-16,2 0 0 0,2 0 0 0,0 4 13 15,4 0 0-15</inkml:trace>
  <inkml:trace contextRef="#ctx0" brushRef="#br0" timeOffset="3682.89">8192 6027 624 0,'0'0'0'16,"0"0"0"-16,0 0 0 0,0 0 246 0,-8 5 1 16,4-1 0-16,4 0 0 0,-4-2-1 0,4 0 1 0,0 0 0 15,4 2 0-15,0-4-187 0,0 4 1 0,4-4 0 16,-2 4 0-16,6-4-1 0,1 4 1 0,1-4 0 16,2 4 0-16,0-4-30 0,3 0 0 0</inkml:trace>
  <inkml:trace contextRef="#ctx0" brushRef="#br0" timeOffset="4048.75">8644 5806 580 0,'0'0'0'0,"0"0"0"0,0 0 0 15,-12 0 199-15,1 2 0 0,3 0 0 0,-4 0 1 16,-2 2-1-16,2 0 0 0,-5 5 0 0,3-5 1 0,2 4-143 15,0 6 0-15,-1-4 0 0,3 3 0 0,-2 5-1 16,4 3 1-16,2-3 0 0,2 5 0 0,0 1-11 16,4 3 0-16,4-4 0 0,-2-1 0 0,6 5-1 15,0-7 1-15,0 3 0 0,2-9 0 0,3 3-26 0,-5 1 1 16,0-6 0-16,-4 3 0 0,0-3-1 0,-2-6 1 16,-2-2 0-16,-2 5 0 0,-2-5-20 0,0-4 0 15,-4 0 0-15,-5-4 0 0,3-1-1 0,-2 1 1 16,-4-6 0-16,6 2 0 0,-7-6-1 0,5 1 1 15,2-3 0-15,2 1 0 0,0 3-1 0,4 2 1 16,4-2 0-16,0-1 0 0,0 7 7 0,4-2 1 16,0 4 0-16,0-2 0 0,4 2-1 0,2 1 1 15,2 1 0-15,5 2 0 0,1-4-2 0,-2 0 1 16,7 0 0-16,-1 0 0 0,21-2-8 0,-43 6-2457 0</inkml:trace>
  <inkml:trace contextRef="#ctx0" brushRef="#br0" timeOffset="4253.14">8768 5843 464 0,'0'0'0'0,"0"0"0"0,0 0 0 15,-8-10 233-15,4 1 0 0,0 5 0 0,0-6 0 16,-1 2-1-16,3 0 1 0,2-1 0 0,0 5 0 16,2-2-168-16,7 6 1 0,-5 0-1 0,8 2 1 15,-2 2-1-15,2 5 0 0,0 3 0 0,5 6 1 16,1 1-20-16,0 7 1 0,3 3 0 0,-5 4 0 0,-2 2-1 15,3 4 1-15,-11-4-1 0,2 0 1 0,0 6-21 16,-8-7 1-16,0 1-1 0,-4-4 1 0,-2 0-1 16,-2-5 1-16</inkml:trace>
  <inkml:trace contextRef="#ctx0" brushRef="#br0" timeOffset="4612.89">7526 5798 496 0,'0'0'0'0,"0"0"0"0,0 0 0 0,-8 4 226 0,4 0 0 0,0 0 0 0,0 2 0 15,2 2 0-15,-2 3 0 0,0 1 0 0,0 4 0 16,4 3-148-16,4 3 0 0,0 3 0 0,0 6 0 15,6 10-1-15,2-2 1 0,7 2 0 0,1 2 0 0,7-4-34 16,-3 2 1-16</inkml:trace>
  <inkml:trace contextRef="#ctx0" brushRef="#br0" timeOffset="5396.44">9185 5679 396 0,'0'0'0'0,"0"0"0"0,0 0 0 0,0-10 178 0,0 5 0 0,0 1 0 0,0 0 1 0,0 0-1 0,0 0 0 16,0 0 0-16,0-2 0 0,4 2-122 0,-4 2 0 0,4 0 0 16,-4 2 1-16,0 2-1 0,4 2 0 0,0 4 0 15,0 4 1-15,3 1-4 0,-3 5 0 0,0 5 0 16,-4 3 1-16,4 9-1 0,-4 2 0 0,4 10 0 15,-4-2 1-15,4 7-21 0,-4-7 0 0,0-2 0 16,0-2 1-16,4-2-1 0,-4-13 0 0,0 1 0 16,0-10 1-16,2-3-41 0,-2-6 1 0,0-6 0 15,0-2 0-15,0-2 0 0,2-6 0 0,0-6 0 16,2 1 0-16,0-7 18 0,4 1 1 0,-4-3-1 16,5-5 1-16,-5 4-1 0,4-1 0 0,2 5 0 0,-2 1 1 15,0 2 3-15,2 5 1 0,-1 3-1 0,3 4 1 16,-4 0-1-16,-2 4 0 0,2 4 0 0,4 0 1 15,-3 4-3-15,-1 7 0 0,2-3 0 0,-2 0 1 16,4 7-1-16,-6-1 0 0,2-1 0 0,1 5 1 0,-1-3-1 16,-4 1 0-16,4-1 0 0,-4-1 0 0,-4-18-14 15,0 0-2486-15</inkml:trace>
  <inkml:trace contextRef="#ctx0" brushRef="#br0" timeOffset="8497.03">9726 6649 688 0,'0'0'0'0,"0"0"0"0,0 0 0 0,0 0 183 0,0-8 0 0,0 4 0 0,5 0 0 0,3-3-1 15,2 1 1-15,2 0 0 0,4 2 0 0,7-4-92 16,-3 2 1-16,7 2-1 0,3-5 1 0,5 5-1 15,3 0 1-15,-3-2-1 0,8 4 1 0,-1 0-88 16,1 0 1-16</inkml:trace>
  <inkml:trace contextRef="#ctx0" brushRef="#br0" timeOffset="8797.99">11127 5874 708 0,'0'0'0'0,"0"0"0"15,0 0 0-15,0 0 183 0,4-7 0 0,-2 5 0 16,-2 2 1-16,4 0-1 0,-4 0 0 0,4 2 0 0,4 3 1 15,-4 5-117-15,2 4 0 0,0 7 0 0,5 5 1 16,-3 9-1-16,0 10 0 0,0 13 0 0,0 7 1 16,-2 11-16-16,2 6 1 0,-4 13-1 0,-4-7 1 15,5-14-1-15,-1-11 1 0,0-9-1 0,2-7 1 16,2-8-29-16,4-8 1 0,-2-9 0 0,3-8 0 16,-1-5-1-16,0-5 1 0</inkml:trace>
  <inkml:trace contextRef="#ctx0" brushRef="#br0" timeOffset="9032.34">11072 6526 336 0,'0'0'0'0,"0"0"0"0,-12 0 0 0,1 0 246 0,3 0 0 15,-4 4 0-15,-2-2 0 0,2 4 0 0,-1 0 0 16,5 7 0-16,-2-3 0 0,6 2-177 0,0 3 0 16,4 1 0-16,4 2 1 0,0 3-1 0,10-7 0 15,3 5 0-15,1-3 0 0,2-4-22 0,7 3 0 16,-1-7 0-16,3-4 1 0,1-4-1 0,-7 0 0 15,1-4 0-15,-2-4 0 0,-7-4-23 0,-3 1 0 16,-4-5 0-16,-8 1 0 0,-4-1 0 0,-4-2 0 16,-2 1 0-16,-7 3 0 0,1-5-24 0,-2 7 0 0,-1 0 0 15,-1 2 0-15,0 1 0 0,1 5 0 0,-1 4 0 16,2 2 0-16,18-2 0 0,0 0-2570 0</inkml:trace>
  <inkml:trace contextRef="#ctx0" brushRef="#br0" timeOffset="9714.04">6572 7182 228 0,'0'0'0'0,"0"0"0"0,8-4 0 0,2 2 240 0,2 0 1 0,5 0-1 0,1 0 1 0,6 2-1 15,7-4 0-15,12 4 0 0,10 0 1 0,14-4-181 16,20 4 1-16,-5-4 0 0,26-1 0 0,16 1-1 16,18 0 1-16,-14 2-1 0,27 2 1 0,12-4-30 15,6 0 1-15,10 4 0 0,6 0 0 0,7 0-1 0,9 0 1 16,-3 0-1-16,5 4 1 0,3-4-19 0,0 0 1 16,1 0 0-16,-1 0 0 0,-2-4-1 0,-3 0 1 15,-3-2-1-15,38-7 1 0,-33 1-12 0,-17-2 1 16,34-7 0-16,-43 7 0 0,32-13-1 0,-72 15 1 15</inkml:trace>
  <inkml:trace contextRef="#ctx0" brushRef="#br0" timeOffset="10346.27">7488 7754 516 0,'0'0'0'0,"0"0"0"0,0 0 0 0,-8 0 186 0,8-2 1 0,-5 2 0 0,5-4 0 0,-4-4-1 15,4-2 1-15,4 2 0 0,5-7 0 0,-1 3-125 0,4-9 1 16,2 3 0-16,7 0 0 0,5-3-1 0,1 3 1 15,1 1-1-15,3 3 1 0,-1 4-20 0,-3 3 1 16,-1 5 0-16,-2 2 0 0,-5 4-1 0,-3 5 1 16,-4 5 0-16,-4 0 0 0,-2 5-17 0,-1 1 1 15,-5 3 0-15,-7 2 0 0,1 1-1 0,0 1 1 16,-6 4 0-16,4-1 0 0,-6 1-33 0,1 2 1 0,1-2 0 16,2-5 0-16,-2 1-1 0,4-2 1 0,4-3 0 15,0-9 0-15,4 1 11 0,4-6 1 0,4-2-1 16,4-2 1-16,-2-4-1 0,10-4 0 0,-1-2 0 15,5-2 1-15,-1-4 1 0,5-3 1 0,-1-3 0 16,3-3 0-16,-3-1-1 0,-1-3 1 0,-2 5 0 16,-3-1 0-16,-3 3 1 0,-2-1 0 0,-1 7 0 0,-3 8 1 15,-2 0-1-15,-2 0 0 0,0 8 0 0,0 0 1 16,-4 4 2-16,5 2 0 0,-5 7 0 0,2 1 0 16,-2 3 0-16,4 1 0 0,-4 5 0 0,4-1 0 15,-4 1-3-15,2 0 1 0,3-1-1 0,-1 1 1 16,0-4-1-16,4-3 0 0,2-1 0 0,3-5 1 15,-17-14-12-15,0 0-2610 0</inkml:trace>
  <inkml:trace contextRef="#ctx0" brushRef="#br0" timeOffset="10664.14">9022 7898 620 0,'0'0'0'0,"-10"0"0"0,6 0 0 0,0-4 234 0,4 4 0 0,0-4 0 16,0 4 0-16,6-4 0 0,2 4 0 0,9-4 0 16,1-3 0-16,2 3-173 0,15-4 0 0,8-2 0 0,11-2 0 15,16-1-1-15,7-1 1 0,-12 6 0 16,12 0 0-16,5 1-24 0,-5 3 1 0</inkml:trace>
  <inkml:trace contextRef="#ctx0" brushRef="#br0" timeOffset="11000.95">10970 7365 316 0,'0'0'0'16,"0"0"0"-16,0 0 0 0,0 0 210 0,0 0 0 15,8-11 0-15,-4 9 1 0,0 0-1 0,0-2 0 16,0 4 0-16,-4 0 1 0,5 0-150 0,-1 4 0 0,0 5 0 16,0 1 0-16,0 4-1 0,2 7 1 0,-2 5 0 15,0 7 0-15,0 10-6 0,0 9 0 0,0 7 0 16,-2 7 0-16,0 3 0 0,0-1 0 0,0 2 0 15,0-13 0-15,0-3-28 0,5-7 0 0,-3-12 0 16,0-7 0-16,4-7 0 0,-2-13 0 0</inkml:trace>
  <inkml:trace contextRef="#ctx0" brushRef="#br0" timeOffset="11230.42">10750 7836 404 0,'0'0'0'0,"0"0"0"0,-12 5 0 15,6-5 227-15,-2 4 0 0,-4 2 0 0,1 2 1 16,-1 0-1-16,4 0 0 0,-4 7 0 0,6-7 0 0,2 4-154 16,4 3 0-16,0-3 0 0,4 2 0 0,4 1-1 15,6-3 1-15,0-2 0 0,7 1 0 0,-1-5-25 16,7-2 0-16,-5 0 0 0,6-4 1 0,3-4-1 16,-5-4 0-16,-1-1 0 0,-3 3 1 0,1-6-23 0,-7-5 0 15,-4 3 0-15,-2 0 0 0,-2-5 0 0,-8 3 0 16,0 0 0-16,-8 1 0 0,0-3-27 0,-2 5 1 15,-2-3-1-15,-7 10 1 0,3-2-1 0,-6 1 1 16</inkml:trace>
  <inkml:trace contextRef="#ctx0" brushRef="#br0" timeOffset="12512.88">14554 5027 336 0,'0'0'0'0,"-8"-7"0"0,2 3 0 0,-2-4 121 0,-4 0 0 0,-1 0 0 0,-1 2 1 0,2-3-1 0,-2 5 0 15,-3-4 0-15,-3 4 0 0,2 2-50 0,1 2 1 16,3 2 0-16,-4 6 0 0,6 9-1 0,-1 5 1 16,-5 9-1-16,2 16 1 0,-3 25-6 0,3 16 1 15,4 23-1-15,-4 47 1 0,10 6-1 0,2 8 0 0,4 0 0 16,8-5 1-16,0-12-21 0,6-9 1 0,-2-11 0 15,11-10 0-15,-1-20-1 0,7-13 1 0,1-12-1 16,9-16 1-16,-1-11-57 0,-3-10 0 0,4-12 0 16,-1-4 1-16,1-11-1 0,0-6 0 0</inkml:trace>
  <inkml:trace contextRef="#ctx0" brushRef="#br0" timeOffset="14281.77">15167 4928 416 0,'0'0'0'0,"0"0"0"0,0 0 0 0,-8 4 199 0,4 2 0 0,-1 3 0 0,1-5 1 0,-6 4-1 0,2-2 0 16,0 2 0-16,0 5 1 0,0-9-126 0,-1 6 1 16,1-2-1-16,2 0 1 0,-2-2-1 0,4 3 1 15,-2-5-1-15,6-4 1 0,0 0-22 0,2 0 1 16,2-8-1-16,4 1 1 0,0-5-1 0,2-2 1 15,7 1-1-15,-3-7 1 0,6 1-23 0,-3 1 0 0,1-5 0 16,2 7 1-16,3-7-1 0,-5 5 0 0,2-2 0 16,-3 5 0-16,1-1-34 0,-2 1 1 0,-1 3-1 15,-3 2 1-15,0 6-1 0,-6 0 1 0,0 0-1 16,0 4 1-16,-2 0 8 0,0 0 0 0,-4 4 0 16,0 4 1-16,0 0-1 0,-4 6 0 0,0-3 0 15,-2 5 1-15,0 0-5 0,0 7 0 0,2 0 0 16,-4 3 1-16,4-3-1 0,-4 3 0 0,3 1 0 15,1-2 1-15,2 1 0 0,2 1 1 0,2-4 0 16,0-9 0-16,2 7-1 0,3-7 1 0,5-2-1 0,-4-8 1 16,4 0 0-16,2-4 0 0,3-4 0 0,-3-4 1 15,6 0-1-15,-1-6 0 0,1-7 0 0,2 3 0 16,-1-9 0-16,1 0 0 0,-6-4 0 0,7 1 1 16,-7-1-1-16,2 4 0 0,-1-4 0 0,-3 1 0 15,-2 7 0-15,0-4 0 0,-2 9 0 0,-3 6 1 0,-1 4-1 16,2 3 0-16,-4 5 0 0,-4 5 0 0,0 3-2 15,0 2 1-15,0 10 0 0,0 3 0 0,-4 4-1 16,0 8 1-16,0 8 0 0,4 6 0 0,-6 4 4 0,4 1 0 16,2-5 0-16,0-2 0 0,2-10-1 15,4-2 1-15,-2-13 0 0,4-1 0 0,-2-13-1 0,2-4 0 16</inkml:trace>
  <inkml:trace contextRef="#ctx0" brushRef="#br0" timeOffset="15129.88">16233 4836 392 0,'0'0'0'0,"0"0"0"0,0 0 0 0,0 0 117 0,8 0 0 16,-4 0 0-16,3 0 0 0,1 0 0 0,4 0 0 15,-4 0 0-15,4 0 0 0,2 0-45 0,1 0 0 16,-1 4 0-16,4 0 1 0,5-4-1 0,-5 4 0 16,2 0 0-16,3 2 1 0,-23-6-73 0,0 0-1430 0</inkml:trace>
  <inkml:trace contextRef="#ctx0" brushRef="#br0" timeOffset="15296.55">16276 5061 404 0,'0'0'0'0,"0"0"0"16,0 0 0-16,0 0 165 0,-8 0 1 0,8 0-1 0,0 0 1 16,0 0-1-16,4-4 1 0,2 0-1 15,2 0 1-15,2-2-123 0,5 2 0 0,3-4 0 0,2 2 1 16,1 1-1-16,3 1 0 0,4 0 0 0,3 0 1 16,28 0-44-16,-59 4-1556 0</inkml:trace>
  <inkml:trace contextRef="#ctx0" brushRef="#br0" timeOffset="15865.23">15547 5904 548 0,'0'0'0'0,"0"0"0"0,0 0 0 0,0 0 168 0,-2-10 0 0,2 8 0 0,0 0 1 0,0 2-1 16,0-4 0-16,0 0 0 0,0 4 0 0,0 0-99 0,0 0 1 16,0 0 0-16,0 8 0 0,0 0-1 0,2 7 1 15,0 1 0-15,0 9 0 0,0 5-13 0,0 13 0 16,1 5 0-16,-1 9 0 0,0 3 0 0,0-1 0 15,2 1 0-15,0-5 0 0,0-2-28 0,-4-4 1 16,4-5 0-16,0-3 0 0,-4-41-30 0,0 0-2270 16</inkml:trace>
  <inkml:trace contextRef="#ctx0" brushRef="#br0" timeOffset="16134.79">15297 6487 452 0,'0'0'0'0,"0"0"0"15,-10 4 0-15,4 0 219 0,2 0 1 0,-2 0 0 16,1 2 0-16,1 3-1 0,4-1 1 0,0 0 0 16,0 2 0-16,4 3-145 0,5-5 0 0,-3 2 0 0,6-2 1 15,4 1-1-15,3-5 0 0,1 2 0 0,0-2 1 16,3-4-23-16,-1-4 1 0,-2 0-1 0,3-2 1 16,-7-3-1-16,2 1 0 0,-5-4 0 0,-3 2 1 15,-2-7-24-15,-4 3 0 0,-4-1 0 0,-2 3 1 16,-4-2-1-16,-2 1 0 0,-3-1 0 0,-3 2 0 15,-2 4-33-15,0-1 1 0,-5 3 0 0,3 4 0 16,0 2 0-16,-3 0 0 0,1 4 0 0,-2 0 0 0,3 5 8 16,-1-5 1-16,4 4-1 0,1 2 1 0,15-10-7 15,0 0-2617-15</inkml:trace>
  <inkml:trace contextRef="#ctx0" brushRef="#br0" timeOffset="16414.34">16205 6249 692 0,'0'0'0'0,"0"0"0"16,0 0 0-16,0 0 223 0,-6 2 1 0,2-2 0 15,4 0 0-15,-5 0-1 0,5 0 1 0,0 0-1 16,0 0 1-16,5 0-158 0,-1 0 1 0,2 0-1 16,4 0 1-16,4 0-1 0,2 0 0 0,3 0 0 15,3 0 1-15,3 0-44 0,-1-2 1 0,2 2 0 0,5 0 0 16,20 0-24-16,-51 0-2331 0</inkml:trace>
  <inkml:trace contextRef="#ctx0" brushRef="#br0" timeOffset="16664.78">16091 6563 536 0,'0'0'0'0,"0"0"0"0,-12 4 0 0,3 0 191 0,3 0 1 16,-2-4 0-16,0 4 0 0,4-4-1 0,-4 4 1 15,8-4-1-15,0 0 1 0,0 0-128 0,8 0 0 16,-4 0 0-16,6-4 1 0,2 4-1 0,5-4 0 16,1 4 0-16,4-4 1 0,3 0-13 0,3 2 0 0,-1 0 0 15,3 0 0-15,1-2 0 0,-1 4 0 16,1-4 0-16,-5-1 0 0,3 1-36 0,-3 0 1 0</inkml:trace>
  <inkml:trace contextRef="#ctx0" brushRef="#br0" timeOffset="19864.02">17247 4885 596 0,'0'0'0'0,"0"0"0"0,0 0 0 0,0 0 173 0,10-6 1 0,-6 4 0 0,4 0 0 0,0 2-1 16,0-4 1-16,5 4 0 0,1 0 0 0,4 0-99 0,3 0 1 15,-3 0-1-15,6 0 1 0,-1 0-1 0,1 0 0 16,3 0 0-16,-3 0 1 0,0 0-26 0,1 0 1 16,-3-4-1-16,-1-1 1 0,-3 1-1 0,-2 0 1 15,-4-2-1-15,-1 2 1 0,-3-4-27 0,-4 0 1 16,0-3-1-16,-4 3 1 0,-4-4-1 0,-4 2 1 15,-1-3-1-15,1-1 1 0,-2 2-23 0,-4-1 0 16,0 3 0-16,-1-2 0 0,-3 4-1 0,2 1 1 0,-2 7 0 16,1 0 0-16,-3 2-2 0,2 5 1 15,-1 3 0-15,3 2 0 0,-2 3-1 0,3-1 1 0,5 6-1 16,-4-1 1-16,4 1 0 0,4 3 1 0,2 4-1 16,4-5 1-16,0 1-1 0,6 1 1 0,2 1-1 15,4 0 1-15,2-3-2 0,7-3 0 0,1 1 0 16,7-1 1-16,-3-7-1 0,5 2 0 0,-3-1 0 15,3-7 0-15,-1 2 4 0,1-4 1 0,-3-4 0 16,3-4 0-16,13-15-5 0,-44 19-2431 0</inkml:trace>
  <inkml:trace contextRef="#ctx0" brushRef="#br0" timeOffset="20163.5">17845 4473 516 0,'0'0'0'0,"0"0"0"16,0 0 0-16,0 0 232 0,0 0 1 0,0 10-1 0,0-10 1 0,4 4-1 0,-4 0 0 16,4 2 0-16,2 1 1 0,0-1-154 0,1 2 1 15,1 2 0-15,-4 2 0 0,4-3-1 0,-4 3 1 16,2 2 0-16,0-3 0 0,-2 1-33 0,-2-4 1 15,2-4-1-15,-4 0 1 0,0-4-1 0,0-4 0 16,0 0 0-16,0-4 1 0,-4-6-25 0,2-3 1 0,-2 3 0 16,0-3 0-16,0-5-1 0,2 3 1 0,0-1 0 15,2 5 0-15,0-5-24 0,0 2 0 0,2 3 0 16,2 3 0-16,0 0 0 0,2 5 0 0</inkml:trace>
  <inkml:trace contextRef="#ctx0" brushRef="#br0" timeOffset="20330.84">18218 4426 524 0,'0'0'0'0,"0"0"0"0,0 0 0 15,0 8 225-15,2-4 1 0,0 2-1 0,0 2 1 16,2-4-1-16,4 0 0 0,-2 1 0 0,2-3 1 16,2 0-158-16,5 0 0 0,-5-2 0 0,4 0 1 0,4-2-1 15,-5-2 0-15,5-1 0 0,-4 1 1 0,0 0-32 16,5-6 0-16</inkml:trace>
  <inkml:trace contextRef="#ctx0" brushRef="#br0" timeOffset="20729.8">18741 4235 340 0,'0'0'0'16,"0"0"0"-16,0 0 0 0,0 0 194 0,0 0 0 16,-6-4 0-16,1 0 1 0,1 0-1 0,-4-1 0 0,4-1 0 15,-2 4 0-15,0 2-135 0,0 0 1 0,-2 2-1 16,-4 4 1-16,1-1-1 0,3 3 0 0,-4 2 0 16,0 2 1-16,2 1-22 0,1 1 1 0,1 0 0 15,2 7 0-15,0-3-1 0,4-1 1 0,2 1 0 16,0-1 0-16,4 1-19 0,2 1 0 0,0-1 0 15,5 2 1-15,-3-5-1 0,4 5 0 0,-2-1 0 16,2-1 1-16,-6-1-22 0,3 1 1 0,-3 1 0 16,0 1 0-16,-6-1 0 0,0-7 0 0,0-2 0 0,-4 2 0 15,0-3 1-15,-3-3 1 0,-1-2-1 0,0-4 1 16,0-2-1-16,-4-2 1 0,2-4-1 0,-3-5 1 16,-1 3 5-16,2-2 1 0,4-7 0 0,-4 3 0 15,4 1-1-15,1-3 1 0,3 6-1 0,0-7 1 16,4 7 4-16,0-2 0 0,4 1 0 0,-2 5 0 15,4-2 0-15,3 4 0 0,1-1 0 0,-2 7 0 0,-8 0-12 16,0 0-2256-16</inkml:trace>
  <inkml:trace contextRef="#ctx0" brushRef="#br0" timeOffset="20979.96">18871 4173 476 0,'0'0'0'16,"0"0"0"-16,0 0 0 0,0 0 197 0,0 0 1 0,0 0-1 15,0 0 1-15,10 0-1 0,-6 4 1 0,4 3-1 16,0 1 1-16,5 0-143 0,1 4 0 0,-2 7 0 16,2-1 1-16,3 3-1 0,-7 3 0 0,6 7 0 15,-4 2 0-15,-2 0-21 0,-1 2 0 0,-5-1 0 16,0 3 0-16,-4 2-1 0,-8-4 1 0,-1 0 0 15,-1 0 0-15,-6-2-24 0,2 0 1 0</inkml:trace>
  <inkml:trace contextRef="#ctx0" brushRef="#br0" timeOffset="21379.81">17605 4192 260 0,'0'0'0'15,"0"0"0"-15,0 0 0 0,0 0 185 0,-10 0 0 0,6 0 0 16,0 0 0-16,0 4-1 0,0-4 1 0,-5 4 0 16,3 0 0-16,0 6-118 0,0 3 0 15,2 1 0-15,0 2 1 0,0 7-1 0,0 0 0 0,0 3 0 16,4 9 1-16,0 4-24 0,0 2 1 0,8 2-1 15,0 2 1-15,0-2-1 0,6-4 0 0,3-6 0 16,5-2 1-16,-2-6-21 0,7-3 1 0,-3-12 0 16,7 3 0-16,22-9-25 0,-53-4-2049 0</inkml:trace>
  <inkml:trace contextRef="#ctx0" brushRef="#br0" timeOffset="22116.39">19398 4112 320 0,'0'0'0'0,"0"0"0"0,0 0 0 0,0-8 205 0,0 4 1 0,0-1-1 0,0 1 1 0,0 2-1 16,0 2 0-16,2 0 0 0,0 0 1 0,-2 4-142 0,2 7 1 16,0-3-1-16,-2 4 1 0,2 7-1 0,-2 3 0 15,0 5 0-15,0 4 1 0,0 3-17 0,-2 3 0 16,0 6 0-16,-2-4 0 0,0 2-1 0,0-2 1 15,-4 0 0-15,4-6 0 0,2-4-22 0,-2 0 0 16,0-5 0-16,-1-1 0 0,1-13-1 0,0 2 1 16,4-3 0-16,-4-1 0 0,4-8-28 0,0 0 1 15,0 0 0-15,0-4 0 0,4-5-1 0,-2-3 1 16,4 2 0-16,1-2 0 0,-1-7 6 0,0 1 0 0,2 1 0 16,2 1 0-16,0 6-1 0,5-5 1 0,-7 3 0 15,4 4 0-15,-2 2 3 0,2 4 0 0,-4 2 0 16,1 4 0-16,-1 4 0 0,2 0 0 0,-4-2 0 15,0 6 0-15,2-3-1 0,0 3 1 0,-2-2 0 16,3 3 0-16,-3-3-1 0,2-2 1 0</inkml:trace>
  <inkml:trace contextRef="#ctx0" brushRef="#br0" timeOffset="22379.09">20003 4218 456 0,'0'0'0'0,"0"0"0"0,0 0 0 0,0 0 213 16,0 0 1-16,0 0-1 0,8 9 1 0,-8-1-1 0,2 2 0 15,0 2 0-15,-2 1 1 0,0 1-146 16,-2 9 0-16,0-1 0 0,2 5 1 0,-4 4-1 0,-5 8 0 15,3-5 0-15,0 3 1 0,0 2-29 0,2-4 1 16,0 0 0-16,0-4 0 0,4-31-41 0,0 0-2154 0</inkml:trace>
  <inkml:trace contextRef="#ctx0" brushRef="#br0" timeOffset="22511.53">19903 4376 564 0,'0'0'0'0,"0"0"0"16,0 0 0-16,6 0 200 0,-2 0 0 0,4 0 0 15,-4 0 0-15,6 0-1 0,3 0 1 0,3 0 0 16,2 0 0-16,3 0-142 0,-1 0 0 0,2 0 0 16,5-4 0-16,32 4-58 0,-59 0-1797 0</inkml:trace>
  <inkml:trace contextRef="#ctx0" brushRef="#br0" timeOffset="22996.94">20955 4380 288 0,'0'0'0'0,"0"0"0"0,0 0 0 0,-8-8 71 15,4 8 1-15,0-8 0 0,0 2 0 0,0 0 27 0,0 0 0 16,-1-3 0-16,1-1 1 0,0 4-1 0,0 0 0 15,0 2 0-15,0-4 1 0,-2 3-34 0,2 3 1 16,-4 0-1-16,2 2 1 0,-2 2-1 0,-3 5 1 16,1-3-1-16,-2 4 1 0,2 2-16 0,-2 2 1 15,-1 3 0-15,3 1 0 0,2 1-1 0,4 1 1 16,0 5 0-16,0-5 0 0,4-2-10 0,4 3 0 16,2-1 0-16,4 3 1 0,2-9-1 0,3 3 0 15,-1-7 0-15,2 0 0 0,0-2-56 0,3-2 1 0,1-4 0 16,-2 0 0-16,3-4 0 0,-3-6 0 0,-4 2 0 15,-1-5 0-15,-1-1 38 0,-4-4 0 0,-4 1 0 16,-4-3 0-16,-4 5 0 0,-4-3 0 0,0-5 0 16,-3 3 0-16,-1 1 2 0,4-3 0 0,-6-1 0 15,2 3 1-15,-1 1-1 0,1 1 0 0,2 1 0 16,2-1 0-16,4 6-1 0,0-3 0 0,4 7 0 16,4 4 0-16,0-4 0 0,0 4 0 0,6-1 0 0,0 3 0 15,5 2-4-15,-3 0 1 0,2 0-1 16,-2 2 1-16,5 1-1 0,1 3 0 0,-4-2 0 0,2 0 1 15,1-4-6-15,-5 4 1 0,2 0 0 0,0-2 0 16,-3 0-1-16,3 0 1 0,-2 0-1 0,-4-2 1 0,-8 0-18 16,0 0-2619-16</inkml:trace>
  <inkml:trace contextRef="#ctx0" brushRef="#br0" timeOffset="23429.41">21207 4637 636 0,'0'0'0'0,"0"0"0"0,0 0 0 0,0 4 207 0,0 0 0 0,2 0 0 16,0 2 0-16,3-2 0 0,1 1 0 0,4-5 0 15,-6 4 0-15,8-4-136 0,0 4 1 0,3-4 0 16,-3 0 0-16,2-4-1 0,2 0 1 0,-1-1 0 16,1-5 0-16,-6 2-26 0,0-4 0 0,0-1 0 15,-2-1 1-15,1-4-1 0,-5-3 0 0,0 3 0 16,-2-5 0-16,-2-4-18 0,-2 1 1 0,0-1-1 16,-2-2 1-16,2-1-1 0,-7 1 0 0,3-2 0 15,0 4 1-15,0 3-33 0,0 1 1 0,0 5-1 16,2-1 1-16,0 7-1 0,0 0 1 0,4 1-1 0,0 3 1 15,4 4 8-15,0-4 1 0,0 4 0 0,2 2 0 16,6 0-1-16,5 2 1 0,-3 0 0 0,6 0 0 16,-4 2-1-16,7-2 0 0,1 2 0 0,-1 2 1 15,1-4-1-15,3 4 0 0,1-4 0 0,0 0 1 0,-3 0-2 16,1 0 0-16,1 0 0 0,-3 0 1 0,1 0-1 16,-7-4 0-16</inkml:trace>
  <inkml:trace contextRef="#ctx0" brushRef="#br0" timeOffset="23863.18">21559 4303 448 0,'0'0'0'15,"0"0"0"-15,0 0 0 0,0 0 232 0,0-11 0 0,0 7 0 16,3 0 0-16,-1 4 0 0,0-4 0 0,2 0 0 16,-2 0 0-16,2 4-173 0,0 0 0 0,0 4 0 15,0 0 0-15,-2 4-1 0,2 0 1 0,-2 7 0 16,0-1 0-16,-2 7-14 0,0 1 0 0,-2 1 0 16,0-1 0-16,-2 5-1 0,2-2 1 0,-2 1 0 0,-4 1 0 15,2 0-18-15,2-9 0 0,0 3 0 0,-1-7 0 16,3-2 0-16,2-2 0 0,0-1 0 15,0-9 0-15,2 0-32 0,3-4 1 0,1-3 0 0,0 1 0 16,4-4-1-16,0-2 1 0,2-3 0 0,0-1 0 16,-1 6 10-16,3-9 0 0,4 3 0 0,-4 1 0 15,3 3-1-15,-3-2 1 0,2 6 0 0,1-1 0 16,-5 5 0-16,-2 0 1 0,2 4 0 0,0 4 0 16,1 0-1-16,-3 0 1 0,-2 3-1 0,0 5 1 0,-2-4 2 15,0 4 0-15,-4 3 0 0,0-1 1 16,-2 3-1-16,0-9 0 0,0 6 0 0,0-2 0 0,-2 3 2 15,0-3 1-15,0-2-1 0,0 3 1 0,2-13-12 16,0 0-2652-16</inkml:trace>
  <inkml:trace contextRef="#ctx0" brushRef="#br0" timeOffset="25078.55">17057 6446 488 0,'0'0'0'0,"0"0"0"0,0 0 0 0,0 0 153 0,0 0 1 0,0 0-1 16,9 6 1-16,-3-4-1 0,-2 4 1 0,0-2-1 0,4 0 1 15,2 1-74-15,2-1 0 0,1 0 0 0,-3 0 0 16,6-2-1-16,-2 2 1 0,3-4 0 0,-1 0 0 16,0 0-28-16,2 0 1 0,-3 0-1 0,1-4 1 15,-4-2-1-15,2 0 1 0,-1-1-1 0,-1-5 1 16,-6 2-23-16,0-2 1 0,-4-3 0 0,-2 3 0 16,-2-2-1-16,-4 1 1 0,0-5-1 0,-2 1 1 0,-6 1-33 15,-3 2 1-15,1 1 0 0,-2-1 0 0,-3 2-1 16,3 1 1-16,-6-1 0 0,1 4 0 0,1 2 9 15,1 6 0-15,-3 0 0 0,4 8 0 0,1 6 0 16,1 1 0-16,4 5 0 0,2 3 0 0,3 3-6 0,1 5 1 16,2 0-1-16,4 4 1 0,2 2-1 0,4-2 1 15,4 4-1-15,5-5 1 0,-1-1 2 0,6 0 0 16,4-6 0-16,3-1 1 0,1-7-1 0,1-1 0 16,3-5 0-16,3-5 1 0,1-6 0 0,1-2 0 15,0-2 0-15,-1-6 0 0,1 3 0 0,-5-7 0 16</inkml:trace>
  <inkml:trace contextRef="#ctx0" brushRef="#br0" timeOffset="26362.67">17603 5913 532 0,'0'0'0'0,"0"0"0"0,0 0 0 0,0 0 234 0,0 0 1 16,0 0 0-16,0 0 0 0,0 0-1 0,0 0 1 15,0 0-1-15,-2 8 1 0,2-6-153 0,0 2 1 16,2 4-1-16,0-4 1 0,2 4-1 0,-4-1 0 16,0 1 0-16,0 4 1 0,0 0-34 0,4 3 1 0,-4-7 0 15,0 2 0-15,4-2-1 0,0 1 1 0,0-7 0 16,0-2 0-16,2-2-24 0,1-2 0 0,3-1 0 16,-2-7 1-16,0 2-1 0,0-2 0 0,2-3 0 15,-1-1 0-15,-1 6-26 0,0-3 1 0,-2-1-1 16,2 6 1-16,-4-5-1 0,0 7 1 0,0 0-1 15,0 0 1-15,0 2 0 0,0 0 1 0,1 4-1 16,-1-4 1-16,2 4-1 0,2 0 1 0</inkml:trace>
  <inkml:trace contextRef="#ctx0" brushRef="#br0" timeOffset="26546.66">17969 6036 476 0,'0'0'0'0,"0"0"0"0,0 0 0 0,0 0 256 15,0 0 1-15,0 0-1 0,0 0 1 0,0 0-1 16,0 0 0-16,0-9 0 0,6 5 1 0,3 0-194 16,3 0 1-16,0 0-1 0,2 2 1 0,2-2-1 15,1 0 0-15,1 0 0 0,2 4 1 0,3-4-29 0,-5 4 0 16,2-4 0-16,1 1 1 0,-21 3-36 0,0 0-2382 16</inkml:trace>
  <inkml:trace contextRef="#ctx0" brushRef="#br0" timeOffset="26946.27">18602 5820 284 0,'0'0'0'0,"0"0"0"15,0 0 0-15,0 0 236 0,0-8 0 0,0 4 0 16,0-2 1-16,0 2-1 0,0-4 0 0,-2 1 0 15,0 3 1-15,0 0-183 0,-2-4 0 0,0 4 0 16,0-4 0-16,0 4 0 0,-4 2 0 0,0 2 0 16,-1 2 0-16,-1 2-19 0,2 4 0 0,-6 0 0 0,4 2 0 15,0 3-1-15,-1 5 1 0,3 3 0 16,2 1 0-16,0 1-20 0,6 3 0 0,0-3 0 0,2 4 1 16,4-3-1-16,4 3 0 0,3 0 0 0,-3-5 1 15,2 5-15-15,4-7 1 0,-6 3-1 0,3-5 1 16,-1 1-1-16,-8 1 1 0,0-5-1 0,0 1 1 15,-4-6-2-15,0-1 0 0,-4-1 0 0,0-4 0 0,0-2 0 16,-6-2 0-16,-1-2 0 0,1-2 0 0,-2-4 0 16,0-5 0-16,2 3 0 0,-7-8 1 0,3 1-1 15,2-1 0-15,-4 1 0 0,5-1 1 0,-1-1 8 16,4 3 0-16,2 2 0 0,0 1 1 0,4 1-1 16,2 2 0-16,4 1 0 0,0 1 0 0,2 2 0 0,2 2 0 15,-2 0 0-15,5 4 1 0,-11 0-10 0,0 0-2349 16</inkml:trace>
  <inkml:trace contextRef="#ctx0" brushRef="#br0" timeOffset="27146.05">18773 5763 436 0,'0'0'0'0,"0"0"0"16,0 0 0-16,4-10 224 0,-2 6 1 0,0-1 0 15,0 1 0-15,2 0-1 0,3 4 1 0,-1 0-1 16,2 0 1-16,0 4-162 0,2 2 0 0,2 3 0 15,1 3 0-15,-3 0-1 0,2 3 1 0,0 5 0 16,0 5 0-16,-1 1-20 0,-3 3 1 0,0 4-1 16,-4-2 1-16,-4 4-1 0,0-1 0 0,-4-3 0 0,0 4 1 15,-6-4-28-15,-1-4 1 0</inkml:trace>
  <inkml:trace contextRef="#ctx0" brushRef="#br0" timeOffset="27446.59">17515 5675 192 0,'0'0'0'16,"0"0"0"-16,0 0 0 0,-10 4 214 0,6 4 0 16,-4-4 0-16,2 2 0 0,-2 7 0 0,0 1 0 15,0 2 0-15,-5 3 0 0,5 3-150 0,0 3 0 0,2 2 0 16,2 5 1-16,-4 1-1 0,6 4 0 0,4-2 0 16,6 0 1-16,-4 4-25 0,8-2 0 0,0 2 0 15,7-2 0-15,-3 0-1 0,6-5 1 0</inkml:trace>
  <inkml:trace contextRef="#ctx0" brushRef="#br0" timeOffset="28161.43">19294 5652 372 0,'0'0'0'0,"0"0"0"0,0 0 0 0,0 0 168 0,0 0 0 0,0 0 0 0,0 0 0 15,0 0 0-15,0 0 0 0,-2 10 0 0,2 3 0 16,0-1-105-16,0 6 1 0,0 1-1 0,-2 6 1 15,2 5-1-15,-2 3 1 0,0 6-1 0,0 0 1 16,0 6-21-16,0-6 1 0,-2 2-1 0,0-2 1 16,0 0-1-16,-4-4 0 0,4-6 0 0,-3-3 1 0,3-5-10 15,2-7 1-15,0-6-1 0,2 1 1 0,-4-5-1 16,4-4 0-16,4-4 0 0,-2-5 1 0,2-3-44 0,3-2 0 16,1-5 0-16,2-5 0 0,0 1 0 0,2 1 0 15,0-1 0-15,3-4 1 0,-1 7 22 0,0 1 0 16,-2 5 0-16,1 2 1 0,-3-3-1 0,2 11 0 15,-2-4 0-15,0 8 1 0,1 0-4 0,-3 4 0 16,-2 4 0-16,2 3 0 0,0 1-1 0,0 2 1 16,0 5 0-16,-2-3 0 0,1 3-1 0,1 1 0 15,-2-1 0-15,2 1 1 0,-6-1-1 0,4 3 0 16</inkml:trace>
  <inkml:trace contextRef="#ctx0" brushRef="#br0" timeOffset="28396.04">20023 5970 640 0,'0'0'0'0,"0"0"0"0,0 0 0 15,0 0 180-15,0 0 0 0,8 8 0 0,-2-8 1 16,2 2-1-16,0 0 0 0,5 0 0 0,5 0 0 16,0 1-117-16,7 1 0 0,-3-4 0 0,2 0 1 0,33 0-64 15,-57 0-1751-15</inkml:trace>
  <inkml:trace contextRef="#ctx0" brushRef="#br0" timeOffset="28862.1">20837 5989 668 0,'0'0'0'0,"0"0"0"16,0 0 0-16,-6-3 172 0,0-1 0 0,0 0 0 15,-3 0 1-15,-3 0-1 0,0 4 0 0,2-4 0 16,-4 4 0-16,1 0-91 0,1 0 0 0,0 8 0 16,0-4 1-16,2 7-1 0,1 1 0 0,3 2 0 15,0 3 1-15,4 1-31 0,2-2 0 0,4-1 0 16,2 1 0-16,7 3 0 0,-5-5 0 0,6-2 0 16,4 1 0-16,1-3-13 0,1-2 1 0,0 0 0 0,1-8 0 15,-3 0-1-15,0 0 1 0,1-4 0 0,-1 0 0 16,-8 0-48-16,2-6 1 0,-3 2-1 0,-1-1 1 15,-8-3-1-15,0 2 1 0,0-7 0 0,-4 3 0 16,0-7 22-16,-5 3 0 0,1 0 0 0,-2-5 1 16,-2 0-1-16,0 3 0 0,-1-3 0 0,-1 1 1 15,2 1-4-15,2 3 0 0,-2 1 0 0,1 3 0 0,3 0-1 16,2 1 1-16,2 3 0 0,4 4 0 0,0 0-1 16,4 2 0-16,0 0 0 0,2 4 1 0,4-4-1 15,1 4 0-15,1 0 0 0,4 0 1 0,0 0-2 0,3 0 1 16,1 0 0-16,3 0 0 0,-3 4-1 0,2-4 1 15,1 4 0-15,1-4 0 0,-2 4-7 0,1-4 0 16</inkml:trace>
  <inkml:trace contextRef="#ctx0" brushRef="#br0" timeOffset="29462.12">21258 5943 356 0,'0'0'0'0,"0"0"0"0,0 0 0 0,-6 9 229 0,2-5 0 0,0 2 0 0,0 6 0 0,4-2-1 0,-4 3 1 16,4-1 0-16,0 2 0 0,0-1-159 0,0-3 0 15,4 2 0-15,0-4 1 0,2 3-1 0,2-3 0 16,4 0 0-16,-3-2 1 0,3 0-25 0,2 1 0 16,2-7 0-16,1 0 0 0,-3 0 0 0,-2 0 0 15,2-7 0-15,-1 1 0 0,-3 0-15 0,-2-2 0 16,-2 0 0-16,-2-3 0 0,-4-1 0 0,0 0 0 16,-4-3 0-16,0-3 0 0,-2-5-37 0,0 3 1 15,-2-3-1-15,-1-3 1 0,1-5-1 0,0 0 1 0,2 0-1 16,-2 1 1-16,-2 3 13 0,2-4 1 0,1 5-1 15,3 3 1-15,0 0-1 0,4 7 1 0,0-2-1 16,2 1 1-16,4 7 1 0,3 2 0 0,3 0 0 16,-2 1 1-16,4 3-1 0,5 2 0 0,1 0 0 15,2 2 0-15,3 2-2 0,1 0 1 0,1 2-1 16,3 3 1-16,-3-3-1 0,-1 4 0 0,3-4 0 16,-7 0 1-16,2 2-2 0,-1 2 1 0,-3 1 0 0,-2-5 0 15,-1 2-1-15,-5 2 1 0,-2-4-1 0,2 0 1 16,-6 2-5-16,1 1 1 0</inkml:trace>
  <inkml:trace contextRef="#ctx0" brushRef="#br0" timeOffset="29795.51">21553 5794 532 0,'0'0'0'0,"0"0"0"0,0 0 0 0,0 0 230 15,-4 12 1-15,0-8-1 0,0 2 1 0,0 2-1 16,2 1 0-16,0-1 0 0,0 6 1 0,0-4-172 0,0 3 0 15,2 1 0-15,0 3 1 0,0-1-1 16,2 2 0-16,0-3 0 0,0 1 0 0,0 3-19 0,0-3 0 16,-2-2 0-16,0-1 0 0,0-3 0 0,0 2 0 15,0-4 0-15,0-1 0 0,-2-3-16 0,0 0 1 16,0-4 0-16,2-4 0 0,0 0-1 0,0-3 1 16,2-1 0-16,2-4 0 0,4 2-25 0,-4-7 1 0,6 3-1 15,1-7 1-15,3 3-1 0,-4 4 0 16,4-3 0-16,5 3 1 0,-7 2-1 0,6-3 1 15,-2 7-1-15,1 4 1 0,-1 0-1 0,0 0 1 0,1 8-1 16,-5 0 1-16,0 0 5 0,2 4 0 0,-4 2 0 16,1 3 1-16,-3-1-1 0,2 2 0 0,-6 1 0 15,0 1 1-15,0-1 0 0,-2 1 0 0,0-2 0 16,0 3 1-16,-2-17-8 0,0 0-2589 0</inkml:trace>
  <inkml:trace contextRef="#ctx0" brushRef="#br0" timeOffset="30713.5">22431 4672 424 0,'0'0'0'0,"0"-13"0"0,0 1 0 0,0-2 224 0,0-5 1 0,0-1 0 16,0-3 0-16,-5 1-1 0,5-5 1 0,0 0-1 15,5-1 1-15,-1 3-164 0,0 0 0 0,2 3 0 16,4 3 1-16,0 11-1 0,2-2 0 0,1 6 0 0,1 8 0 15,0 10-23-15,0 5 1 0,5 16-1 0,-9 14 1 16,2 25-1-16,-4 20 1 0,0 27-1 0,-12 49 1 16,0 19-20-16,-8 4 1 0,-2-2 0 0,2-9 0 15,-7-12-1-15,3-18 1 0,-6-12 0 0,1-15 0 16,-3-8-21-16,1-11 1 0,-3-11 0 0,-1-9 0 16,-1-10 0-16,1-7 0 0,-3-7 0 0,-3-7 0 0,3-3 1 15,-1-9 1-15,1-7-1 0,3-5 1 0,1-8-1 16,6-5 0-16</inkml:trace>
  <inkml:trace contextRef="#ctx0" brushRef="#br0" timeOffset="48662.05">3881 10349 688 0,'0'0'0'0,"0"0"0"0,0 0 0 0,0 0 188 0,0 0 1 0,0 0 0 16,4 8 0-16,-4 5-1 0,4-3 1 0,2 10 0 15,-1 3 0-15,-1 12-98 0,0 8 0 0,4 10 0 16,0 15 1-16,-2 10-1 0,2 8 0 0,-4 18 0 0,0-7 1 16,0-5-33-16,1-8 1 0,-1-4-1 0,-4-12 1 15,0-9-1-15,0-3 1 0,0-9-1 0,0-8 1 16,0-8-69-16,0-5 1 0</inkml:trace>
  <inkml:trace contextRef="#ctx0" brushRef="#br0" timeOffset="48983.27">4007 10423 392 0,'0'0'0'16,"0"0"0"-16,0 0 0 0,0 0 217 0,0 0 0 16,0 0 0-16,-10-4 0 0,10 4 0 0,0 0 0 15,-4-2 0-15,4 2 0 0,0 0-147 0,0-2 0 0,0 2 0 16,4 0 1-16,2 0-1 0,2 0 0 0,5 0 0 16,-1 0 1-16,2 0-26 0,7 2 0 0,5 0 0 15,0 2 1-15,3-4-1 0,-3 4 0 0,9 0 0 16,4-2 1-16,-5 0-27 0,5-2 0 0,0 0 0 15,3 0 0-15,28-4-19 0,-70 4-2346 0</inkml:trace>
  <inkml:trace contextRef="#ctx0" brushRef="#br0" timeOffset="49195.11">3900 10899 748 0,'0'0'0'0,"0"0"0"0,0 0 0 0,12 2 181 15,-8-2 0-15,4 0 0 0,2 0 1 0,2 0-1 16,5 0 0-16,1 0 0 0,4-2 1 0,7 0-101 0,-3 0 0 16,13-3 0-16,0 1 0 0,-1-2 0 0,5 0 0 15,0 0 0-15,0-2 0 0,22-9-81 0,-65 17-2135 0</inkml:trace>
  <inkml:trace contextRef="#ctx0" brushRef="#br0" timeOffset="49765.05">4793 11089 556 0,'0'0'0'0,"0"0"0"0,0 0 0 0,0 0 209 0,0 0 1 0,0 0 0 15,8-6 0-15,-4 4-1 0,4 0 1 0,3-2-1 16,1 2 1-16,0 2-136 0,6-2 1 0,3 2-1 16,-3-4 1-16,4 4-1 0,3 0 1 0,-3 0-1 0,3 0 1 15,17 0-75-15,-42 0-2122 0</inkml:trace>
  <inkml:trace contextRef="#ctx0" brushRef="#br0" timeOffset="49996.25">4828 11254 592 0,'0'0'0'0,"0"0"0"0,0 0 0 0,0 0 187 0,-4 0 1 16,-1 0-1-16,5 0 1 0,0 0-1 0,5 0 1 15,-5 0-1-15,4 0 1 0,4 0-129 0,4 0 0 16,2-3 0-16,3 1 1 0,5 2-1 0,-2-2 0 15,3 0 0-15,-1 0 0 0,7 2-17 0,-3 0 1 16,5 0-1-16,-3 0 1 0,17 0-43 0,-45 0-2052 0</inkml:trace>
  <inkml:trace contextRef="#ctx0" brushRef="#br0" timeOffset="50865.8">6008 11186 696 0,'0'0'0'0,"0"0"0"0,0 0 0 0,0 0 182 0,0 0 0 0,0 0 0 0,-6 6 0 16,8-4-1-16,2 2 1 0,2 0 0 0,2 2 0 15,5-2-110-15,1 3 1 0,6-3-1 0,3 0 1 16,1 0-1-16,11-2 0 0,-5-2 0 0,9 0 1 0,-1-4-20 16,1-2 1-16,-4 0-1 0,3 1 1 0,-3-5-1 15,-9 0 0-15,3 0 0 0,-7-3 1 0,-5 3-25 16,-3-2 1-16,-10 0 0 0,0 1 0 0,-4-3-1 16,-8 2 1-16,0-3-1 0,-2 5 1 0,-7-4-32 0,-1-1 0 15,-2 1 0-15,-7 0 0 0,1-1 0 16,-9 3 0-16,-2 2 0 0,3 1 1 0,-9 3 7 0,0 2 1 15,3 4-1-15,-3 4 1 0,0 7-1 0,4-1 0 16,5 6 0-16,-1 5 1 0,5 3-2 0,5 3 0 16,3 4 0-16,6 4 1 0,1 0-1 0,11 3 0 15,0 4 0-15,8 5 1 0,7 0 5 0,5 2 1 16,6 0-1-16,7-4 1 0,7-2-1 0,7-8 1 16,8-2-1-16,4-8 1 0,2-7-2 0,16-3 1 0,-6-13 0 15,2-11 0-15,-3-7-1 0,-5-7 1 0,-2-3-1 16,-2-5 1-16,-2-6-4 0,-13 2 1 0,1 0 0 15,-4 1 0-15,-13 3-1 0,-3 4 1 0</inkml:trace>
  <inkml:trace contextRef="#ctx0" brushRef="#br0" timeOffset="51596.64">6680 10480 692 0,'0'0'0'0,"0"0"0"0,0 0 0 0,0 0 231 0,-4 8 0 0,4-3 0 0,0 1 0 0,0 2-1 15,0 4 1-15,0-2 0 0,0 7 0 0,4-3-156 0,-4 5 1 16,4 1-1-16,0 3 1 0,0-1-1 0,-4 3 0 15,4 0 0-15,-4-1 1 0,0-3-22 0,0-1 1 16,0 1-1-16,0-9 1 0,-4 2-1 0,0-10 0 16,-4 3 0-16,4-7 1 0,-4-2-27 0,1-3 0 15,-1-3 0-15,4-6 1 0,-4-2-1 0,4-7 0 16,4 0 0-16,0 1 1 0,0-5-30 0,4 1 0 16,0 1 0-16,0-2 0 0,4 5 0 0,-2-3 0 15,7 7 0-15,-9-1 1 0,8 5 3 0,-4 1 1 16,6 5-1-16,-1 2 1 0,-3 4-1 0,2 2 0 0,4 0 0 15,-4 0 1-15,-12 0-4 0,0 0-2868 0</inkml:trace>
  <inkml:trace contextRef="#ctx0" brushRef="#br0" timeOffset="51780.57">6900 10634 696 0,'0'0'0'0,"0"0"0"0,0 0 0 15,0 0 227-15,0 0 1 0,0 0-1 0,0 0 1 16,0 0-1-16,0 0 0 0,0 0 0 0,12 0 1 16,-4 0-162-16,2 0 0 0,2 0 0 0,5-4 0 0,1 4 0 15,-2 0 0-15</inkml:trace>
  <inkml:trace contextRef="#ctx0" brushRef="#br0" timeOffset="52196.47">7592 10335 532 0,'0'0'0'15,"0"0"0"-15,0 0 0 0,-9-4 204 0,3-1 0 0,2 1 0 16,-4-2 0-16,0 2-1 0,-4 0 1 0,2 4 0 15,1-4 0-15,-3 4-145 0,-2 0 1 0,2 0-1 16,-1 4 1-16,3 4-1 0,-6-2 0 0,4 7 0 16,-2-1 1-16,1 6-11 0,1-5 0 0,2 5 0 15,2 3 1-15,4-1-1 0,0 1 0 0,4 1 0 16,4-1 1-16,0 1-14 0,4 1 1 0,2-5-1 16,2 3 1-16,1-1-1 0,1 1 1 0,-2-5-1 15,4 7 1-15,-6-5-47 0,3-1 0 0,-5 1 0 16,-4-1 0-16,0 1 0 0,-4 1 0 0,0-5 0 15,-4-2 0-15,0 0 24 0,-4-5 1 0,0-1-1 0,-5-4 1 16,3-2-1-16,-2-4 1 0,-2-4-1 0,2 1 1 16,-1-7-2-16,1-2 1 0,2-3 0 0,-2 1 0 15,-1 1-1-15,5-5 1 0,2 5 0 0,2-1 0 16,0-1-2-16,0 7 0 0,4 0 0 0,0 2 1 0,0 1-1 16,0 5 0-16,4-4 0 0,0 2 1 0,-4 2-1 15,8 0 0-15,-4 0 0 0,7-1 1 0,-11 5-13 16,0 0-2713-16</inkml:trace>
  <inkml:trace contextRef="#ctx0" brushRef="#br0" timeOffset="52462.1">7728 10240 492 0,'0'0'0'16,"0"0"0"-16,0 0 0 0,0 0 232 0,0 0 0 15,0 0 0-15,0 0 1 0,0 0-1 0,0 0 0 0,0 0 0 16,0 0 1-16,0 15-161 0,4-9 0 0,0 4 0 16,0 0 0-16,6 7 0 0,-2 1 0 0,1 5 0 15,1-3 0-15,2 5-24 0,0 6 0 0,0 4 0 16,-1-5 1-16,1 9-1 0,-4-6 0 0,-4 4 0 16,2 0 1-16,-4-2-22 0,-2 0 1 0,0-3 0 15,-2 1 0-15,-2-2-1 0,-2-4 1 0,2-3-1 16,-4 1 1-16,8-25-28 0,0 0-2650 0</inkml:trace>
  <inkml:trace contextRef="#ctx0" brushRef="#br0" timeOffset="52811.85">6448 10285 236 0,'0'0'0'16,"0"0"0"-16,0 0 0 0,-13-4 276 0,7 4 0 0,2 0 0 15,-4-4 1-15,0 4-1 0,0 0 0 0,-2 0 0 16,2 4 0-16,-5 0-205 0,5 3 1 0,0 5-1 16,2 6 1-16,-2 3-1 0,4 6 0 0,0 3 0 15,0 9 1-15,4 6-33 0,4 3 0 0,4 1 0 16,0 0 1-16,6-4-1 0,2-2 0 0,3-6 0 16,-3-4 0-16,-16-33-39 0,0 0-2497 0</inkml:trace>
  <inkml:trace contextRef="#ctx0" brushRef="#br0" timeOffset="53545.93">8088 10201 324 0,'0'0'0'0,"0"0"0"0,0 0 0 0,-4-8 206 0,2 0 1 0,0 2-1 0,2 0 1 15,0-1-1-15,0-5 0 0,0 2 0 0,0 2 1 16,0-3-135-16,0 3 0 0,0 2 0 0,0 0 0 0,0 6 0 16,2 0 0-16,0 0 0 0,2 4 0 15,2 2-24-15,-2 4 0 0,0 5 0 0,0 3 1 0,0 5-1 16,5 3 0-16,-5 7 0 0,2 8 0 15,-2-2-13-15,0 6 1 0,0 1-1 0,0 1 1 0,-4-4-1 16,0 2 1-16,0-8-1 0,0 2 1 0,0-4-44 16,-4-5 0-16,4-7 0 0,-4-7 1 0,0-3-1 0,4-3 0 15,-4-8 0-15,2 0 1 0,2-4 20 0,0 0 0 16,0-6 0-16,2-3 0 0,2-1 0 0,-4-4 0 16,8-3 0-16,-4 1 0 0,4-3 3 0,0 7 1 15,3-7-1-15,1 7 1 0,-4-2-1 0,2 5 1 16,2-1-1-16,1 4 1 0,-3 6-1 0,2-2 0 15,0 4 0-15,0 4 0 0,-4-4-1 0,3 6 1 0,1 4 0 16,-4 5 0-16,0-5 0 0,2 6 0 16,-2-1 0-16,-3 1 0 0,3 3-1 0,-6-1 1 0,2 3 0 15,-2-5 0-15,-2 0-4 0,0 1 0 0,0-1 0 16,0-1 1-16,0-3-1 0,2-2 0 0</inkml:trace>
  <inkml:trace contextRef="#ctx0" brushRef="#br0" timeOffset="57411.2">10113 11020 124 0,'0'0'0'0,"0"0"0"0,0 0 0 0,0 0 30 0,0 0 0 0,0 0 0 16,0 0 0-16,0 0 0 0,0 0 0 0,0 0 0 15,0-6 0-15,0 1 3 0,4-3 0 0,-4 2 0 16,0-2 1-16,4 0-1 0,-4-5 0 0,2 3 0 16,0-4 1-16,0-1 37 0,3-1 1 0,-1 2 0 15,0-3 0-15,0 1-1 0,0-5 1 0,0 3 0 0,0 3 0 16,0-5-4-16,-4 2 0 0,4 1 0 0,-2 1 1 15,0 1-1-15,0 5 0 0,2 2 0 0,-4 2 0 16,0 2-96-16,0 4 0 0,-4 2 0 0,2 6 0 16,-2 4 0-16,0 3 0 0,4 5 0 0,-4 7 1 0,0 3 76 15,0 3 1-15,0 8-1 0,0 0 1 0,0 2-1 16,4-2 0-16,4-4 0 0,-4-2 1 0,4-2-24 16,4-2 0-16,-4-9 0 0,6 1 0 0,2-5 0 15,1-7 0-15,-1-5 0 0,6-6 0 0,-2-2 5 0,3-4 0 16,-3-7 0-16,6-1 1 0,-3-2-1 15,5 1 0-15,-6-9 0 0,3-1 0 0,-7 0 2 0,2 3 0 16,-4-1 0-16,-1 3 1 0,-3 1-1 0,0 3 0 16,-4 6 0-16,4 1 1 0,-4 3-1 0,0 4 0 15,-2 2 0-15,2 4 0 0,0 4 0 0,5 5 0 16,-5 1 0-16,4 5 0 0,0 5-3 0,0-1 1 16,2-5-1-16,2 3 1 0,5 1-1 0,1-5 1 0,-2-3-1 15,7-6 1-15,-1-2-1 0,3-4 0 16,-3-4 0-16,2-4 0 0,3-2-1 0,-1-8 1 0,-1-3 0 15,1-3 0-15,-3-3-7 0,-3-6 1 0,-2-2 0 16,-1 3 0-16,-7-9-1 0,2 0 1 0,-8 2 0 16,0 2 0-16,0 0-8 0,0 2 0 0,-4 5 0 15,-4 9 1-15,4 1-1 0,-4 9 0 0,4 1 0 16,0 2 1-16,0 6-17 0,0 0-2784 0</inkml:trace>
  <inkml:trace contextRef="#ctx0" brushRef="#br0" timeOffset="57794.94">11322 10638 680 0,'0'0'0'0,"0"0"0"0,0 0 0 0,0 0 214 0,0 8 1 0,0-6 0 16,2 1 0-16,4-1-1 0,-2 2 1 0,0-4 0 15,5 4 0-15,3-4-144 0,6 4 1 0,-2-4 0 16,7 0 0-16,-1 0-1 0,3 0 1 0</inkml:trace>
  <inkml:trace contextRef="#ctx0" brushRef="#br0" timeOffset="57995.14">11253 10948 764 0,'0'0'0'0,"0"0"0"0,0 0 0 0,0 0 189 15,0 0 1-15,0 0-1 0,0 0 1 0,8 4-1 16,0-4 1-16,2 0-1 0,7 0 1 0,-1 0-122 0,6 0 1 15,1-4-1-15,9 0 1 0,-1 2-1 0,3-2 1 16</inkml:trace>
  <inkml:trace contextRef="#ctx0" brushRef="#br0" timeOffset="59745.23">12026 10702 644 0,'0'0'0'0,"0"0"0"0,0 0 0 0,0 0 193 0,0 12 0 0,0-8 0 0,0 0 0 0,0 0-1 15,4 3 1-15,5-1 0 0,-5 0 0 0,6 0-117 16,2 0 0-16,0 0 0 0,4 3 1 0,3-5-1 16,3-4 0-16,3 4 0 0,1-4 0 0,1-4-28 0,1 0 1 15,3-5 0-15,-5 1 0 0,3-2-1 16,-3 0 1-16,-8-3 0 0,3 1 0 0,-9-2-19 0,-2 1 1 16,-2-1 0-16,-8 2 0 0,0-1-1 0,-8 3 1 15,0-2-1-15,-4-1 1 0,-3 3-35 0,-1 0 0 16,-2 2 0-16,-7 0 1 0,3 3-1 0,-4-1 1 15,-1 4-1-15,3 2 1 0,-7 2 10 0,1 4 0 16,-3 3 0-16,3 3 1 0,-1 2-1 0,0 5 0 16,3 1 0-16,6 5 1 0,-1 4-6 0,1-1 1 0,6 5-1 15,-1 2 1-15,5 2-1 0,6-2 1 0,2 0-1 16,4 2 1-16,4-3 0 0,4-3 1 0,6 0 0 16,7-4 0-16,5-7-1 0,5-1 1 0,3-5 0 15,9-2 0-15,4-8 0 0,6 0 0 0,2-4 0 16,0-2 1-16,-2 0-1 0,2-6 0 0,-7 2 0 15,1-2 1-15,-8 0 3 0,2-5 1 0,-5 3 0 16,-5 2 0-16,-33 8-9 0,0 0-2685 0</inkml:trace>
  <inkml:trace contextRef="#ctx0" brushRef="#br0" timeOffset="61678.66">12997 10136 384 0,'0'0'0'0,"0"0"0"0,0 0 0 0,0 0 276 0,-8-4 1 0,4 4 0 0,0-5 0 16,0 1-1-16,-2 0 1 0,2 0 0 0,-5 0 0 15,5 2-197-15,-6-2 0 0,2 0 0 0,0 0 0 16,4 2-1-16,-4 0 1 0,-2 0 0 0,-1 0 0 0,5 2-36 16,-6 0 0-16,2 0 0 0,0 4 1 0,0 4-1 15,-3-4 0-15,3 2 0 0,0 6 1 0,4 5-29 16,-2-3 1-16,0 5-1 0,1 1 1 0,1 1-1 16,2 3 0-16,4 1 0 0,0-3 1 0,4 5-17 0,2-4 0 15,5-1 0-15,5-5 0 0,-2 1 0 0,7-4 0 16,-1-1 0-16,4-5 0 0,1-4-3 0,-1-4 1 15,3-4-1-15,3-6 1 0,-3-3-1 0,-5 1 1 16,2-6-1-16,-3 1 1 0,-3-1 1 0,-4-5 0 16,-3 3 0-16,-5 1 1 0,-2-3-1 0,-4-3 1 15,-4 5-1-15,-5 3 1 0,1-5-1 0,-2 1 1 16,-2 3 0-16,-2-5 0 0,1 5 0 0,-5-3 0 16,2 3 0-16,4-1 0 0,-7 3 4 0,3 5 0 0,2-1 0 15,2 4 1-15,-1 0-1 0,5 2 0 0,2 2 0 16,4 1 1-16,2 1-3 0,0 2 1 0,4 0-1 15,4 0 1-15,0 2-1 0,3 1 0 0,5-1 0 16,0 2 1-16,1 0-2 0,5 0 0 0,0 0 0 16,-1 0 0-16,5 0 0 0,-6 0 0 0,3-2 0 15,-3 2 0-15,3 1-1 0,-7-1 1 0,2-4 0 16,0 4 0-16,-1-4-1 0,-5 4 1 0,-2 0-1 0,-2 0 1 16,-4 2 0-16,0 2 1 0</inkml:trace>
  <inkml:trace contextRef="#ctx0" brushRef="#br0" timeOffset="62716.25">13388 10228 392 0,'0'0'0'0,"0"0"0"0,0 0 0 0,0 0 225 0,-8 8 1 0,8-4 0 0,0 2 0 16,0-1-1-16,0 1 1 0,0 0 0 0,4 0 0 15,0 2-166-15,0-4 1 0,2 2-1 0,6 3 1 16,-4-1-1-16,5 0 0 0,-1 0 0 0,2-2 1 15,2 3-26-15,3-5 0 0,-1 0 0 0,2 0 1 16,-3-2-1-16,1 0 0 0,-2 0 0 0,1 0 1 16,1-2-6-16,-6 0 1 0,2 0 0 0,-6-2 0 15,1-2-1-15,-5 0 1 0,0-2-1 0,-2 2 1 0,-2-9-37 16,0 3 1-16,-2-6-1 0,-2 1 1 0,0-3-1 16,-5-5 1-16,5-1 0 0,-6 1 0 0,0-8 12 15,0-4 0-15,-2 3 0 0,1-5 1 0,-1 0-1 16,0 6 0-16,0-4 0 0,4 9 0 0,-2-5 9 0,-3 8 0 15,3-3 0-15,2 9 0 0,0 3 0 16,0-1 0-16,0 5 0 0,4 4 0 0,-1 2-2 0,5-2 0 16,0 2 0-16,5 2 0 0,3 2 0 0,0 2 0 15,0 0 0-15,4 2 0 0,6 4-1 0,1-2 1 16,5 2 0-16,3 5 0 0,3-5-1 0,7 0 1 16,1 2 0-16,5-6 0 0,6 3-6 0,-2-3 1 15,0-2 0-15,0-2 0 0,-5 0-1 0,3-2 1 0,-10-2 0 16,-5 2 0-16,-1-3-5 0,-11 1 1 0</inkml:trace>
  <inkml:trace contextRef="#ctx0" brushRef="#br0" timeOffset="63644.61">13870 9976 48 0,'0'0'0'0,"0"0"0"0,0 0 0 0,0 0 279 0,0 0 0 0,0 0 0 0,0 0 0 0,0 0 0 0,4-8 0 16,0 3 0-16,-4 1 0 0,4 0-233 0,-4 0 1 15,5 0-1-15,-1 2 1 0,-2-2-1 0,2 2 1 16,-2 2-1-16,2 0 1 0,-2 2-17 0,0 2 0 16,0 2 0-16,2 6 1 0,-4-1-1 0,0 5 0 15,0 3 0-15,0-1 0 0,-4 7-16 0,0 1 0 16,-2 1 0-16,0 4 0 0,0-1-1 0,1-3 1 0,-3 4 0 15,2-4 0-15,0-1-14 0,0-7 0 16,2 1 0-16,0-1 1 0,4-9-1 0,-4-2 0 0,4-4 0 16,4-2 1-16,-4-2-2 0,4-4 1 0,0-2-1 15,2-4 1-15,0-5-1 0,4-1 1 0,-1-5 0 16,3 1 0-16,2-1 0 0,-2-5 0 0,2 3 0 16,3 3 1-16,-5 1-1 0,0 1 0 0,2 3 0 15,-1 3 1-15,-5 4 9 0,-2 4 1 0,2 4-1 16,-4 0 1-16,4 0-1 0,-4 4 1 0,-4 4-1 15,2 2 1-15,-2 3 1 0,0 1 1 0,-2 7-1 0,2-3 1 16,-4-4-1-16,4 7 0 0,-4-3 0 0,0 1 1 16,4 1-2-16,-4-7 0 0,4 5 0 0,0-6 1 15,0-12-12-15,0 0-2425 0</inkml:trace>
  <inkml:trace contextRef="#ctx0" brushRef="#br0" timeOffset="66227.52">1695 8909 548 0,'0'0'0'0,"0"0"0"0,0 0 0 0,0 0 172 0,0 0 1 0,0 0-1 0,0 0 1 0,0 0-1 0,0 0 0 0,0 12 0 16,4-3 1-16,-4 5-86 0,5-2 0 0,-1 9 0 16,0 8 0-16,0 3 0 0,0 11 0 0,0 7 0 15,0 3 0-15,-2 6-29 0,2 3 0 0,0-5 0 16,0-1 1-16,0-3-1 0,4-6 0 0,-4-4 0 15,5-8 1-15,-9-35-59 0,0 0-2317 0</inkml:trace>
  <inkml:trace contextRef="#ctx0" brushRef="#br0" timeOffset="66661.95">1982 9266 164 0,'0'0'0'0,"0"0"0"0,0 0 0 16,0 0 270-16,0 0 1 0,0 0-1 0,0 0 1 15,8 0-1-15,-3 0 0 0,1 0 0 16,2 0 1-16,0 0-203 0,0 0 0 0,4 0 0 0,-2-4 1 15,7 0-1-15,-5-2 0 0,2-3 0 0,2 1 1 0,-1-4-28 16,-3 2 1-16,0-3-1 0,-2 1 1 0,-2-2-1 16,-3-1 0-16,-5 3 0 0,0 0 1 0,0 2-18 15,0 1 0-15,-5-1 0 0,-3 6 1 0,2 2-1 16,2 4 0-16,-4 4 0 0,0 6 1 0,4 1-26 0,-6 5 0 16,6 5 0-16,-5 8 1 0,1 3-1 0,4 5 1 15,0 2-1-15,4-4 1 0,0 0 1 0,4-4 1 16,4-2 0-16,0-7 0 0,7-5-1 0,-3-5 1 15,4-6-1-15,3-3 1 0,-3-5 2 0,2-9 1 16,3-1-1-16,-3-2 1 0,-2-7-1 0,2-1 1 16,-1-3-1-16,-1-3 1 0,-6-5 5 0,6-4 0 15,-3 0 0-15,-3-4 0 0,2-2 0 0,-4-2 0 16,0 2 0-16,2-2 0 0,-1 2 3 0,-1 2 0 0,0 4 0 16,-4 6 0-16,2 5-1 0,2 5 1 0,-4 9 0 15,-4 4 0-15,4 4-2 0,-4 2 0 0,0 0 0 16,4 4 1-16,-4 2-1 0,5 2 0 0,-5 0 0 15,4 7 0-15,0-1-8 0,2 3 1 0,2 5 0 16,-4 5 0-16,4 2-1 0,4 12 1 0,-1 2 0 16,1 6 0-16,0 4-3 0,2 1 1 0,-2 1 0 0,3 0 0 15,-3-6-1-15,4-1 1 0,-2-5-1 0,-1-2 1 16,-13-41-2-16,0 0-2818 0</inkml:trace>
  <inkml:trace contextRef="#ctx0" brushRef="#br0" timeOffset="66832.07">2373 9354 648 0,'0'0'0'0,"0"0"0"0,0 0 0 0,0 0 232 0,0 0 0 0,12-8 0 0,-6 4 0 0,3 0 0 0,3-2 0 16,0 0 0-16,2-1 0 0,7-3-164 0,1 0 1 16,9 0-1-16,-1-7 1 0,5 3-1 0,3-1 1 15,1 3-1-15,2-2 1 0,20-3-69 16,-61 17-2289-16</inkml:trace>
  <inkml:trace contextRef="#ctx0" brushRef="#br0" timeOffset="67195.59">3061 8901 484 0,'0'0'0'0,"0"0"0"0,0 0 0 0,0 0 204 15,0 0 0-15,-8 8 0 0,4-4 0 0,-4 7-1 16,2 1 1-16,-3 4 0 0,1 3 0 0,0 3-142 16,-2 9 1-16,2 0 0 0,0 4 0 0,0 2-1 0,8 0 1 15</inkml:trace>
  <inkml:trace contextRef="#ctx0" brushRef="#br0" timeOffset="67445.07">3208 9188 640 0,'0'0'0'0,"0"0"0"15,0 0 0-15,-9 4 177 0,3-2 0 0,2 0 0 16,0 2 0-16,0 1 0 0,0-1 0 0,0 0 0 15,0 2 0-15,4 2-116 0,0 0 0 0,4 3 0 16,4 1 1-16,0 2-1 0,2 3 0 0,3-1 0 16,-1 2 0-16,-2 1-20 0,2 1 0 0,5 3 0 15,-7 0 0-15,2 3-1 0,0-5 1 0,-8 1 0 16,0 1 0-16,-4-5-7 0,-8-1 1 0,0 1-1 0,-4-5 1 16,-2-3-1-16,-3-2 1 0,3-2-1 0,-6-4 1 15,-3-2-46-15,-1-4 0 0</inkml:trace>
  <inkml:trace contextRef="#ctx0" brushRef="#br0" timeOffset="67894.78">4626 9102 576 0,'0'0'0'0,"0"0"0"0,-10-2 0 0,6 2 207 0,0 0 0 0,0 0 0 16,-4 0 1-16,4 4-1 0,-5 4 0 0,5-4 0 16,2 7 0-16,-2 1-147 0,4 4 0 0,0 3 0 15,0 3 0-15,4 1-1 0,6-1 1 0,-1 5 0 16,7-2 0-16,-2 1-16 0,2-3 1 0,3 2-1 0,1-1 1 16,-8-1-1-16,7 1 0 0,-7-5 0 15,-2 1 1-15,-2-1-23 0,-4-1 0 0,-4 1 0 0,0 1 1 16,-4-3-1-16,-4 1 0 0,-2-4 0 0,-2 1 1 15,-3-3-24-15,3-4 1 0,-8 0-1 0,1-8 1 16,-1 0-1-16,2-8 1 0,-3-2-1 0,3-2 1 16,2-3 1-16,-2-1 1 0,1 0 0 0,5-3 0 0,12 19-2 15,0 0-2436-15</inkml:trace>
  <inkml:trace contextRef="#ctx0" brushRef="#br0" timeOffset="68213">4990 9209 488 0,'0'0'0'0,"0"0"0"0,0 0 0 0,0 0 249 0,-4 8 0 16,4-6 0-16,-4 0 1 0,0 4-1 0,0 2 0 16,-2-2 0-16,-2 5 0 0,4 3-183 0,-8-2 1 15,3 7-1-15,-5-1 1 0,6-1-1 0,-4 5 0 16,4-3 0-16,2 1 1 0,2-1-23 0,4-5 1 16,0 2-1-16,6-5 1 0,2 1-1 0,0-6 0 15,4 0 0-15,-2-2 1 0,7-4-25 0,-1 0 1 0,-2-4 0 16,2-2 0-16,-1 0-1 0,1-2 1 0,-4-2-1 15,0 1 1-15,3-3-20 0,-7 2 0 0,4 2 0 16,-6-5 1-16,2 3-1 0,0 2 0 0,-4 4 0 16,5-2 0-16,-5 4-1 0,2 2 0 0,2 2 0 15,-4 4 1-15,4 2-1 0,-4 2 0 0,0 2 0 16,0 1 0-16,2 5 0 0,-1-1 0 0,-1 1 0 16,0-1 1-16,-4-3-1 0,4-2 0 0,-4 3 0 0,4-7 0 15,-4 0 4-15,4-2 1 0,-4-2-1 0,4-4 1 16,0 0-1-16,2-4 1 0</inkml:trace>
  <inkml:trace contextRef="#ctx0" brushRef="#br0" timeOffset="68545.47">5357 9393 284 0,'0'0'0'0,"0"0"0"0,0 0 0 0,0 0 261 15,0 0 1-15,0 0-1 0,0 0 1 0,0 0-1 16,8-2 0-16,-4 2 0 0,0 2 1 0,0 0-193 16,0 0 1-16,0 0-1 0,2 2 1 0,3 1-1 15,3-1 0-15,-4 0 0 0,2 0 1 0,2 0-29 16,-4-2 0-16,1 2 0 0,1-4 0 0,-2 0-1 15,4 0 1-15,-8-4 0 0,6 0 0 0,3-2-21 0,-5-2 0 16,4-1 0-16,2 1 0 0,-2-2-1 0,1-4 1 16,1 1 0-16,-2-3 0 0,0 1-21 0,-2 1 1 15,3 2 0-15,-1 0 0 0,-4 1-1 0,2 5 1 16,-6 4 0-16,4-2 0 0,-4 4 1 0,5 4 0 16,-5 0 0-16,-2 4 1 0,2 7-1 0,0-1 0 15,0 2 0-15,0 7 0 0,0 4-1 0,0-3 0 0,0 1 0 16,-4 4 1-16,4-1-1 0,-4-1 0 0,0 2 0 15,-4-3 0-15,0 1 4 0,-4 0 1 0,0-5-1 16,-2-1 1-16,-3-5-1 0,1 1 1 0,-2-5-1 16,-6-4 1-16,3-2 5 0,-1-2 0 0,0-8 0 15,1 0 0-15,-3-4-1 0,2-2 1 0,1-3 0 16,3-1 0-16,2 0 0 0,0-3 0 0,2-1 0 16,1-1 0-16,9 19-10 0,0 0-2685 0</inkml:trace>
  <inkml:trace contextRef="#ctx0" brushRef="#br0" timeOffset="68746.3">6053 8958 528 0,'0'0'0'0,"0"0"0"0,0 0 0 0,0 0 247 0,0 0 0 0,0 0 0 0,0 0 0 0,-4 9 0 15,4-9 0-15,0 4 0 0,4-4 0 0,0 4-183 16,0-4 0-16,4 2 0 0,-4 0 1 0,2 2-1 15,-2-2 0-15,0 0 0 0,1 4 0 0,-1-6-28 0,0 4 1 16,-4 0 0-16,0 1 0 0,0-5-37 0,0 0-2373 16</inkml:trace>
  <inkml:trace contextRef="#ctx0" brushRef="#br0" timeOffset="69195.73">6092 9486 756 0,'0'0'0'0,"0"0"0"0,0 0 0 16,0 0 190-16,0 0 1 0,0 0-1 15,0 0 1-15,0 0-1 0,-11-7 1 0,9 5-1 0,0 0 1 16,2 0-120-16,-4 2 1 0,0 0-1 0,0 0 1 15,0 0-1-15,4-2 0 0,-4 2 0 0,4 0 1 16,-4 0-19-16,4-2 1 0,0 2-1 0,-4 0 1 16,4 0-1-16,0-4 0 0,0 4 0 0,0 0 1 0,4-4-17 15,-4 0 0-15,0 0 0 0,4 2 1 16,-4 0-1-16,0 0 0 0,0-1 0 0,0 1 1 16,0 2-47-16,-4 0 1 0,4 0 0 0,-4 0 0 0,2 2-1 15,0-2 1-15,2 3 0 0,0-3 0 0,0 0 21 16,2 0 0-16,-2 0 0 0,2 0 1 0,2 0-1 15,0-3 0-15,0 3 0 0,4-2 0 0,-4 2-1 0,0 0 0 16,0 0 0-16,-2 0 0 0,0 0 0 0,-2 2 0 16,0 3 0-16,-2-1 0 0,0 0-2 0,0 0 1 15,0 4-1-15,-2-4 1 0,0 2-1 0,0 1 1 16,0-1-1-16,0-2 1 0,0 2 0 0,-2 0 1 16,2-2-1-16,2 2 1 0,0-2-1 0,2-4 1 15,0 5-1-15,0-5 1 0,0 0-12 0,0 0-2916 0</inkml:trace>
  <inkml:trace contextRef="#ctx0" brushRef="#br0" timeOffset="73561.42">4256 13175 536 0,'0'0'0'0,"0"0"0"0,0 0 0 0,0 0 174 0,0 0 0 0,0-8 0 16,4 4 0-16,-4-2-1 0,4 4 1 0,-4-2 0 15,4 2 0-15,-2 2-84 0,0 4 0 0,4 2 0 16,-2 4 0-16,4 5 0 0,-4 1 0 0,0 11 0 16,1 10 0-16,-1 12-24 0,2 12 0 0,2 13 0 15,-4 4 1-15,4 6-1 0,0 15 0 0,-2-11 0 16,7-10 0-16,-5-11-30 0,0-7 1 0,2-9-1 16,-2-6 1-16,0-10-1 0,0-8 1 0,-4-5-1 0,5-9 1 15,-9-13-37-15,0 0-2601 0</inkml:trace>
  <inkml:trace contextRef="#ctx0" brushRef="#br0" timeOffset="73866.48">4235 13315 648 0,'0'0'0'0,"0"0"0"0,0 0 0 0,-10 10 232 0,10-6 0 16,0 2 0-16,0 0 0 0,0 1 0 0,4 1 0 15,2 2 0-15,3 0 0 0,3 7-158 0,2-3 1 16,6 7-1-16,1-5 1 0,9 0-1 0,1 5 0 16,7-5 0-16,1 3 1 0,4-9-25 0,4-2 1 15,-5 0 0-15,3-8 0 0,-2-4-1 0,-4-4 1 16,-1-2 0-16,-3-4 0 0,-7-5-17 0,-5-3 1 16,-7-1 0-16,-2-4 0 0,-6-1-1 0,-8-1 1 15,0-2 0-15,-8 0 0 0,-4 5-42 0,-2-1 0 0,-3 4 0 16,-5-1 0-16,-2 7 0 0,-3 1 0 0,1 4 0 15,-5 4 0-15,1 1 17 0,-3 7 0 0,3 2 0 16,-5 5 0-16,4 1-1 0,1 2 1 0</inkml:trace>
  <inkml:trace contextRef="#ctx0" brushRef="#br0" timeOffset="74128.75">5214 12759 1017 0,'0'0'0'0,"0"0"0"0,0 0 0 0,4 12 254 16,0-4 0-16,-4 5 0 0,5 5 0 0,-5 1-163 15,4 3 0-15,-2 13 0 0,2 4 1 0,0 10-1 16,0 5 0-16,0 3 0 0,-4 1 1 0,4 1-30 0,0 0 0 15,0-3 0-15,0-3 0 0,0 1-1 16,-4-11 1-16,4-2 0 0,2-7 0 0,-6-34-62 0,0 0-2444 16</inkml:trace>
  <inkml:trace contextRef="#ctx0" brushRef="#br0" timeOffset="74281.23">4931 13247 668 0,'0'0'0'0,"0"0"0"15,0 0 0-15,0 0 210 0,0 0 0 0,0 0 0 16,0 0 1-16,4-12-1 0,5 6 0 0,3-3 0 16,-2-3 1-16,6 0-134 0,5-3 1 0,5-3 0 15,5-2 0-15,-1-1-1 0,1 0 1 0,3 3 0 16,-1 0 0-16,16-3-78 0,-49 21-2229 0</inkml:trace>
  <inkml:trace contextRef="#ctx0" brushRef="#br0" timeOffset="74478.7">5465 12810 608 0,'0'0'0'0,"0"0"0"0,0 0 0 15,-11 4 215-15,7-2 0 0,-4 5 0 0,0-1 0 0,-2 2-1 16,2 4 1-16,-4 7 0 0,-3-3 0 0,-1 7-150 16,0 3 1-16,-3 3-1 0,-1 4 1 0,-2 0-1 15,-1 4 0-15,3-1 0 0,-2-5 1 0,5 4-12 16,-5-8 0-16,2 4 0 0,1-5 0 0,-1-3 0 15,2-5 0-15,1-1 0 0,9-7 0 0,8-10-54 0,0 0-2462 16</inkml:trace>
  <inkml:trace contextRef="#ctx0" brushRef="#br0" timeOffset="74631.5">4956 12956 304 0,'0'0'0'16,"0"0"0"-16,-8-10 0 0,4 6 254 0,0-3 1 16,-1 5-1-16,1-2 1 0,2 4-1 0,2 0 0 15,2 4 0-15,7-2 1 0,-1 5-184 0,4 3 1 16,-2 2-1-16,6 0 1 0,5 5-1 0,5 1 1 0,5 1-1 15,3 3 1-15,1 5-24 0,4-5 0 0,-1 1 0 16,-3 2 0-16,4-3 0 0,-9 1 0 0,3-3 0 16,-7 3 0-16,-26-23-48 0,0 0-2472 0</inkml:trace>
  <inkml:trace contextRef="#ctx0" brushRef="#br0" timeOffset="75311.75">6590 13380 452 0,'0'0'0'0,"0"0"0"0,0 0 0 0,0 0 211 0,0 0 0 0,-8 2 0 0,6-2 0 0,2 3-1 0,0-3 1 16,2 2 0-16,2 0 0 0,4 2-126 0,-4-4 0 15,9 4 0-15,-3 0 1 16,6 0-1-16,4 2 0 0,-1 0 0 0,1 1 1 0,6-3-39 0,1-2 0 16,-1 2 0-16,7-4 1 0,24-4-48 0,-57 4-2258 0</inkml:trace>
  <inkml:trace contextRef="#ctx0" brushRef="#br0" timeOffset="75510.98">6672 13715 788 0,'0'0'0'0,"0"0"0"16,0 0 0-16,-11 0 192 0,9 0 1 0,0 0-1 15,2 0 1-15,2 0-1 0,7 0 0 0,-1-6 0 16,0 1 1-16,6-1-119 0,6 0 0 0,1 2 0 15,5-6 1-15,5 2-1 0,-1-1 0 0,1 1 0 16,3 0 1-16,-1 0-25 0,-3 2 0 0,1 2 0 0,0-3 0 16,11-1-50-16,-42 8-2341 0</inkml:trace>
  <inkml:trace contextRef="#ctx0" brushRef="#br0" timeOffset="79127.88">8288 13013 520 0,'0'0'0'0,"0"0"0"0,0 0 0 0,0-8 168 0,-5 2 1 0,3 0 0 0,2 0 0 0,0-5-1 16,0 3 1-16,0 0-1 0,2 4 1 0,3-4-77 15,-5 4 1-15,4 4 0 0,-4 2 0 0,4 4-1 16,-4 6 1-16,4 4 0 0,-4 5 0 0,4 8-19 16,-4 10 1-16,0 6 0 0,0 12 0 0,0 9-1 15,0 6 1-15,0 1 0 0,0-1 0 0,0 12-31 16,-4-20 1-16,4-9-1 0,-4-10 1 0,4-12-1 0,0-4 0 15,-4-13 0-15,4-9 1 0,-4-5-49 0,4-7 0 16,-7 1 0-16,5-4 1 0,2 8 3 0,0 0-2662 16</inkml:trace>
  <inkml:trace contextRef="#ctx0" brushRef="#br0" timeOffset="79313.39">8243 12857 720 0,'0'0'0'0,"0"0"0"16,0 0 0-16,0 0 218 0,0 0 1 0,0 0-1 16,0 0 1-16,0 0-1 0,0 0 1 0,18 2-1 15,-6-2 1-15,7-2-140 0,1 0 1 0,6 0-1 16,5-2 1-16,4 2-1 0,3 0 0 0,5 2 0 16,0 0 1-16,-1 0-47 0,1 4 1 0,0 2 0 0,-4 3 0 15,14 7-34-15,-53-16-2429 0</inkml:trace>
  <inkml:trace contextRef="#ctx0" brushRef="#br0" timeOffset="79645.39">8330 13270 720 0,'0'0'0'15,"0"0"0"-15,0 0 0 0,0 0 184 0,-10 2 1 0,8-2 0 16,0 2 0-16,0 2-1 0,2-4 1 0,0 4 0 15,2-2 0-15,2 2-118 0,2 2 1 0,6 0 0 16,3 3 0-16,5-5-1 0,-2 2 1 0,11 0 0 16,1 0 0-16,9-2-26 0,4 0 1 0,4-4 0 15,-1 0 0-15,32-4-43 0,-78 4-2184 0</inkml:trace>
  <inkml:trace contextRef="#ctx0" brushRef="#br0" timeOffset="80628.48">9706 13335 580 0,'0'0'0'0,"0"0"0"0,0 0 0 0,0 0 201 0,0 0 0 0,0 0 0 0,8-10 0 0,-4 8-1 16,4-2 1-16,1 2 0 0,5-2 0 0,-2 4-130 0,6-4 1 15,3 4 0-15,1-4 0 0,3 1-1 16,-3 3 1-16,2 3 0 0,7 1 0 0,-5 0-30 0,5-2 0 16</inkml:trace>
  <inkml:trace contextRef="#ctx0" brushRef="#br0" timeOffset="81993.43">16469 7192 84 0,'0'0'0'0,"0"0"0"0,0 0 0 0,0 0 242 0,8 5 0 0,-1-1 0 0,5-4 1 0,4 0-1 0,6 0 0 15,3-4 0-15,11 4 1 0,11-5-207 0,14 1 1 16,11-4-1-16,15-2 1 0,19 2-1 0,53-11 1 16,-27 7-1-16,8 0 1 0,5 1-18 0,10 3 0 0,-1 0 0 15,7-2 1-15,4 1-1 0,8-3 0 0,2 2 0 16,6-4 0-16,0 1-14 0,13 5 1 0,-5-8-1 16,8 1 1-16,-7 1-1 0,3 2 0 0,-14-3 0 15,-4 3 1-15,-2 0-4 0,-4 1 1 0,-10-1 0 16,-5 4 0-16,-11 2-1 0,-9 2 1 0,-8 4-1 15,-10 0 1-15,-6 4-11 0,-12-4 0 0,-15 4 0 16,-1 2 0-16,-11 2 0 0,-2 0 0 0</inkml:trace>
  <inkml:trace contextRef="#ctx0" brushRef="#br0" timeOffset="88977.7">23688 6319 288 0,'0'0'0'0,"0"0"0"0,0 0 0 0,0 0 96 0,0 0 0 0,0 0 0 0,-2-8 1 0,2 8-1 0,2-3 0 16,2-1 0-16,3 0 0 0,1 0 19 0,2 0 0 15,2 0 0-15,2 4 1 0,5-4-1 0,5-2 0 16,5 2 0-16,-1-1 0 0,5 1-47 0,3 0 1 15,5 4-1-15,2-4 1 0,-5-2-1 0,5 4 0 16,-2-2 0-16,-5 2 1 0,1-2-23 0,-2-4 0 0,-5 3 0 16,-3-1 0-16,-7 0 0 0,-2 0 0 15,-1-6 0-15,-3 1 0 0,-6-1-50 0,-4 0 1 0,-2 2 0 16,-2-3 0-16,-2 1-1 0,-2-2 1 0,-4 1 0 16,-6 3 0-16,-1-4 21 0,-3 1 1 0,-2 5 0 15,-3 0 0-15,-3 2-1 0,-5 2 1 0,-3 4-1 16,-1 0 1-16,-6 0-11 0,1 4 1 0,-1 2-1 15,2-2 1-15,-1 8-1 0,1-1 0 0,2 5 0 16,1 2 1-16,1 3-1 0,5 2 1 0,3 3-1 16,3 5 1-16,3-4-1 0,3 7 1 0,6 3-1 0,6 2 1 15,4 0-2-15,4-6 1 0,4 2 0 0,8-2 0 16,6-4-1-16,7-3 1 0,5-3 0 0,11-7 0 16,6 1-2-16,6-3 1 0,4-6 0 0,2-4 0 15,4 0-1-15,-2-4 1 0,0 0-1 0,-2 0 1 16,7-2 2-16,-5-2 1 0,-8-2-1 0,-2 2 1 15,-15-10-10-15,-38 14-2478 0</inkml:trace>
  <inkml:trace contextRef="#ctx0" brushRef="#br0" timeOffset="89779.86">24553 5560 188 0,'0'0'0'0,"0"0"0"0,0 0 0 0,0 0 267 0,0 0 1 0,0 0-1 16,0 0 1-16,0 0-1 0,8-4 0 0,-8 4 0 15,3 0 1-15,-1 0-212 0,0 4 1 0,0 0-1 16,0 4 1-16,0 2-1 0,0 7 1 0,2-3-1 16,0 5 1-16,0 5-18 0,0-1 0 0,0-1 0 15,-2 5 0-15,2 4-1 0,-2-7 1 0,0 5 0 16,0 0 0-16,-2-3-20 0,0-3 1 0,0-4 0 0,0-3 0 16,0-2-1-16,-2-6 1 0,0-1-1 0,0-5 1 15,0-4-19-15,0-5 0 0,0-1 0 0,0-8 0 16,2-3 0-16,0 1 0 0,0-5 0 0,2-5 0 15,0 1-1-15,2 0 0 0,0-1 0 0,2-3 1 0,0 2-1 16,3 7 0-16,1-1 0 0,0 0 0 16,4 5 1-16,-6 6 1 0,7 4 0 0,1-1 0 0,-4 5-1 15,4 4 1-15,1 2-1 0,-1 4 1 0,4 3 0 0,-3-1 0 16</inkml:trace>
  <inkml:trace contextRef="#ctx0" brushRef="#br0" timeOffset="90244.35">25062 5749 484 0,'0'0'0'0,"0"0"0"0,0 0 0 0,0 0 223 0,0 0 0 0,4-9 0 0,0 9 1 0,2-4-1 0,1 4 0 15,1 0 0-15,0 0 0 0,2 0-161 0,2 4 0 16,0 0 0-16,3 3 1 0,-15-7-63 0,0 0-1889 0</inkml:trace>
  <inkml:trace contextRef="#ctx0" brushRef="#br0" timeOffset="90927.81">25683 5625 92 0,'0'0'0'0,"0"0"0"0,0 0 0 0,0 0 225 0,0 0 0 16,0 0 0-16,-4-8 1 0,4 4-1 0,0-4 0 16,-2 4 0-16,0-2 0 0,0-2-183 0,0-1 0 15,0-1 0-15,0 2 0 0,2-7-1 0,-4 3 1 16,-3 2 0-16,1 2 0 0,2 0-13 0,-2-1 0 0,0 3 0 16,0 4 0-16,-4 0 0 0,0 2 0 0,-1 4 0 15,3 2 0-15,-4 3-16 0,2 1 1 0,-2 2-1 16,-1 2 1-16,3 7-1 0,2-3 1 0,0 5-1 15,4 2 1-15,0-3-11 0,4 5 0 0,4-5 0 16,-2 1 0-16,4 2 0 0,2 1 0 0,4-3 0 16,1-1 0-16,-1 1-3 0,2-1 1 0,0-1-1 15,-3 2 1-15,1-3-1 0,0 3 1 0,-6-9-1 16,0 4 1-16,-2-1 5 0,-2-7 1 0,-2 2-1 16,-2-3 1-16,-4-5-1 0,0-2 1 0,-2-2-1 15,-2-2 1-15,-3-7 2 0,1 1 0 0,-6-2 0 0,0-2 0 16,1-5-1-16,1 3 1 0,0 0 0 0,0-3 0 15,1-1 2-15,5 1 0 0,-2 3 0 0,2 2 1 16,4 1-1-16,2 3 0 0,-3 0 0 0,5 0 0 16,2 2 4-16,2 6 0 0,5-4 0 0,-3 4 1 15,0-5-1-15,6 5 0 0,2-4 0 0,0 4 1 0,3-4-3 16,1 2 0-16,2 0 0 0,2 0 1 0,-20 2-14 16,0 0-2238-16</inkml:trace>
  <inkml:trace contextRef="#ctx0" brushRef="#br0" timeOffset="91296.09">25911 5437 160 0,'0'0'0'0,"0"0"0"0,0 0 0 0,0-8 253 0,2 6 1 0,0-7-1 0,0 5 1 16,2-4-1-16,0 4 0 0,0 0 0 0,0 2 1 15,2 2-206-15,0 2 0 0,1 4 0 0,1 4 1 16,4 3-1-16,-4 1 0 0,2 6 0 0,0 9 1 16,5 4-15-16,-3 12 0 0,2 0 0 0,-2 11 0 0,1 1-1 15,-5 7 1-15,-2 1 0 0,-4-3 0 0,-2 1-18 16,-6 1 0-16,-4 8 0 0,-3-11 0 0,-3-7 0 16,-2-1 0-16</inkml:trace>
  <inkml:trace contextRef="#ctx0" brushRef="#br0" timeOffset="91910.95">24384 5357 252 0,'0'0'0'0,"0"0"0"0,0 0 0 0,0 0 208 0,0 0 0 0,-8-4 0 0,6 4 0 0,0 0 0 0,0 0 0 16,0 0 0-16,-2 4 0 0,0 0-147 0,0 6 1 0,0 2 0 15,0 5 0-15,-2 5-1 0,0 1 1 0,-3 8-1 16,3 4 1-16,-2 6-23 0,-2 6 1 0,4-6-1 16,2 6 1-16,4-6-1 0,2 6 0 0,4-8 0 15,6 6 1-15,0-6-23 0,7 2 1 0,1-2 0 16,7-4 0-16,15 6-18 0,-42-41-2097 0</inkml:trace>
  <inkml:trace contextRef="#ctx0" brushRef="#br0" timeOffset="93076.59">26387 5638 68 0,'0'0'0'0,"0"0"0"0,0 0 0 0,0-8 219 0,0 3 0 0,2-3 0 0,-2-4 1 15,2 2-1-15,0-5 0 0,2-1 0 0,-4-3 0 16,2-1-162-16,0 2 1 0,0-5 0 0,0-4 0 16,0 5-1-16,0 1 1 0,1 3 0 0,-1-3 0 15,-2 7-18-15,0-3 1 0,0 7-1 0,0-2 1 0,0 4-1 16,0 2 0-16,2 6 0 0,0 0 1 15,0 4-18-15,0 0 0 0,0 6 0 0,2 4 1 0,-2 3-1 16,0 5 0-16,2 9 0 0,-4 0 0 0,0 12-25 16,0-2 0-16,-4 8 0 0,0 2 0 0,0 7 0 0,-2-5 0 15,0 1 0-15,1-3 0 0,-1-2 6 0,2-4 1 16,-2-10-1-16,4 0 1 0,-2-8-1 0,2-9 1 16,-2-6-1-16,2-3 1 0,0-5-2 0,0-4 1 15,0 0 0-15,0-7 0 0,2 1-1 0,0-6 1 16,0-2-1-16,2-9 1 0,2 3 2 0,0-7 1 15,2 0 0-15,0-3 0 0,6 3-1 0,1 0 1 16,1 5 0-16,0 1 0 0,0 7 8 0,3 6 0 0,-5-1 0 16,2 9 1-16,-2 2-1 0,-2 5 0 0,1 5 0 15,-3 0 1-15,2 7 1 0,-4-1 0 0,2 3 0 16,-2 3 1-16,0 1-1 0,3 1 0 16,-5 5 0-16,-2 0 0 0,0-4-3 0,-2-1 0 0,0 5 0 15,0-4 0-15,-2-5 0 0,0 5 0 0</inkml:trace>
  <inkml:trace contextRef="#ctx0" brushRef="#br0" timeOffset="99098.87">27124 6592 592 0,'0'0'0'0,"0"0"0"0,0 0 0 0,0 0 178 0,4-9 1 0,-4 5 0 0,2 0 0 15,0-4-1-15,0 4 1 0,0-2 0 0,2 2 0 0,-2-1-91 16,0 5 0-16,2-6 0 0,-2 4 0 0,0 0-1 15,2 2 1-15,-2 0 0 0,1 0 0 0,-1 0-27 16,-2 0 0-16,0 0 0 0,0 2 1 0,0 0-1 16,-2 0 0-16,-1 2 0 0,1-4 0 0,0 5-24 0,-2-5 0 15,2 0 0-15,0 0 0 0,0-5 0 0,0 5 0 16,2-8 0-16,0 2 0 0,0 2-41 0,2-4 1 16,0-2 0-16,2 1 0 0,0 5-1 0,-2-4 1 15,0 4 0-15,3 0 0 0,-1 2 14 0,-4 0 0 16,2 2 0-16,-2 0 0 0,2 2-1 0,-2 0 1 15,0 2 0-15,0 0 0 0,0 4-5 0,0-4 0 16,-2 2 0-16,0 3 0 0,2-5-1 0,-4 4 1 0,2-4 0 16,-3 0 0-16,3 0-2 0,0-2 1 0,0 2 0 15,0-4 0-15,0 0-1 0,0 0 1 0,0-4-1 16,0 0 1-16,2 0 0 0,0-2 0 0,0 2 0 16,0-4 0-16,0 2-1 0,0-1 1 0,0 1 0 15,2 2 0-15,0 0-2 0,2 0 0 0,2 2 0 16,1-2 0-16,1 0-1 0,2 2 1 0,-2 2 0 15,2 0 0-15,2 0-1 0,-1 0 1 0,-1 0-1 16,-2 2 1-16,-2 2-1 0,0-2 0 0,-2 2 0 16,-2 0 1-16,-2 0-3 0,0 0 1 0,-2-4 0 0,-2 4 0 15,0-2-1-15,-2 0 1 0,0 0 0 0,-2-2 0 16,-1 0 0-16,1 0 1 0,0 0 0 0,0-2 0 16,0 0-1-16,2 0 1 0,0-2 0 0,0 0 0 15,0 0-2-15,-1 0 1 0,3-2-1 0,2 0 1 0,0-1-1 16,2 3 1-16,0 0-1 0,0-4 1 0,2 4 0 15,2 2 1-15,0-2 0 0,3 0 0 0,-1 4-1 16,0-4 1-16,0 4-1 0,-2 0 1 0,2 4-2 16,2-4 1-16,0 4-1 0,-2 0 1 0,1 2-1 0,-1 2 0 15,-2-4 0-15,0 5 1 0,-4-5-1 16,0 4 0-16,0-2 0 0,-4-2 1 0,0 4-1 16,-2-4 0-16,-1 3 0 0,1 1 1 0,0-4-1 0,0-4 0 15,-2 4 0-15,2-4 1 0,0 0-1 0,0-4 0 16,0 0 0-16,1 0 1 0,3-2 0 0,0-1 1 15,2 1-1-15,0 2 1 0,0 4-2 0,0 0-2840 0</inkml:trace>
  <inkml:trace contextRef="#ctx0" brushRef="#br0" timeOffset="99894.24">27940 6311 492 0,'0'0'0'0,"0"0"0"0,0 0 0 0,-8-5 244 0,6 1 0 0,0 2 0 16,0-2 1-16,0 4-1 0,2-4 0 0,0 0 0 15,0 4 0-15,2-4-171 0,4 4 0 0,2 0 0 16,-2 0 0-16,6 0-1 0,5 4 1 0,-5-4 0 15,6 4 0-15,5-4-27 0,5 4 1 0,7-4 0 16,-3 0 0-16,13 0-1 0,-2 0 1 0,1-4 0 0,5 0 0 16,0-4-26-16,-2 2 1 0,-2 1 0 15,0-3 0-15,-5-4-1 0,1 2 1 0,-4-3 0 0,-7-1 0 16,3-2-22-16,-9-3 1 0,-2 1-1 0,-1-3 1 16,-5 3-1-16,-4-3 0 0,-8-1 0 0,0-1 1 15,-4 5-2-15,-2-1 1 0,-2 3 0 0,-6-5 0 16,-4 7 0-16,-2 0 0 0,-3 1 0 0,-5 3 0 15,-5 2-3-15,-1 4 0 0,-9-4 0 0,-4 8 0 0,1 0 0 16,-5 0 0-16,0 8 0 0,2-2 0 0,1 6-2 16,-1 5 0-16,4-3 0 0,2 9 0 0,3 1 0 15,1 5 0-15,7 0 0 0,-1 5 0 0,7 3-6 16,3-2 1-16,7 2 0 0,4 0 0 0,6 4-1 16,4-6 1-16,6 4 0 0,2-2 0 0,9 2 1 0,3-2 1 15,5-7-1-15,1 1 1 0,9-2-1 0,3-6 1 16,3-1-1-16,2-3 1 0,4-3 5 0,0-8 0 15,4-2 0-15,-3-6 0 0,-1 0 0 0,0 0 0 16,0-8 0-16,-8-2 1 0,1 2 0 0,-3-7 1 16,-4 3-1-16,-3-6 1 0,-1 1-1 0,-5-1 1 15</inkml:trace>
  <inkml:trace contextRef="#ctx0" brushRef="#br0" timeOffset="100278.68">28374 5545 656 0,'0'0'0'0,"0"0"0"0,0 0 0 0,8-2 244 0,-2 0 0 16,6 2 0-16,-2 0 1 0,2-4-1 0,5 4 0 16,-1 0 0-16,2 0 1 0,5 0-167 0,-1 4 1 15,4-4 0-15,3 4 0 0,4 1-1 0,-1 1 1 16</inkml:trace>
  <inkml:trace contextRef="#ctx0" brushRef="#br0" timeOffset="100761.71">29320 5264 364 0,'0'0'0'0,"0"0"0"0,0 0 0 0,0 0 219 16,-8-12 0-16,4 10 0 0,0-2 0 0,0 0-1 15,-1 0 1-15,-1 4 0 0,2-4 0 0,-4 4-165 0,0 0 0 16,2 4 0-16,0 0 0 0,0 0-1 16,2 4 1-16,-2 7 0 0,3-3 0 0,3 2-10 0,0 5 1 15,3 1-1-15,-1 3 1 0,2-1-1 0,-2 5 1 16,4 0-1-16,-2 1 1 0,2 1-18 15,0-2 1-15,-2 1-1 0,0-1 1 0,2 0-1 16,-4-9 0-16,-2 3 0 0,0-3 1 0,-2-3-33 0,-2-3 0 16,-2-2 0-16,-4-2 0 0,-2 1 0 0,0-5 0 15,-3-4 0-15,1 0 0 0,-2-4 12 0,2-1 1 16,1-7-1-16,1 2 1 0,0-4-1 0,0-3 1 0,4 1-1 16,-1-3 1-16,3 5 0 0,2-2 0 0,0 1 0 15,2 3 1-15,0-3-1 0,2 3 0 0,0 2 0 16,2 4 1-16,2 0-1 0,0 2 0 0,2-5 0 15,2 5 0-15,5 0 0 0,-1 0 0 0,4 2 0 16,0-2 0-16,3 0 1 0,1 4 0 0,0-4 0 16,1 4 0-16,-1 0-1 0,-1 4 1 0</inkml:trace>
  <inkml:trace contextRef="#ctx0" brushRef="#br0" timeOffset="102310.93">29238 5314 204 0,'0'0'0'0,"0"0"0"0,0 0 0 0,-8 0 255 0,4 0 0 0,-2 0 0 0,0-2 1 15,0 2-1-15,-2-4 0 0,0 4 0 0,-2 0 0 16,-1 0-201-16,3 0 0 0,-2 0 0 0,-2 4 1 15,2 0-1-15,-1 2 0 0,1 6 0 0,0-4 1 16,-2 7-22-16,2-1 0 0,0 7 0 0,-1 1 0 16,3 1 0-16,0 1 0 0,2 3 0 0,4 0 0 0,0-5-18 15,2 5 0-15,4-4 0 0,-2-5 0 0,4-2 0 16,4 3 0-16,-2-3 0 0,3-6 0 0,-1 3-14 16,2-5 0-16,0-4 0 0,2-2 1 0,1 0-1 15,1-2 0-15,2-2 0 0,-3-2 0 0,3-2-2 0,0-6 1 16,-2 1 0-16,1-5 0 0,-3-3-1 0,-2 1 1 15,0 2 0-15,-3-3 0 0,-5-5 0 0,0 1 0 16,-2 5 0-16,-2-9 1 0,-2 4-1 16,-2-3 0-16,0 5 0 0,-3-1 1 0,-1-1 3 0,-2-2 1 15,0 7 0-15,-2-1 0 0,-3 3-1 0,-1 6 1 16,2-3-1-16,-6 3 1 0,1 6 0 0,3 0 1 16,-2 0-1-16,1 4 1 0,3 0-1 0,2 4 0 15,4-4 0-15,2 4 1 0,4-2 3 0,2 4 0 0,4 0 0 16,4-1 0-16,2 3-1 0,2 0 1 0,5 2 0 15,1 3 0-15,2-7-2 0,1 6 0 0,3-4 0 16,2-4 0-16,3 0 0 0,1 3 0 0,1-3 0 16,6 0 0-16,-5-4-2 0,3-4 0 0,-3-2 0 15,3-1 1-15,-2 1-1 0,-3-2 0 0,-3-2 0 16,-3-3 1-16,-6 5-2 0,-1-4 1 0,-7 6 0 16,-2-2 0-16,-4 3-1 0,-4-1 1 0</inkml:trace>
  <inkml:trace contextRef="#ctx0" brushRef="#br0" timeOffset="103144.2">29625 5652 524 0,'0'0'0'0,"0"0"0"0,0 0 0 0,0 0 228 0,0 0 0 0,0 0 0 0,0 0 1 0,0 0-1 0,0 0 0 15,0 0 0-15,0 0 1 0,0 0-157 0,8 4 0 16,-4 0 0-16,3 2 0 0,1 3 0 0,0-1 0 16,4 2 0-16,0-2 0 0,0 5-26 0,5-5 1 15,-1 2 0-15,2-2 0 0,1-4-1 0,-1 1 1 16,0-5 0-16,1 0 0 0,-3-5-26 0,-2 1 1 15,-2-4-1-15,1-6 1 0,-3 1-1 0,-4-1 1 0,0-2-1 16,-2-3 1-16,-4-5-22 0,0 1 1 16,-2 1 0-16,-2-5 0 0,0 0-1 0,-2-4 1 0,0 1-1 15,-1-1 1-15,1 0 0 0,0-6 1 0,0 4 0 16,2 5 0-16,0-1-1 0,2 0 1 0,0 5-1 16,2 1 1-16,0 0-2 0,2 5 0 0,2 2 0 15,2 1 1-15,2 3-1 0,2 2 0 0,3 4 0 16,1-1 0-16,4 7-2 0,3 0 1 0,-3 0 0 0,4 0 0 15,5 5-1-15,3-3 1 0,3 2 0 0,-1 4 0 16,5-4-1-16,2 0 0 0,-1 0 0 0,-1 0 1 16,2-4-1-16,-3 4 1 0,1-2-1 0,-2-2 1 15,-3 0-4-15,1 0 0 0</inkml:trace>
  <inkml:trace contextRef="#ctx0" brushRef="#br0" timeOffset="103614.3">30270 5314 144 0,'0'0'0'0,"0"0"0"0,0-6 0 0,0 1 239 0,2-3 0 0,0 4 0 16,0-2 0-16,-2 2 0 0,3 0 0 0,-3 4 0 15,0 0 0-15,0 0-178 0,-3 6 0 0,1 0 0 16,-2 4 1-16,-2 3-1 0,0 5 0 0,-2-1 0 16,0 5 0-16,-2 5-22 0,2 4 1 0,-5-5-1 15,1 7 1-15,2-2-1 0,0-3 1 0,2 1-1 0,-3-2 1 16,3-3-16-16,2-5 0 0,0-3 0 15,0-5 0-15,0 1-1 0,2-8 1 0,2 0 0 0,2-4 0 16,0-2-27-16,2 0 0 0,2-6 0 0,2-2 1 16,2-3-1-16,2 1 0 0,5-7 0 0,1 1 1 15,2 2 6-15,5-3 0 0,1 3 0 0,-2-3 1 16,3 3-1-16,-3 6 0 0,1 1 0 0,-5-1 0 16,0 8 8-16,-2 2 1 0,-3 4-1 0,-1 4 1 0,-4 5-1 15,-2-3 0-15,-2 6 0 0,-2 3 1 0,-2-3-2 16,0 3 1-16,-2-1 0 0,0-1 0 0,0 1-1 15,0 0 1-15,0-1 0 0,-2-5 0 0,2 3-4 0,0-3 0 16</inkml:trace>
  <inkml:trace contextRef="#ctx0" brushRef="#br0" timeOffset="105559.83">23000 6116 456 0,'0'0'0'0,"0"0"0"0,0 0 0 0,0 0 141 0,11-4 0 0,-7-1 0 0,2 1 1 0,0 0-1 16,2 2 0-16,2-2 0 0,2 0 1 0,1 4-70 15,1 0 0-15,-4 0 0 0,4 0 0 0,5 4-1 16,-5 0 1-16,6 0 0 0,-6 2 0 0,3 3-105 0,-1-5 0 16</inkml:trace>
  <inkml:trace contextRef="#ctx0" brushRef="#br0" timeOffset="105710.51">22911 6372 488 0,'0'0'0'0,"0"0"0"16,0 0 0-16,0 0 139 0,0 0 0 0,0 0 0 16,12-8 0-16,-2 6-1 0,2-2 1 0,3 0 0 15,5-5 0-15,7 3-95 0,1 0 0 0,7 0 0 16,1 2 1-16,31-4-45 0,-67 8-1332 0</inkml:trace>
  <inkml:trace contextRef="#ctx0" brushRef="#br0" timeOffset="109193.74">22897 7683 364 0,'0'0'0'0,"0"0"0"0,0 0 0 0,4-13 116 0,0 11 0 0,0-2 0 15,2 0 0-15,0 0 0 0,2-2 0 0,-2 4 0 16,4-2 0-16,1 2-35 0,5 0 1 0,-2 0 0 16,2 2 0-16,3 0-1 0,1 0 1 0,3 0 0 15,1 2 0-15,0 0-59 0,3 2 0 0</inkml:trace>
  <inkml:trace contextRef="#ctx0" brushRef="#br0" timeOffset="109376.9">22911 8023 124 0,'0'0'0'0,"-8"0"0"0,0 0 0 16,-3 0 199-16,1 2 0 0,-2 0 0 0,2 6 0 0,2-3 0 15,0 1 0-15,4 0 0 0,4 0 0 0,2 2-149 16,4-4 1-16,6 0-1 0,-2-4 1 0,8 2-1 15,5-2 0-15,7 0 0 0,5 0 1 16,46-2-51-16,-81 2-1590 0</inkml:trace>
  <inkml:trace contextRef="#ctx0" brushRef="#br0" timeOffset="109943.86">23986 7992 640 0,'0'0'0'0,"0"0"0"0,0 0 0 16,10-2 147-16,-4 0 1 0,0 0 0 0,2 2 0 0,2 0-1 15,2-4 1-15,1 4-1 0,1-4 1 0,2 0-86 16,2 4 0-16,3-4 0 0,-1 2 1 0,3-2-1 15,1 0 0-15,0-1 0 0,5 1 0 0,-5 0-18 16,1-4 0-16,-1 2 0 0,1 2 1 0,-3-4-1 16,-4-5 0-16,-1 3 0 0,-7 2 1 0,0-2-21 0,-4 1 1 15,-2-3-1-15,-4-2 1 0,-2 1-1 0,-4 1 0 16,-2 2 0-16,-2-2 1 0,-5-1-27 0,-1 3 1 16,-4-2 0-16,-3 5 0 0,-1 3 0 0,-2 4 0 15,-9 4 0-15,0 5 0 0,-3 5 5 16,-1 2 1-16,-4 5 0 0,5 4 0 0,-1 1-1 0,4 1 1 15,3 4-1-15,3-1 1 0,5 1 0 0,8-4 0 16,1 4 0-16,11-1 0 0,4-1 0 0,4 2 0 16,8-2 0-16,7-3 0 0,9 5 3 0,9-4 1 0,6-1 0 15,8-3 0-15,4-1-1 0,6-3 1 0,4-3 0 16,6-3 0-16,25-9-2 0,-9-4 0 0,3-4 0 16,-1-9 0-16,-7-5-1 0,-5-5 1 0,-4-3 0 15,-10-3 0-15,-22-4-7 0,-41 33-2295 0</inkml:trace>
  <inkml:trace contextRef="#ctx0" brushRef="#br0" timeOffset="110460.39">24661 7549 196 0,'0'0'0'0,"0"0"0"0,0 0 0 0,0 0 251 0,-6-8 1 0,4 0 0 0,2 2 0 0,-2 2-1 0,2-5 1 0,0 5 0 15,0-4 0-15,0 2-199 0,0 2 0 0,0 0 0 16,0 0 1-16,2 4-1 0,-2 4 0 0,2 0 0 16,0 0 1-16,2 4-19 0,0 2 1 0,-2 3-1 15,0 1 1-15,-2 0-1 0,0 7 0 0,0-3 0 16,-2-1 1-16,0 5-18 0,-2-5 1 0,-2 3-1 15,0 1 1-15,0-7-1 0,0 3 0 0,0-9 0 16,2 2 1-16,0-6-17 0,4-4 0 0,0-4 0 16,0-4 0-16,0-2 0 0,4-3 0 0,0-5 0 0,2-1 0 15,2-3-2-15,0 1 1 0,4-1-1 0,-2-3 1 16,3 3-1-16,3 3 0 0,-4 1 0 0,4 1 1 16,1 5 1-16,-1 2 0 0,0 2 0 0,1 1 0 15,-5 5-1-15,4 0 1 0,-2 2 0 0,5 2 0 16,-7 2 3-16,2 1 0 0</inkml:trace>
  <inkml:trace contextRef="#ctx0" brushRef="#br0" timeOffset="110628.54">25019 7633 284 0,'0'0'0'0,"0"0"0"0,0 0 0 0,-2-8 230 0,2 4 1 15,-2 0-1-15,2 0 1 0,0 0-1 0,0 2 1 16,0-2-1-16,2 0 1 0,2 4-185 0,1-5 1 15,1 5 0-15,2 0 0 0,4 0-1 0,-2 0 1 16,2 0 0-16,5 5 0 0,1-5-28 0,2 4 1 16,1-4-1-16,1 4 1 0,17-4-20 0,-39 0-1935 0</inkml:trace>
  <inkml:trace contextRef="#ctx0" brushRef="#br0" timeOffset="111927.53">25628 7426 208 0,'0'0'0'0,"0"0"0"0,0 0 0 0,0 0 119 0,0 0 1 0,-4-8-1 0,4 2 1 0,-4 0-1 15,0 0 0-15,2-3 0 0,0 1 1 0,-2-2-58 16,0 2 0-16,-1 0 0 0,1-1 1 0,2 3-1 0,-2 2 0 16,0-4 0-16,0 6 0 0,-2 0-23 0,0 2 0 15,2 2 0-15,-2 4 0 0,2-2 0 0,0 4 0 16,0-2 0-16,-1 7 0 0,3-5-16 0,2 2 0 15,0 3 0-15,2 1 1 0,3 2-1 0,-1 1 0 16,2 1 0-16,0 1 1 0,0-3-25 0,0 2 0 16,0 5 0-16,2-7 1 0,-4 7-1 0,-2-5 1 15,0 3-1-15,0-3 1 0,-2 5 6 0,0-5 0 16,-2 3 0-16,0-3 1 0,-4-1-1 0,2 1 0 16,-6-5 0-16,2 1 1 0,-2-4 8 0,0 0 1 0,-5 1-1 15,3-7 1-15,0 0-1 0,0-4 1 0,-1-4-1 16,3 0 1-16,0-4 1 0,4-5 0 0,0 3 0 15,0-9 0-15,2 3-1 0,2-2 1 0,2 1 0 16,0 3 0-16,0-5-2 0,2 3 1 0,0 4 0 16,0 1 0-16,0 3-1 0,2-2 1 0,0 2-1 15,0 4 1-15,0 0-2 0,2-1 0 0,0 1 0 16,0 0 0-16,3 2 0 0,1 0 0 0,2 0 0 0,2-2 0 16,-14 4-14-16,0 0-2025 0</inkml:trace>
  <inkml:trace contextRef="#ctx0" brushRef="#br0" timeOffset="112176.67">25750 7281 184 0,'0'0'0'0,"0"0"0"0,0 0 0 0,0 0 213 0,0 0 1 0,0 0 0 0,0 0 0 0,0 0-1 0,0 0 1 15,6 10-1-15,-2-4 1 0,2 4-170 0,0 1 1 16,1 5 0-16,-1-2 0 0,2 7-1 0,0 1 1 16,0 3 0-16,0 8 0 0,-4-2-13 0,2 3 1 15,-2 1-1-15,-1 0 1 0,-3 6-1 0,-3-6 1 16,-1 0-1-16,-2-2 1 0,-2 0-29 0,-2-3 1 16,-2-1-1-16,0-2 1 0,12-27-5 0,0 0-1897 0</inkml:trace>
  <inkml:trace contextRef="#ctx0" brushRef="#br0" timeOffset="112544.05">24557 7149 68 0,'0'0'0'0,"0"0"0"0,0 0 0 0,0 0 156 0,0 0 0 16,-8 2 0-16,4-2 0 0,-2 7 0 0,2-3 0 15,-2 0 0-15,-2 4 0 0,-2 6-74 0,-1-1 1 16,1 5-1-16,-2 9 1 0,2 4-1 0,-6 3 0 16,1 7 0-16,1 3 1 0,2 5-35 0,2-2 0 15,4 6 0-15,6-8 1 0,0 3-1 0,6-7 0 16,0-2 0-16,6-5 1 0,2-3-38 0,3-4 0 16</inkml:trace>
  <inkml:trace contextRef="#ctx0" brushRef="#br0" timeOffset="115626.93">26049 7334 36 0,'0'0'0'0,"0"0"0"0,0 0 0 0,0 0 151 0,0 0 0 0,0-12 0 0,0 8 1 0,0 2-1 0,0-7 0 0,4 5 0 0,-4-4 1 0,2 2-119 0,0 2 1 0,0 0-1 0,0-5 1 16,0 5-1-16,1 2 0 0,-1 0 0 0,-2 2 1 15,0 4-12-15,0 5 0 0,0-5 0 0,0 8 1 16,-2 2-1-16,-1 5 0 0,-1 3 0 0,0 3 1 16,2-2-12-16,-6 7 0 0,2 1 0 0,0-4 1 15,0 8-1-15,0-5 0 0,0 1 0 0,-5 2 0 16,1-4-11-16,2-1 0 0,-2-1 0 0,0-2 0 0,2-7 0 15,2-6 0-15,-1-1 0 0,3-3 0 0,2-8 0 16,2 0 0-16,0-4 0 0,2-4 0 0,2-7 0 16,1-1 0-16,1-3 0 0,0-3 0 0,4-1 22 0,-4-3 0 15,2-1 0-15,0 0 0 0,5 3 0 0,-1 5 0 16,0 1 0-16,0 1 0 0,0 5 3 0,1 6 0 16,-1 2 0-16,0 4 1 0,-4 4-1 0,2 0 0 15,-2 4 0-15,1 6 1 0,-3 1-3 0,0 1 1 16,0 7 0-16,-4-3 0 0,0 5-1 0,-2 0 1 15,-2 1 0-15,0 1 0 0,-2 0-5 0,0-5 1 16,-2 1 0-16,2-1 0 0,0-1-1 0,-3-5 1 0,3 3 0 16,2-5 0-16,2-14-20 0,0 0-1880 0</inkml:trace>
  <inkml:trace contextRef="#ctx0" brushRef="#br0" timeOffset="115961.61">24167 8784 296 0,'0'0'0'0,"0"0"0"0,0-10 0 0,0 4 215 0,0 2 1 0</inkml:trace>
  <inkml:trace contextRef="#ctx0" brushRef="#br0" timeOffset="116212.23">23475 8614 328 0,'0'0'0'0,"0"0"0"15,0 0 0-15,0 0 200 0,0 0 0 0,6 0 0 0,0 0 0 16,0 0-1-16,6-2 1 0,-2 0 0 16,5 0 0-16,3 0-144 0,6 0 0 0,7 0 0 0,10-1 1 15,14-1-1-15,14 0 0 0,20-4 0 0,17 2 0 16,37 0-21-16,7 0 1 0,7-3-1 0,8 3 1 16,0 2-1-16,-7 0 0 0,-5 0 0 0,-8 0 1 15,-9 4-14-15,-10-4 1 0,-10 0-1 0,-10 2 1 16,-10 2-1-16,-9 0 0 0,-8 2 0 0,-9 2 1 0,-32 0-23 15,-38-4-2129-15</inkml:trace>
  <inkml:trace contextRef="#ctx0" brushRef="#br0" timeOffset="116810.03">24012 9274 520 0,'0'0'0'0,"0"0"0"0,-8 2 0 0,4 0 187 0,0 5 1 0,2-3 0 0,0-4 0 16,2 4-1-16,2 0 1 0,4 0 0 0,2-2 0 15,2 2-121-15,4-2 0 0,5 4 0 0,3-6 1 16,7 4-1-16,5-4 0 0,3 0 0 0,8 0 1 15,3-4-22-15,3-2 1 0,6 2-1 0,-2-4 1 0,4 0-1 16,-2-5 0-16,-4 3 0 0,-2-4 1 0,-8 1-21 16,-3 1 0-16,-7 0 0 0,-7 2 0 0,-9-7 0 15,-5 3 0-15,-12-1 0 0,0 3 0 0,-10-2-28 0,0-3 1 16,-5 1-1-16,-3 2 1 0,-2-7-1 0,-5 3 1 16,-5 3-1-16,-1 1 1 0,-7 2 5 0,-5 3 1 15,0 5 0-15,-6 4 0 0,-6 8-1 0,0 3 1 16,-2 9-1-16,-2 3 1 0,-2 8 0 0,4 5 0 15,2 12 0-15,8-3 0 0,17-2 0 0,14 0 0 16,10-2 0-16,12 2 0 0,10-2 0 0,8 2 1 16,13-4 0-16,10 2 0 0,8-6-1 0,10 0 1 0,4-4-1 15,13-5 1-15,-1 1 0 0,4-9 1 16,5-5-1-16,-5-9 1 0,-1-2-1 0,-7-8 0 0,-10-3 0 16,-1-5 1-16,-12-2-5 0,-1-5 0 0</inkml:trace>
  <inkml:trace contextRef="#ctx0" brushRef="#br0" timeOffset="117526.7">25105 8860 472 0,'0'0'0'0,"0"0"0"0,0 0 0 0,-8 0 195 0,4 2 0 0,-2-2 0 0,-1 2 1 16,1 2-1-16,-2-2 0 0,2 6 0 0,-2 1 0 16,0-1-138-16,-2 6 1 0,2-2-1 0,-1 7 1 15,5-3-1-15,0 3 1 0,4-1-1 0,0 3 1 16,6-1-14-16,2 1 0 0,5-5 0 0,3 3 1 15,0-7-1-15,7 2 0 0,1-8 0 0,0 1 1 16,1-5-21-16,-1-2 1 0,-1-6-1 0,-1-3 1 0,-2-1-1 16,-1-2 1-16,-3-7-1 0,-2 3 1 0,-4-3-27 15,1 3 0-15,-7-2 0 0,-2-3 0 0,-2 3 0 16,-2 1 0-16,-2 3 0 0,-4-3 0 0,-1 3 6 0,-1 0 1 16,-2 1-1-16,-2-1 1 0,0 2-1 0,-1-3 1 15,-3 3-1-15,4 0 1 0,1 2 6 0,1 1 0 16,0 5 0-16,4-4 0 0,-2 6 0 0,4 0 0 15,2 2 0-15,4 0 0 0,0 0 0 0,4 0 0 16,2 0 0-16,8 2 1 0,-2-2-1 0,7 4 0 16,1 2 0-16,6-2 1 0,-1 5-3 0,3-5 1 0,1 2 0 15,-3 2 0-15,3-4-1 0,-1 4 1 0</inkml:trace>
  <inkml:trace contextRef="#ctx0" brushRef="#br0" timeOffset="117910.56">25563 9174 652 0,'0'0'0'0,"0"0"0"0,0 0 0 0,0 0 203 0,2 6 1 0,0-2-1 0,2-2 1 16,2 0-1-16,2-2 1 0,-2 0-1 0,4 0 1 15,3 0-134-15,1-4 0 0,0 0 0 0,2-2 0 0,1-2 0 16,-3-3 0-16,2 3 0 0,-6-6 0 0,3 1-28 16,-7-3 1-16,0-2 0 0,-2-3 0 0,-4 1-1 15,0-5 1-15,-4 2-1 0,-4-3 1 0,2-1-26 16,-5-4 0-16,1 1 0 0,-4 3 1 0,2-4-1 16,0 0 0-16,-1 9 0 0,1-5 1 0,0 5-19 0,2 1 1 15,2 7-1-15,0 1 1 0,1-1-1 0,5 6 1 16,2 4 0-16,0-5 0 0,4 5-1 0,5 0 0 15,3 2 0-15,4 0 1 0,4 0-1 0,5 2 1 16,5-4-1-16,5 4 1 0,6 0-2 0,1 4 0 16,3-2 0-16,0 2 1 0,0 2-1 0,-5 1 0 15,-1 1 0-15,-4-4 1 0,-5 4-1 0,-7-2 0 16,-1 2 0-16,-6-1 1 0,-16-7 1 0,0 0-2468 0</inkml:trace>
  <inkml:trace contextRef="#ctx0" brushRef="#br0" timeOffset="118359.73">25980 8774 292 0,'0'0'0'0,"0"0"0"0,0 0 0 0,0 0 206 0,0 0 0 0,0-6 0 0,2 2 0 0,-2 4-1 15,0 0 1-15,0 0 0 0,0 0 0 0,0 0-150 16,-2 4 1-16,0 0-1 0,0 4 1 0,2 2-1 16,-4 5 0-16,-4 5 0 0,2-1 1 0,-2 3-13 0,-1 1 1 15,1 5-1-15,-6 3 1 0,2-4-1 0,0 4 0 16,-1-5 0-16,-1-3 1 0,6 3-27 0,-6-5 1 15,2-3-1-15,1-5 1 0,5-3-1 0,0-2 0 16,2-6 0-16,4-2 1 0,0-2-18 0,4-6 1 16,2-2-1-16,2-1 1 0,3-3-1 0,3 0 0 15,0-7 0-15,4 3 1 0,1 1 0 0,1-1 0 16,0-1 0-16,1 5 0 0,-1 2 0 0,-4 4 0 16,1-1 0-16,-3 7 0 0,-2 4 8 0,0 7 0 0,-8-1 0 15,2 4 1-15,-3 7-1 0,-1-1 0 0,-2-2 0 16,0 3 1-16,-2 3 1 0,-3 1 1 0,1 0 0 15,0-3 0-15,0-1-1 0,0-1 1 0</inkml:trace>
  <inkml:trace contextRef="#ctx0" brushRef="#br0" timeOffset="121294.99">27244 8296 476 0,'0'0'0'0,"0"0"0"0,0 0 0 0,0 0 194 0,-10-4 1 0,8 4 0 0,2 0 0 0,0-2-1 0,0 2 1 16,2 0-1-16,4 0 1 0,4 0-126 0,2 0 0 15,5 0 0-15,3 0 1 0,2 0-1 0,3-2 0 16,7 0 0-16,5 0 1 0,32 0-70 0,-69 2-1941 16</inkml:trace>
  <inkml:trace contextRef="#ctx0" brushRef="#br0" timeOffset="121460.2">27272 8454 732 0,'0'0'0'0,"0"0"0"16,0 0 0-16,0 0 182 0,0 0 0 0,0 0 0 16,-6 6 0-16,10-6-1 0,5 0 1 0,1 0 0 15,4 0 0-15,4 0-128 0,3-2 0 0,9 0 0 16,7 0 0-16,4-6 0 0,7 4 0 0</inkml:trace>
  <inkml:trace contextRef="#ctx0" brushRef="#br0" timeOffset="121709.82">28463 7615 596 0,'0'0'0'0,"0"0"0"0,0 0 0 0,0 0 176 0,0 0 1 15,0 0 0-15,8-2 0 0,-6 4-1 0,2 4 1 16,-4 2 0-16,0 3 0 0,0 5-116 0,-4 5 0 16,-2 7 0-16,-2 7 1 0,-4 8-1 0,-2 6 0 15,-5 9 0-15,-1-5 1 0,0 5-19 0,-3-1 0 16,3-4 0-16,1-1 1 0,1-3-44 0,18-49-2005 0</inkml:trace>
  <inkml:trace contextRef="#ctx0" brushRef="#br0" timeOffset="121894.96">28416 7713 556 0,'0'0'0'0,"8"0"0"16,3-4 0-16,1 2 193 0,6 0 1 0,7-2-1 15,5-2 1-15,13 2-1 0,8-4 1 0,6-5-1 16,10 3 1-16,4 0-135 0,8 0 0 0,-1 3 0 16,9 3 1-16,-7 0-1 0,-13 4 0 0</inkml:trace>
  <inkml:trace contextRef="#ctx0" brushRef="#br0" timeOffset="122059.96">28445 7863 264 0,'0'0'0'0,"-6"0"0"0,-5 0 0 0,1 4 219 16,-2-4 1-16,6 4 0 0,-4 0 0 0,6 1-1 16,6 1 1-16,4-2 0 0,4 0 0 0,4 0-154 15,7-4 0-15,1 0 0 0,11 2 0 0,7-2-1 0,9 2 1 16,6-2 0-16,8 2 0 0,6 0-25 0,3 2 1 16,-3 2 0-16,10 3 0 0,-10-3-42 0,-69-6-2037 15</inkml:trace>
  <inkml:trace contextRef="#ctx0" brushRef="#br0" timeOffset="122877.63">28076 8534 436 0,'0'0'0'0,"0"0"0"0,0 0 0 0,0 0 198 0,-8 0 0 0,6 0 0 0,0 0 1 0,2 0-1 16,2-4 0-16,2 4 0 0,4-4 1 0,5 2-138 0,5 0 1 16,6-3-1-16,11 1 1 0,10-2-1 0,8 2 1 15,12-6-1-15,6 2 1 16,8 4-16-16,5-5 1 0,18 3-1 0,-7 2 1 0,-7 2-1 0,-7 2 1 15,-3 0-1-15,-11 0 1 0,-4 2-16 0,-8-2 0 16,-2 0 0-16,-2 0 1 0,-7 0-1 0,1 0 0 16</inkml:trace>
  <inkml:trace contextRef="#ctx0" brushRef="#br0" timeOffset="125643.7">28384 8883 236 0,'0'0'0'0,"0"0"0"0,0 0 0 0,0 0 107 0,-6-9 0 0,4 7 0 0,0 0 1 0,2 0-1 0,-3 0 0 0,1 0 0 0,0-2 0 0,0 4-6 0,-2-4 0 0,4 4 0 0,-6 0 1 15,0 4-1-15,0 2 0 0,0 6 0 0,-2 1 1 16,-2 5-17-16,-1 5 0 0,-1 3 0 0,0 9 0 16,-2 4 0-16,2-2 0 0,1 6 0 0,5-4 0 15,2-4-30-15,4 0 1 0,4-6 0 0,2-3 0 16,5-5-1-16,3-7 1 0,4-2 0 0,2-7 0 0,3-5-64 16,1-5 1-16,1-3-1 0,3-2 1 0,3-6-1 15,-1-7 1-15,1-4 0 0,-3 3 0 0,1-7 33 16,-5-2 1-16,1 2 0 0,-1-3 0 0,-6-5-1 15,3 6 1-15,-3 0 0 0,2 6 0 0,-5 3-13 16,-3 3 0-16,-4 9 0 0,-2 6 0 0,-2 6-1 0,0 2 1 16,-2 4 0-16,0 4 0 0,0 2-2 0,0 7 1 15,0-3 0-15,0 3 0 0,2 3-1 0,3 5 1 16,1-4 0-16,2 3 0 0,2 1-1 0,4-2 1 16,3-3-1-16,1 1 1 0,2-9-1 0,1-2 1 15,3-3-1-15,3-5 1 0,1-4-4 0,1 0 1 16,-3-9-1-16,1-1 1 0,-1-2-1 0,-1-5 1 0,-3-1-1 15,-1-3 1-15,-1-3-3 0,-2-1 0 0,1-1 0 16,-1-1 1-16,-2 0-1 0,-1-3 0 0,3 3 0 16,-6-4 1-16,0 4 0 0,-3 5 1 0,-5 1-1 15,-4 7 1-15,-2 14-9 0,0 0-2749 0</inkml:trace>
  <inkml:trace contextRef="#ctx0" brushRef="#br0" timeOffset="127211.37">23226 4104 672 0,'0'0'0'0,"0"0"0"0,0 0 0 0,0 0 180 0,0 0 1 0,0 0-1 15,0 0 1-15,0 0-1 0,8-4 0 0,1-1 0 16,-1 3 1-16,4 0-97 0,6 0 1 0,-1-2 0 16,5 4 0-16,0-4-1 0,5 0 1 0,3 0 0 15,3 0 0-15,6 0-45 0,-5 0 1 0,1 1 0 16,1-1 0-16,-1 0-1 0,2 0 1 0</inkml:trace>
  <inkml:trace contextRef="#ctx0" brushRef="#br0" timeOffset="127377.67">23234 4333 716 0,'0'0'0'0,"0"0"0"0,-10 0 0 0,8-4 197 16,0 2 0-16,2 2 0 0,0-2 0 0,4 0 0 15,6-2 0-15,1 0 0 0,7 0 0 0,6 0-130 16,9-5 0-16,6 3 0 0,12 2 1 0,10 0-1 16,6 4 0-16</inkml:trace>
  <inkml:trace contextRef="#ctx0" brushRef="#br0" timeOffset="131909.31">24507 3702 400 0,'0'0'0'0,"0"0"0"0,0 0 0 0,0 0 139 0,0 0 1 0,0 0-1 15,0 0 1-15,0 0-1 0,0 0 1 0,0 0-1 16,0 0 1-16,0 0-53 0,0 0 1 0,8 12 0 15,-8 2 0-15,0 5-1 0,0 3 1 0,-4 11-1 16,0 8 1-16,-7 12-20 0,1 9 0 0,0 4 0 0,-6 1 1 16,1-1-1-16,3-9 0 0,-4 1 0 0,4-9 0 15,2-6-47-15,1-8 0 0,3-8 0 0,0-11 0 16,6-16-21-16,0 0-2135 0</inkml:trace>
  <inkml:trace contextRef="#ctx0" brushRef="#br0" timeOffset="132143.91">24382 3720 376 0,'0'0'0'0,"0"0"0"0,0 0 0 0,9-8 198 0,-5 6 1 16,2-2-1-16,0 0 1 0,4-5-1 0,2 3 0 16,2 0 0-16,3 0 1 0,1 2-136 0,2 0 0 15,3 0 0-15,1-3 0 0,1 3-1 0,5 0 1 16,1 0 0-16,3 0 0 0,-3 4-14 0,3-4 0 15,1 4 0-15,0 0 1 0,-3 0-1 0,3 0 0 16,-3 0 0-16,1 0 0 0,-5 0-25 0,3 0 1 0,-5 4-1 16,-1-4 1-16,-1 0-1 0,-3 0 0 15</inkml:trace>
  <inkml:trace contextRef="#ctx0" brushRef="#br0" timeOffset="132346.68">24409 3905 100 0,'0'0'0'0,"-10"0"0"0,2 0 0 15,-7 0 252-15,1 0 0 0,0 4 0 0,0-4 0 16,1 4-1-16,5-2 1 0,8 0 0 0,0 0 0 16,8 0-181-16,5 0 1 0,5-2-1 0,6 0 1 0,11-2-1 15,10 0 0-15,10-2 0 0,6 2 1 0,10-6-22 16,4 4 0-16,5-1 0 0,7 1 0 0,-6 4-50 15,-81 0-2165-15</inkml:trace>
  <inkml:trace contextRef="#ctx0" brushRef="#br0" timeOffset="136494.1">25323 4383 168 0,'0'0'0'0,"0"0"0"0,0 0 0 0,0 0 34 0,0 0 1 0,0 0 0 0,0 0 0 16,0 0-1-16,0 0 1 0,0 0 0 0,0-7 0 15,0 3-37-15,0 4 1 0,0 0-1 0,0-4 1 16,0 4 1-16,0 0-330 0</inkml:trace>
  <inkml:trace contextRef="#ctx0" brushRef="#br0" timeOffset="137025.74">25361 4383 328 0,'0'0'0'0,"0"0"0"0,0 0 0 0,0 0 109 0,0 0 0 16,0 0 0-16,-10 0 0 0,10 0-1 0,-2 0 1 15,0 0 0-15,2 0 0 0,-2-3-38 0,0 3 1 16,2 0 0-16,0 0 0 0,0 0-1 0,0-4 1 15,2 4 0-15,0-4 0 0,0 4-51 0,2 0 0 0,0-4 0 16,0 4 1-16,0-4-1 0,0 4 0 0,1-4 0 16,-1 0 0-16,0 2 9 0,0 0 1 0,-2 0 0 15,0 2 0-15,-2 0-1 0,2 0 1 0,-2-4-1 16,0 4 1-16,0 0-34 0,0 0 1 0,0 0 0 16,-2 0 0-16,0 0-1 0,0 0 1 0,0 0 0 15,-2 0 0-15,0 4 9 0,0-4 1 0,-1 0-1 16,1 0 1-16,2 0-1 0,-2 0 1 0,-2 0-1 15,2 0 1-15,4 0 14 0,0 0 0 0,0 0 0 0,0 0 1 16,0 0-1-16,0 0 0 0,0 0 0 0,0 0 0 16,0 0-4-16,0 0 0 0,0 0 0 0,10-43 1 15,-2 32-1-15,3 3 0 0,-1 0 0 0,0-2 1 16,0 2 0-16,-2 3 1 0,0-3-1 0,1 4 1 0,-3-2-1 16,0 4 0-16,-2 2 0 0,-2 0 1 15,-2 0-2-15,0 2 0 0,0 0 0 0,-2 2 0 0,-2 0 0 16,-2 4 0-16,0-3 0 0,-1 1 0 0,1 2-4 15,-2-4 0-15,0 0 0 0,2 0 1 0,-4 0-1 16,4-4 0-16,0 0 0 0,1 0 1 0,1 0-2 0,0 0 1 16,4-4-1-16,0 4 1 0,0-4-1 15,0 4 0-15,0-4 0 0,0 4 1 0,0 0-14 0,0 0-2304 16</inkml:trace>
  <inkml:trace contextRef="#ctx0" brushRef="#br0" timeOffset="137558.51">25958 4169 432 0,'0'0'0'0,"0"0"0"0,0 0 0 0,-2-8 228 0,0 0 0 0,0 2 0 15,0 2 1-15,-3-5-1 0,3-3 0 0,0 2 0 0,0 6 0 16,0-4-162-16,-2-3 0 0,4 3 0 0,-4 4 1 16,2-4-1-16,-2 4 0 0,2 2 0 0,-2 0 1 15,0 2-21-15,-2 0 0 0,0 4 0 0,0 4 1 16,-5-4-1-16,1 8 0 0,0-1 0 0,2 1 0 0,-6 6-27 16,3-1 0-16,3 5 0 0,2-3 0 0,6-1 0 15,0 3 0-15,6-3 0 0,5-6 0 0,1 1-19 16,4-3 1-16,4-6-1 0,5-4 1 0,1 0-1 15,5-4 0-15,1-8 0 0,5 1 1 0,0-7 2 16,-1 2 0-16,-1-3 0 0,-3 3 0 0,-1-7-1 16,-1 5 1-16,-5-5 0 0,-1 7 0 0,-3-1 7 0,-5 7 1 15,-4-2 0-15,-2 4 0 0,-4 1-1 0,-4 7 1 16,-2 0-1-16,0 4 1 0,-4 1 5 0,-2 9 0 16,0-2 0-16,-2 7 0 0,2-1-1 0,-4 7 1 15,4 1 0-15,2 1 0 0,4 4-4 0,2-4 0 16,4-5 0-16,6-8 0 0,2 3-1 0,2-7 1 15,3-2 0-15,1-8 0 0,5 0-1 0,-1-8 1 0,4-2-1 16,1-9 1-16,-1 3-1 0,3-7 1 0,-3-3-1 16,-1-1 1-16,-3-2 0 0,-3 3 1 0,-5-1-1 15,-2 5 1-15,-2-5-1 0,-1 4 1 0,-7 5-1 16,2 6 1-16,-2-3-4 0,2 7 1 0,0 0-1 16,2 4 1-16,-4 4-1 0,2 0 0 0</inkml:trace>
  <inkml:trace contextRef="#ctx0" brushRef="#br0" timeOffset="145692.34">16176 4651 36 0,'0'0'0'0,"0"0"0"0,-8-6 0 0,4-2 52 0,0 4 1 0,0-11 0 0,0 3 0 0,0-4-1 0,-2-3 1 16,2 1-1-16,-1-3 1 0,1-1 6 0,0-5 1 15,0 4-1-15,-8-3 1 0,2 1-1 0,0 3 0 16,-5 3 0-16,-3 1 1 0,-2 1-27 0,-5 3 0 15,-3 6 0-15,-1 0 0 0,-1 3-1 0,-5 10 1 16,-3-1 0-16,-1 8 0 0,-4 6-3 0,-4 9 0 16,-8 4 0-16,-10 16 1 0,-4 10-1 0,-8 15 0 15,-27 31 0-15,31-13 1 0,12 8-39 0,12 1 1 16,16 1 0-16,21-7 0 0,14-5-1 0,18-8 1 0,13-10 0 16,16-13 0-16,14-12 23 0,12-14 0 15,11-13 0-15,7-18 0 0,3-10 0 0,4-16 0 0,1-18 0 16,5-5 0-16,4-16-7 0,-6-3 1 0,-6-10 0 15,-9-2 0-15,-5-4-1 0,-9 0 1 0,-10 0 0 16,-12-5 0-16,-6 7 1 0,-13 0 1 0,-9 4-1 16,-13-2 1-16,-6 3-1 0,-12 5 1 0,-6 2-1 15,-15 13 1-15,-7 7 2 0,-13 16 1 0,-4 7-1 16,-14 12 1-16,-2 7-1 0,-9 12 0 0,-1 3 0 0,-10 9 1 16,-15 7-1-16,-4 1 0 0,6 9 0 0,1 6 1 15,5 2-1-15,8 6 0 0</inkml:trace>
  <inkml:trace contextRef="#ctx0" brushRef="#br0" timeOffset="146158.78">15692 5917 280 0,'0'0'0'0,"-18"-13"0"0,5 3 0 0,-11-2 204 0,-7 0 1 0,-11-3-1 0,-3 1 1 0,-6 6-1 0,-8-1 1 0,2 9-1 16,-6 5 1-16,2 5-164 0,-2 10 0 0,6 7 0 15,-4 8 0-15,-17 24 0 0,23-3 0 0,7 1 0 16,7 1 0-16,10 3-27 0,9-4 1 0,6 3-1 16,10 2 1-16,6-3-1 0,14-2 0 0,6 1 0 15,15-9 1-15,7 0-20 0,11-10 1 0,6-4 0 16,15-16 0-16,11-3-1 0,7-12 1 0,-7-8 0 16,5-8 0-16,-11-11 13 0,-6-8 1 0,-5-8-1 0,-13-8 1 15,-7-6-1-15,-5-11 1 0,-4-10-1 0,-5-6 1 16,-9-4-27-16,-3-4 1 0,-8 4 0 0,-3-4 0 15,-9 6-1-15,-6 6 1 0,-9 8 0 0,-5 11 0 16,-8 14 1-16,-9 8 1 0,-8 8 0 0,-16 13 0 16,-6 6 0-16,-16 0 0 0,-9 12 0 0,-10 6 0 0,-12 10 10 15,-4 3 0-15,9 4 0 0,-1 3 1 0,26 18 3 16,82-48-1608-16</inkml:trace>
  <inkml:trace contextRef="#ctx0" brushRef="#br0" timeOffset="152391.81">11094 12570 384 0,'0'0'0'0,"0"0"0"0,0 0 0 0,0 0 118 0,0 0 0 0,0 0 0 0,0 0 0 0,0 0 0 0,4 6 0 0,-4 3 0 0,0-1 0 0,-4 6-30 0,2 5 1 0,-2 1-1 0,-2 7 1 0,0 6-1 16,2 8 0-16,-4 4 0 0,-5 4 1 0,5 8-29 0,-2-5 0 15,2 3 0-15,-2-4 1 0,2-1-1 0,0-1 0 16,-1-6 0-16,1-2 0 0,-2-6-30 0,2-7 1 16,4-3 0-16,-4-11 0 0,8-14-31 0,0 0-1980 0</inkml:trace>
  <inkml:trace contextRef="#ctx0" brushRef="#br0" timeOffset="152658.78">10994 12710 348 0,'0'0'0'0,"0"0"0"16,0 0 0-16,0 0 202 0,-12-2 0 0,12 0 0 0,-6 0 0 15,2 0-1-15,0-1 1 0,4-1 0 0,-4-2 0 16,4 2-138-16,0 0 1 0,0 0-1 0,4 0 1 15,2 0-1-15,6 0 0 0,1-3 0 0,3 1 1 16,6-2-22-16,-3 2 1 0,7-4-1 0,7 1 1 16,-3 1-1-16,1 4 0 0,7-4 0 0,-3 2 1 15,1 0-21-15,3 4 1 0,2-2-1 0,2-1 1 16,-1 5-1-16,1-4 1 0</inkml:trace>
  <inkml:trace contextRef="#ctx0" brushRef="#br0" timeOffset="152908.84">10935 12909 752 0,'0'0'0'15,"0"0"0"-15,0 0 0 0,0 0 180 0,13 6 1 0,-5-6 0 16,4 0 0-16,-2 0-1 0,6 0 1 0,5-2 0 15,1 0 0-15,5 0-112 0,7-2 0 0,5 2 0 16,0-3 1-16,7-1-1 0,5 2 0 0,-6 0 0 16,6 0 1-16,0 2-20 0,-4 0 0 0,-3-2 0 15,1 4 1-15,4-4-51 0,-49 4-2215 0</inkml:trace>
  <inkml:trace contextRef="#ctx0" brushRef="#br0" timeOffset="153259.84">10620 13454 508 0,'0'0'0'16,"0"0"0"-16,-8 0 0 0,4 0 218 0,0 4 1 16,0-4 0-16,4 2 0 0,-4-2-1 0,4 0 1 15,4 0-1-15,4 0 1 0,4-2-143 0,2 2 1 16,7-4 0-16,9 4 0 0,5-8-1 0,12 2 1 0,5-2-1 15,16 0 1-15,1-3-22 0,12 1 1 0,-3 0-1 16,17-3 1-16,-1 3-1 0,-13 2 1 0,1-2-1 16,-9-1 1-16,-4-1-39 0,-8 2 1 0</inkml:trace>
  <inkml:trace contextRef="#ctx0" brushRef="#br0" timeOffset="153808.71">11086 13501 504 0,'0'0'0'0,"0"0"0"0,0 0 0 0,0 0 206 15,-6 0 0-15,2 0 0 0,0 0 0 0,-4 2-1 16,4 3 1-16,-5-1 0 0,3 2 0 0,-2 2-124 0,0 4 1 16,-4-3 0-16,2 5 0 0,-3 4-1 0,5 3 1 15,-4-1-1-15,2 3 1 0,2 4-29 0,0-1 0 16,4-1 0-16,0 2 1 0,4 1-1 0,4-5 0 16,0-1 0-16,4-1 0 0,0-3-26 0,6-3 0 15,2-3 0-15,3-4 0 0,1-4-1 0,0-2 1 16,7-4 0-16,-5-2 0 0,7-8-27 0,-1-2 0 15,1-3 0-15,1-1 0 0,-1-1 0 0,-1 1 0 16,1-1 0-16,-9 1 0 0,3-1 2 0,-7 3 1 0,-2 6-1 16,-2-1 1-16,-8 3-1 0,0 4 0 0,-4 4 0 15,-2 4 1-15,-4 2 1 0,-2 3 0 0,0 1 0 16,-6 4 0-16,2 5-1 0,-1 3 1 0,1-1 0 16,2 1 0-16,2 5 2 0,0 2 0 0,0-3 0 15,1 3 0-15,5-2 0 0,4-3 0 0,2-5 0 16,7-3 0-16,1-3-2 0,-2-5 0 0,10-2 0 15,-1-6 1-15,5-4-1 0,3-4 0 0,-1-3 0 0,3-3 0 16,1-4-2-16,1-3 0 0,-1-4 0 0,-1 1 1 16,1-3-1-16,-3-4 0 0,1 5 0 0,3-1 1 15,-9-4 0-15,5 5 0 0,-3-1 0 0,-2 4 1 16,-5 1-1-16,-1 5 0 0,-6-1 0 0,-2 6 0 0,-4 8 1 16,-4-5 1-16</inkml:trace>
  <inkml:trace contextRef="#ctx0" brushRef="#br0" timeOffset="154493.19">7471 14129 548 0,'0'0'0'0,"0"0"0"0,9-4 0 0,-1 4 238 0,0-4 1 0,4-2 0 15,6 2 0-15,3-1-1 0,9 1 1 16,1 0-1-16,16 0 1 0,14-2-178 0,24-2 1 0,9 0-1 16,36 4 1-16,-6 4-1 0,43-9 0 0,-33 7 0 15,9 2 1-15,1-2-24 0,9 0 1 0,2-2 0 16,1 4 0-16,1-2-1 0,2-2 1 0,4 2-1 16,-5-2 1-16,1 4-22 0,0-6 1 0,-2 4-1 15,-1 0 1-15,-5 2-1 0,0-3 0 0,-5 6 0 16,-3-3 1-16,-7 0-17 0,-2 0 1 0,-1 2-1 15,-5 0 1-15,-8 4-1 0,2-2 0 0,-6 2 0 16,-12 0 1-16,-7 0-5 0,-7 3 0 0</inkml:trace>
  <inkml:trace contextRef="#ctx0" brushRef="#br0" timeOffset="156725.56">7746 14474 76 0,'0'0'0'0,"0"0"0"0,0 0 0 0,0 0 243 0,0 0 0 0,4-9 0 0,-4 3 1 0,4 0-1 0,-4 0 0 15,4 2 0-15,-4-2 1 0,4 0-195 0,1-1 1 16,-5 3 0-16,4 0 0 0,-4 0-1 0,2 4 1 16,0-4 0-16,-2 2 0 0,2 2-21 0,-2 6 0 15,0-2 0-15,0 4 1 0,-2 3-1 0,-2 7 0 0,0 3 0 16,-1 5 1-16,-3 5-19 0,0 8 1 0,-2 2 0 16,2 6 0-16,-4 2-1 0,-3-1 1 0,3-1 0 15,0 4 0-15,4-10-10 0,-2 2 1 0,6-6-1 16,0-2 1-16,-1-4-1 0,1-11 0 0,4-3 0 15,0-7 1-15,0-4-4 0,0-2 1 0</inkml:trace>
  <inkml:trace contextRef="#ctx0" brushRef="#br0" timeOffset="156975.7">7736 14377 556 0,'0'0'0'0,"0"0"0"0,0 0 0 0,0 0 178 16,0 0 1-16,0 0 0 0,10-2 0 0,-6 0-1 15,4 0 1-15,5-2 0 0,-3-2 0 0,6 0-111 16,2-7 0-16,3 5 0 0,5-4 0 0,-1 0 0 16,5-1 0-16,5 1 0 0,-1 0 0 0,-3 5-19 0,1-1 0 15,-1 2 0-15,-1 4 0 0,-3 2 0 0,-1 2 0 16,-1 2 0-16,-3 2 0 0,-22-6-49 0,0 0-2192 15</inkml:trace>
  <inkml:trace contextRef="#ctx0" brushRef="#br0" timeOffset="157175.57">7638 14730 676 0,'0'0'0'0,"0"0"0"15,0 0 0-15,0 0 196 0,-8 0 0 0,4-2 0 16,8 2 1-16,0-2-1 0,4 0 0 0,5-2 0 16,1 0 0-16,6-3-127 0,7 1 0 0,3-6 0 15,9 2 0-15,4-5 0 0,3-1 0 0,5-2 0 16,2 1 0-16,-2 3-26 0,0 1 1 0</inkml:trace>
  <inkml:trace contextRef="#ctx0" brushRef="#br0" timeOffset="157758.72">8227 14767 323 0,'0'0'0'0,"0"0"0"0,0 0 0 0,0-12 80 0,0 5 1 15,0-3-1-15,4 0 1 0,-4-2 21 0,0-1 1 16,0 1 0-16,4 2 0 0,-4 0-1 0,0-1 1 16,0 3-1-16,0 2 1 0,0-2-34 0,0 2 1 0,0 4 0 15,0-1 0-15,0 3-1 0,-4 3 1 0,4 1-1 16,0 2 1-16,-4 4-17 0,4 2 0 0,-5 3 0 15,1 1 0-15,0 3-1 0,4 3 1 0,-4-3 0 16,4 3 0-16,0-1-20 0,0 1 1 0,4 1 0 16,0-1 0-16,0-5-1 0,5 1 1 0,-3-1-1 15,6-5 1-15,0-2-41 0,-4-2 1 0,4-4 0 16,3-4 0-16,1-2-1 0,-2-2 1 0,3-2 0 0,-3-6 0 16,2 0 23-16,0-3 0 0,-1 1 0 15,1-3 0-15,0 3 0 0,-2 0 0 0,3-1 0 0,-7 1 0 16,2 2 0-16,-4 1 0 0,-2 3 0 0,0 4 0 15,1-2 0-15,1 4 0 0,-4 2 0 0,0 0 0 16,-4 4-1-16,0 2 0 0,0 0 0 0,4 7 1 16,-4-1-1-16,4 4 0 0,-4 1 0 0,4 1 0 0,0-1 1 15,2 1 1-15,2-1-1 0,0-3 1 0,1-2-1 16,5-4 1-16,-2-1-1 0,0-5 1 0,7-2-4 16,-3-7 0-16,2 1 0 0,-2-8 1 0,3-2-1 15,1-5 0-15,-4-2 0 0,3 1 0 0,1-5-1 0,-2 1 0 16,-1-1 0-16,1 0 1 0,-6 3-1 0,0-1 0 15,3 2 0-15,-7 3 1 0,0 1-5 0,0 3 1 16,-2 4 0-16,-2 1 0 0,0 1-1 0,-4 4 1 16</inkml:trace>
  <inkml:trace contextRef="#ctx0" brushRef="#br0" timeOffset="158760.38">9606 14765 448 0,'0'0'0'0,"0"0"0"0,0 0 0 0,0 0 220 0,0 0 0 0,0 0 0 16,0 0 1-16,0 0-1 0,0 0 0 0,0 0 0 0,0 0 1 15,0 0-136-15,0 0 1 0,9-4 0 0,-3 2 0 16,6 2-1-16,0 0 1 0,0 0-1 0,3-2 1 15,1 0-37-15,2 2 1 0,2-2-1 0,3 2 1 16,-3-2-1-16,7 2 1 0,-5-3-1 0,7-1 1 16,17-2-50-16,-46 6-2469 0</inkml:trace>
  <inkml:trace contextRef="#ctx0" brushRef="#br0" timeOffset="159676.57">10817 14379 336 0,'0'0'0'0,"0"0"0"0,0 0 0 0,0 0 202 0,0-8 0 0,0 4 0 0,2 0 0 0,0 0-1 15,0 0 1-15,3 0 0 0,-5-1 0 0,4 1-137 16,-4 0 1-16,4 2-1 0,-4 0 1 0,4 2-1 15,-4 0 1-15,4 2-1 0,-4 2 1 16,0 11-15-16,0-1 0 0,-4 7 0 0,4 5 0 0,-8 5 0 0,4 8 0 16,-9 6 0-16,3 6 0 0,-2 1-29 0,0 3 0 15,2-4 0-15,-3 1 1 0,1-5-1 0,2-2 0 16,2-2 0-16,0-2 0 0,-2-8-20 0,3-5 1 16,1-11 0-16,2-3 0 0,4-14-3 0,0 0-2304 0</inkml:trace>
  <inkml:trace contextRef="#ctx0" brushRef="#br0" timeOffset="160158.54">10815 14367 646 0,'0'0'0'15,"0"0"0"-15,0 0 0 0,0 0 161 0,13-2 1 0,-9-2-1 0,4 2 1 0,4-2-63 0,2-2 1 0,3 1-1 16,1 1 1-16,2 0-1 0,3 2 0 16,3 0 0-16,3 0 1 0,1 2-41 0,1 0 0 0,-1 2 0 15,3 2 0-15,1-2 0 0,-3 2 0 0</inkml:trace>
  <inkml:trace contextRef="#ctx0" brushRef="#br0" timeOffset="160393.31">10650 14660 724 0,'0'0'0'0,"0"0"0"0,0 0 0 0,0 0 180 15,9-4 0-15,-5 2 0 0,4 0 0 0,2 0-1 16,2-2 1-16,5 4 0 0,5-6 0 0,0 2-111 15,7-2 1-15,7-1 0 0,5 3 0 0,4-4-1 16,2 4 1-16,4 0-1 0,-3 2 1 0,3 2-19 16,0-2 1-16,-2 2-1 0,2 0 1 0,8 2-52 15,-59-2-2195-15</inkml:trace>
  <inkml:trace contextRef="#ctx0" brushRef="#br0" timeOffset="160707.51">10449 15105 636 0,'0'0'0'0,"0"0"0"0,0 0 0 16,0 0 202-16,12-8 1 0,-4 4 0 0,7 0 0 15,1-2-1-15,2 0 1 0,9-1-1 0,9 1 1 16,3-2-131-16,8 2 0 0,6 0 0 0,6 4 1 16,2 0-1-16,8 0 0 0,-4 2 0 0,4 0 1 0,3 0-32 15,-7 0 0-15,16 0 0 0,-12 0 1 0,-6 0-1 16,-2 0 0-16</inkml:trace>
  <inkml:trace contextRef="#ctx0" brushRef="#br0" timeOffset="161342.94">10655 15249 444 0,'0'0'0'0,"0"0"0"15,0 0 0-15,0-10 216 0,0 4 0 0,0 1 0 0,0-3 1 16,0 4-1-16,0-2 0 0,0 0 0 0,0 0 1 16,0 2-150-16,-5-1 0 0,5 1 0 0,0 2 1 15,0 2-1-15,-4 0 0 0,4 2 0 0,0 2 1 16,0 3-20-16,0 3 0 0,-4 2 0 0,4 3 0 16,-4-1 0-16,-2 4 0 0,4 3 0 0,-2-1 0 15,2 5-20-15,0 0 0 0,2-1 0 0,2 1 1 0,4-5-1 16,2 1 0-16,0-3 0 0,5-3 0 0,1-5-31 15,2-4 0-15,2-2 0 0,3-4 0 0,1-4 0 16,3-4 0-16,-3 0 0 0,2-5 1 0,-1-3 8 16,-1 2 0-16,3-7 0 0,-7 3 0 0,-2 1 0 15,-1-1 0-15,1 3 0 0,-4-1 0 0,-2 4 2 0,-2 1 0 16,0 5 0-16,1 0 1 0,-5 0-1 0,-4 6 0 16,0 0 0-16,0 0 0 0,0 2 1 0,0 4 1 15,-4 2-1-15,0 3 1 0,-1 1-1 0,5 6 0 16,-4-1 0-16,0 3 1 0,4 1 3 0,0 1 1 15,4-1-1-15,0-1 1 0,1-3-1 0,-1-1 0 16,2-3 0-16,0-3 1 0,4-2-2 0,-2-2 1 16,2-4-1-16,0-2 1 0,5-4-1 0,-3-2 1 0,0-4-1 15,2-3 1-15,1-1-2 0,1 0 0 0,0-3 0 16,-4-3 1-16,3 1-1 0,-3 1 0 0,0 1 0 16,2 3 1-16,-6-2-4 0,3 5 0 0,-3-3 0 15,0 4 0-15,0 0 0 0,0 3 0 0,-2 1 0 16,0 0 0-16,5 2 0 0,-3-2 1 0</inkml:trace>
  <inkml:trace contextRef="#ctx0" brushRef="#br0" timeOffset="165162.22">13288 13481 380 0,'0'0'0'0,"0"0"0"0,0 0 0 0,0 0 171 0,0 0 1 0,0 0-1 0,0 0 1 0,0 0-1 0,0 0 0 16,0 0 0-16,10 4 1 0,-1-4-81 0,1-4 0 0,6 4 0 15,4-4 1-15,3 0-1 0,1 0 0 16,7 0 0-16,3-1 0 0,1 3-42 0,4-2 1 0,-1 4-1 16,-3 0 1-16,3 0-1 0,-7 0 0 0</inkml:trace>
  <inkml:trace contextRef="#ctx0" brushRef="#br0" timeOffset="165327.68">13396 13612 572 0,'0'0'0'0,"0"0"0"0,0 0 0 15,0 0 159-15,0 0 0 0,0 0 0 0,0 0 1 16,10 6-1-16,2-4 0 0,-3 5 0 0,7-3 0 0,6-4-98 16,1 4 0-16,7 0 0 0,3 0 1 0,1 0-1 15,7-2 0-15</inkml:trace>
  <inkml:trace contextRef="#ctx0" brushRef="#br0" timeOffset="174109.1">15108 12857 360 0,'0'0'0'0,"0"0"0"0,0 0 0 0,4-10 113 0,0 4 1 0,-4 2 0 16,4-2 0-16,0 0-1 0,2-3 1 0,-2 3-1 15,2-2 1-15,0 2-23 0,-2 0 1 0,1 0-1 16,3 1 1-16,-6 3-1 0,4 2 0 0,-2 2 0 0,-2 7 1 16,0-1-18-16,-2 6 1 0,0 5 0 0,-2 1 0 15,-2 9-1-15,-2 8 1 0,-2 4-1 0,-5 8 1 16,3 0-27-16,-2 3 1 0,0-3 0 0,2 0 0 15,-1-2-1-15,5-6 1 0,-2-2-1 0,4-4 1 16,0-8-56-16,4-7 1 0</inkml:trace>
  <inkml:trace contextRef="#ctx0" brushRef="#br0" timeOffset="174711.4">15932 13214 516 0,'0'0'0'0,"0"0"0"0,0 0 0 0,0 0 207 0,0 0 0 0,0 0 0 0,0 0 1 0,0 0-1 0,6-8 0 16,-2 6 0-16,8-2 1 0,1 0-124 0,3 2 1 16,6-2 0-16,1 0 0 0,3-1-1 0,7 3 1 0,1 0 0 15,1 0 0-15,4 2-39 0,-1 0 0 0,1 2 0 16,4 0 0-16,-5 3 0 0,1 1 0 0</inkml:trace>
  <inkml:trace contextRef="#ctx0" brushRef="#br0" timeOffset="176675.53">17338 12911 188 0,'0'0'0'0,"0"0"0"0,0 0 0 0,0 0 214 0,0 0 1 16,0-8-1-16,0 3 1 0,0 1-1 0,4 0 1 15,-4 0-1-15,4-2 1 0,-4 2-155 0,5 0 0 0,-5 0 0 16,4 4 0-16,-4 0-1 0,0 0 1 0,0 4 0 16,0 2 0-16,0 6-19 0,-4 3 1 0,-1 3 0 15,-3 1 0-15,2 5-1 0,-4 5 1 0,0 2 0 16,-4 3 0-16,1 3-23 0,1-2 1 0,-2 0-1 16,2-6 1-16,-5 14-20 0,17-43-2097 0</inkml:trace>
  <inkml:trace contextRef="#ctx0" brushRef="#br0" timeOffset="176874.96">17552 12886 632 0,'0'0'0'0,"0"0"0"0,-12 8 0 16,8 1 166-16,-6-1 1 0,-3 4-1 0,1 0 1 15,0 5-1-15,-2 5 0 0,-3 7 0 0,-3 2 1 0,2 10-97 16,-3-2 0-16,7 6 0 0,-6 0 1 0,1 4-1 15,1-2 0-15,6 1 0 0,0-3 1 0,-2-2-25 16,5-6 0-16,5 2 0 0,-4-9 1 0,8-30-47 16,0 0-2033-16</inkml:trace>
  <inkml:trace contextRef="#ctx0" brushRef="#br0" timeOffset="177440.97">17609 13179 380 0,'0'0'0'0,"0"0"0"0,0 0 0 16,0 0 208-16,0 0 0 0,0 0 0 0,0 0 1 16,0 0-1-16,0 0 0 0,-6-8 0 0,6 6 0 15,-2 2-146-15,2 0 0 0,-2 0 0 0,0 2 1 16,0 2-1-16,0 2 0 0,0 3 0 0,0-1 1 16,0 4-21-16,-2 5 1 0,0 3-1 0,-1-1 1 15,5-1-1-15,-4 7 1 0,4-3-1 0,0 1 1 0,0-3-22 16,0 3 1-16,0-3 0 0,4-1 0 0,1-1-1 15,-1-10 1-15,2 3-1 0,2-3 1 0,0-4-22 16,4-4 0-16,-4-4 0 0,5 0 0 0,1-2 0 16,-6 0 0-16,4-5 0 0,2 1 0 0,-1-2 1 0,-3-1 1 15,2-1 0-15,0 2 0 0,-2-5-1 0,1 7 1 16,-1-2 0-16,-2 2 0 0,0 1 11 0,-2 3 1 16,-2 4-1-16,2 2 1 0,0 0-1 0,-2 4 1 15,1 0-1-15,-1 2 1 0,-4 5-1 0,4 3 0 16,0-6 0-16,-2 7 1 0,2-1-1 0,0 2 0 15,4-1 0-15,-4-1 0 0,4-4 0 0,0 1 0 0,3-3 0 16,1 0 1-16,0-6-1 0,2 0 0 16,3-4 0-16,-3 0 0 0,2-6-2 0,0 0 1 0,3-3-1 15,-3-1 1-15,0-4-1 0,3-1 1 0,-7 1-1 16,2-5 1-16,-2 5-3 0,-4-3 1 0,-2 3-1 16,-1 0 1-16,-5 3-1 0,0 1 1 0,-2 6-1 15,-5-2 1-15,7 8-10 0,0 0-2667 0</inkml:trace>
  <inkml:trace contextRef="#ctx0" brushRef="#br0" timeOffset="178208.18">14829 13653 260 0,'0'0'0'0,"0"0"0"0,0 0 0 0,0 0 248 0,0 0 0 0,-10-8 0 0,8 6 1 0,0 0-1 0,2 0 0 16,-4 0 0-16,4 0 0 0,0 0-182 0,0 0 0 15,0 2 0-15,4 0 1 0,0-4-1 0,4 4 0 16,2 0 0-16,6 4 0 0,-1-4-38 0,5 2 0 15,6 2 0-15,9 0 0 0,12 2 0 0,12 4 0 16,12-4 0-16,15 1 0 0,17 1-18 0,62 2 1 16,-26-8 0-16,11 0 0 0,5-4-1 0,4 0 1 0,-3-2 0 15,7-2 0-15,-2 4-7 0,0 0 1 0,-11 2-1 16,3 2 1-16,-2 0-1 0,-3 4 0 0,-3 2 0 16,-7 0 1-16,-2 3-13 0,-1-3 0 0,-1 0 0 15,-2-2 0-15,1 0 0 0,-5 1 0 0,-4-7 0 16,-2 0 1-16,-2 0 6 0,-4 0 0 0</inkml:trace>
  <inkml:trace contextRef="#ctx0" brushRef="#br0" timeOffset="180861.03">14937 14049 592 0,'0'0'0'0,"0"0"0"0,0 0 0 0,0 0 165 0,0 0 1 0,-6-10-1 16,2 8 1-16,4-4-1 0,-4 2 1 0,-1-1-1 0,1 3 1 15,0 2-109-15,0 0 0 0,0 2 0 0,2 5 1 16,-2 1-1-16,0 0 0 0,4 6 0 0,-4 3 1 15,0 5-20-15,4 1 1 0,-4-1-1 0,4 3 1 16,0 4-1-16,0-1 0 0,0-1 0 0,0 0 1 16,4-3-9-16,4 1 1 0,-4-9-1 0,4 3 1 15,2-3-1-15,-1-3 0 0,1-3 0 0,0-4 1 16,4-2-40-16,-2-4 1 0,1-6-1 0,1 0 1 0,0-2-1 16,-2-5 1-16,5-1 0 0,-7-2 0 0,2 1 19 15,0-3 0-15,-4-1 0 0,0 3 1 0,-2 1-1 16,1-1 0-16,-1 6 0 0,-2 0 0 0,-4 1 1 0,4 3 0 15,-4 0 0-15,0 6 0 0,0 0-1 0,4 0 1 16,-4 0 0-16,4 4 0 0,2 2 3 0,0 0 0 16,0 1 0-16,-2 1 0 0,5 0-1 0,1 4 1 15,2-1 0-15,4-1 0 0,-2-2-2 0,7 0 1 16,-5-8 0-16,6 0 0 0,1 0-1 0,1-8 1 16,3 0-1-16,-1-2 1 0,1-3-4 0,-3-1 0 15,0-5 0-15,3 3 1 0,-5-4-1 0,-5-1 0 16,1 5 0-16,-2-5 0 0,-4 1-2 0,3 3 0 0,-7-3 0 15,-4 5 0-15,0 1-1 0,-4 2 1 0,-4 3 0 16,0 3 0-16,4 6-8 0,0 0-2560 0</inkml:trace>
  <inkml:trace contextRef="#ctx0" brushRef="#br0" timeOffset="181244.29">16284 14266 492 0,'0'0'0'16,"0"0"0"-16,0 0 0 0,0 0 242 0,0 0 1 0,0 0 0 0,0 0 0 0,0 0-1 0,0 0 1 15,0 0-1-15,0 0 1 0,0 0-174 0,0 0 1 16,12 0 0-16,-6 0 0 0,7 0-1 0,-3 5 1 0,0-5-1 15,8 2 1-15,-3 0-27 0,5-2 0 0,-2 2 0 16,7-2 0-16,-3 0-1 0,2 0 1 0</inkml:trace>
  <inkml:trace contextRef="#ctx0" brushRef="#br0" timeOffset="181776.61">17613 14170 220 0,'0'0'0'0,"0"0"0"0,0 0 0 0,0 0 246 0,0 0 0 0,0 0 0 0,-8-10 0 16,6 8-1-16,2 0 1 0,-2 2 0 15,2-4 0-15,0 4-173 0,0 0 0 0,0 0 0 0,0 4 1 16,0 2-1-16,-2 4 0 0,2 2 0 0,-2 5 1 16,0 3-20-16,0 3 0 0,0-1 0 0,0 5 0 15,0 2-1-15,2 0 1 0</inkml:trace>
  <inkml:trace contextRef="#ctx0" brushRef="#br0" timeOffset="182257.81">17949 14168 524 0,'0'0'0'0,"0"0"0"0,0 0 0 0,0 0 224 0,0 0 0 0,0 0 0 0,0 0 0 16,0 0 0-16,0 0 0 0,0 0 0 0,0 0 0 0,0 0-148 15,0 0 1-15,0 0 0 0,-10 18 0 0,4-3-1 16,0 3 1-16,-3 7 0 0,-3 4 0 0,-2 5-20 15,-2 5 1-15,-3 5 0 0,3-1 0 0,0 2-1 16,2-2 1-16,1 0 0 0,3-6 0 0,2-4-36 16,0-3 1-16</inkml:trace>
  <inkml:trace contextRef="#ctx0" brushRef="#br0" timeOffset="182808.37">18232 14213 652 0,'0'0'0'0,"0"0"0"15,0 0 0-15,0 0 184 0,0 0 1 0,0 0-1 16,-8 8 1-16,6-1-1 0,0 1 1 0,0 2-1 15,0 0 1-15,0 7-95 0,2 1 1 0,0 1 0 0,0 3 0 16,0 1-1-16,0 1 1 0,2 3 0 0,4-4 0 16,0 1-30-16,2-1 1 0,2-3-1 0,2-3 1 15,0 1-1-15,3-8 1 0,1-1-1 0,0-1 1 16,1-4-26-16,1-4 0 0,0-4 0 0,3-2 1 16,-5-1-1-16,2-1 0 0,0-2 0 0,-1-2 0 15,1 1-39-15,-2-3 1 0,1 0 0 0,-5-3 0 0,2 1-1 16,-2-1 1-16,-1 3 0 0,-1 0 0 0,0 1 11 15,-2 1 0-15,-4 4 0 0,0 2 1 0,-2 2-1 16,0 4 0-16,0 0 0 0,-2 4 1 0,0 2 0 16,0 0 0-16,0 4 0 0,0 3 1 0,0-1-1 15,2 0 0-15,0 1 0 0,2 3 0 0,5-6-3 16,-5 0 0-16,4-1 0 0,0-3 0 0,2 0 0 0,2-4 0 16,3-2 0-16,1-2 0 0,-2-2 0 0,0-2 0 15,1-2 0-15,1-3 1 0,-2-1-1 0,0 0 0 16,1-1 0-16,-1-1 1 0,-4 0-3 0,2-3 0 15,0 3 0-15,-3 2 1 0,-5-1-1 0,2 3 0 16,2 0 0-16,-2 2 0 0,0-1-4 0,2 5 1 16,-4-4-1-16,-2 2 1 0,2 2-1 0,2-2 1 0,-1 4-1 15,-1-3 1-15,2-1 0 0,-2 0 0 0,0 2 0 16,-4 2 1-16,4-2-1 0,-4 0 0 0,0 4 0 16,0-4 1-16,0 2-3 0,0 0 1 0</inkml:trace>
  <inkml:trace contextRef="#ctx0" brushRef="#br0" timeOffset="199356.65">19805 13528 504 0,'0'0'0'0,"0"0"0"0,0 0 0 0,0 0 173 0,0 0 1 0,0 0 0 16,0 0 0-16,0 0-1 0,0 0 1 0,0 0-1 16,8-6 1-16,2 4-110 0,5 0 0 0,-1 0 0 15,4 2 0-15,3-4-1 0,-1 4 1 0,4-4 0 16,5 4 0-16,-3 0-53 0,3 4 1 0,-3-4 0 0,5 4 0 15,-31-4-12-15,0 0-1839 0</inkml:trace>
  <inkml:trace contextRef="#ctx0" brushRef="#br0" timeOffset="199559.58">19760 13860 732 0,'0'0'0'0,"0"0"0"0,0 0 0 0,10 0 171 0,-5 0 1 16,3 0-1-16,4 0 1 0,2 0-1 0,2 0 1 16,3 0-1-16,3 0 1 0,3 0-116 0,-5 0 1 15</inkml:trace>
  <inkml:trace contextRef="#ctx0" brushRef="#br0" timeOffset="205393.24">21323 12806 40 0,'0'0'0'15,"0"0"0"-15,0 0 0 0,0 0 36 0,0 0 0 0,-10 4 0 0,10 0 0 0,-4-4 0 0,0 0 0 16,2 0 0-16,0-4 0 0,2 4-16 0,0-4 1 16,2 0 0-16,0-2 0 0,2 0-1 0,0 0 1 15,2-9-1-15,0 3 1 0,1 2 5 0,1-3 0 16,0 1 0-16,0-4 0 0,0 1 0 0,2 1 0 15,2 2 0-15,-3-3 0 0,1 3 26 0,-2-4 1 16,0 1-1-16,0 1 1 0,-2 2-1 0,0-1 1 0,1-1-1 16,-1 2 1-16,0-1-85 0,-2 3 1 0,0-2 0 15,0 3 0-15,-2 3-1 0,0-2 1 0,-2 4 0 16,2 0 0-16,-2 2 68 0,2 0 1 0,-2 0 0 16,0 2 0-16,0 0-1 0,0 0 1 0,0 0 0 15,0 2 0-15,0 0-29 0,0 2 1 0,0 2 0 16,0 2 0-16,-2 3-1 0,0 5 1 0,0-2 0 15,0 7 0-15,-2-3 17 0,0 1 0 0,4 1 0 16,-4-1 0-16,2-1 0 0,2-1 0 0,0-5 0 0,0 0 0 16,0-2 9-16,2-1 1 0,2-3-1 0,-4 2 1 15,4-4-1-15,0-4 0 0,-2 0 0 0,2 0 1 16,2-4-3-16,0 0 1 0,-2-2 0 0,4 0 0 16,1-1-1-16,-3-3 1 0,4 0-1 0,0 0 1 15,2-3-1-15,1 1 1 0,-1-2 0 0,2-1 0 0,-4 1-1 16,2 0 1-16,1-1 0 0,-3 5 0 0,0 2-7 15,-2-2 0-15,-2 3 0 0,2 3 1 0,-4 2-1 16,-2 2 0-16,0 0 0 0,0 2 0 0,-2 2-5 16,0 3 1-16,0-1 0 0,0 2 0 0,3 4-1 0,-3-1 1 15,0 5-1-15,2 2 1 0,0 1-7 0,0-1 1 16,2 3 0-16,-2-3 0 0,4 3-1 0,-2-1 1 16,4-3-1-16,2 1 1 0,2-1-2 0,3-5 0 15,1-2 0-15,4-2 0 0,-1-8-1 0,5-4 1 16,3-2 0-16,-5-4 0 0,4-5-3 0,3-1 1 15,-3-2-1-15,1-5 1 0,1 0-1 0,-7-3 1 16,-1 1-1-16,0 1 1 0,-1-1-3 0,-5 2 1 0,0 1-1 16,-2-3 1-16,1 5-1 0,-5 3 1 0,-2 3-1 15,2 2 1-15,-8 12-12 0,0 0-2397 0</inkml:trace>
  <inkml:trace contextRef="#ctx0" brushRef="#br0" timeOffset="205774.52">22402 12665 184 0,'0'0'0'0,"0"0"0"0,0 0 0 0,0 0 259 0,0 0 0 16,-6 0 0-16,2 0 1 0,4 0-1 0,-4 0 0 15,4 0 0-15,0-4 0 0,0 4-189 0,0-3 1 16,0 1 0-16,8 0 0 0,-4 0-1 0,6 0 1 16,0 0 0-16,1 2 0 0,3 0-29 0,2 2 1 0,2 0-1 15,1 0 1-15,-1 2-1 0,2-1 1 0</inkml:trace>
  <inkml:trace contextRef="#ctx0" brushRef="#br0" timeOffset="206508.76">23320 12351 600 0,'0'0'0'0,"0"0"0"0,0 0 0 0,0 0 186 15,0 0 1-15,0 0-1 0,0 0 1 0,0 0-1 0,0 0 1 16,0 0-1-16,0 0 1 0,0 0-115 0,0 12 0 15,-4 2 0-15,0 1 1 0,-4 3-1 0,-2 7 0 16,-3 6 0-16,-1 1 1 0,-2 5-22 0,-1 0 0 16,3 2 0-16,2-4 1 0,-6 14-52 0,18-49-2157 0</inkml:trace>
  <inkml:trace contextRef="#ctx0" brushRef="#br0" timeOffset="206908.95">21340 13122 568 0,'0'0'0'0,"0"0"0"0,0 0 0 0,0 0 206 0,0 0 1 16,-8-2 0-16,8 0 0 0,0 0-1 0,4 0 1 15,2 0-1-15,8 0 1 0,0-2-134 0,11 4 0 16,5-5 0-16,13 5 0 0,14 0-1 0,18 0 1 16,13 5 0-16,11 3 0 0,32 4-22 0,1-2 1 15,4 1-1-15,-1-3 1 0,-1-4-1 0,-4 0 0 16,-6-10 0-16,-6-2 1 0,-24-9-52 0,-94 17-2412 0</inkml:trace>
  <inkml:trace contextRef="#ctx0" brushRef="#br0" timeOffset="207490.46">22070 13378 624 0,'0'0'0'0,"0"0"0"0,0 0 0 0,-8-2 202 16,4 2 1-16,-2-2 0 0,2 0 0 0,-4 2-1 0,0 0 1 16,0 0-1-16,-1 2 1 0,3 2-137 0,-4 0 0 15,0 3 0-15,0 1 1 0,2 4-1 0,-5 3 0 16,3-1 0-16,2 2 0 0,0 3-12 0,-4 3 1 15,4 1-1-15,1 1 1 0,1-3-1 0,4 2 1 16,-2-1-1-16,4 1 1 0,4-7-21 0,-2 0 0 16,4-3 0-16,5-1 0 0,1-8 0 0,4 0 0 15,2-4 0-15,1-4 0 0,-1 0-40 0,2-8 0 16,1-1 0-16,-1 1 1 0,3-2-1 0,-5 4 0 0,2-7 0 16,-1 1 1-16,-3 1 15 0,-2 1 1 0,-2 2-1 15,0 1 1-15,-3 3-1 0,-3 2 1 0,0 0-1 16,-2 4 1-16,-2 2-2 0,-2 0 0 0,0 4 0 15,0 2 0-15,0 2-1 0,-2-1 1 0,2 5 0 16,-2 0 0-16,2 5-1 0,0-1 0 0,0 0 0 16,0-1 1-16,2 1-1 0,0 1 0 0,0-3 0 15,2-2 1-15,2-2-3 0,-2-1 0 0,0-1 0 0,2-8 0 16,3 2-1-16,1-2 1 0,4-2 0 0,-6 2 0 16,8-8 0-16,3-5 1 0,3-1-1 0,3-4 1 15,1-3-1-15,0-2 0 0,3-3 0 0,-3-1 1 16,1 0-1-16,-7 3 0 0,-1-1 0 0,-7 3 1 15,0 5-1-15,-6 1 0 0,-2 6 0 0,-4-3 1 0,-2 7-1 16,-2 2 0-16</inkml:trace>
  <inkml:trace contextRef="#ctx0" brushRef="#br0" timeOffset="208790.71">20450 14234 480 0,'0'0'0'0,"0"0"0"0,0 0 0 0,0 0 222 0,0 0 0 0,0 0 0 0,0 0 1 0,0 0-1 16,17-4 0-16,-3 2 0 0,6-1 0 0,13 1-171 0,16 0 1 15,14-2 0-15,24 0 0 0,25-4-1 0,47 0 1 16,10-3-1-16,10 3 1 0,-2 0-15 0,0 2 0 16,-8 2 0-16,-10 4 0 0,-9 4 0 0,-9 2 0 15,-9 2 0-15,-4 0 0 0,-2 1-19 0,-3-1 1 16,-5 2 0-16,18-4 0 0,6 5-19 0,-142-11-2281 0</inkml:trace>
  <inkml:trace contextRef="#ctx0" brushRef="#br0" timeOffset="212190.64">21120 14623 164 0,'0'0'0'0,"0"0"0"0,0 0 0 0,0 0 238 0,0 0 0 16,0 0 0-16,0 0 1 0,-8-4-1 0,6 4 0 15,0 0 0-15,0-4 0 0,0 4-173 0,2-2 1 16,-2 2 0-16,2 0 0 0,0 0-1 0,0 2 1 16,0 2-1-16,0-4 1 0,0 6-33 0,0 1 1 15,0 1-1-15,0 4 1 0,0 0-1 0,0 3 0 0,2-1 0 16,0 2 1-16,0 1-17 0,-2 1 0 0,2 3 0 16,0-9 1-16,2 3-1 0,-4-1 0 0,4-2 0 15,0-2 0-15,0 1-16 0,-4-1 0 0,4-6 0 16,0 0 1-16,2-2-1 0,0-2 0 0,0 0 0 15,3-4 0-15,-3-2 3 0,4 0 0 0,0-2 0 16,2-3 0-16,-6 1 0 0,5 0 0 0,-3 2 0 16,-2-5 0-16,2 5-3 0,-2-2 0 0,0 2 0 0,-2-1 1 15,0 3-1-15,-2 2 0 0,0-4 0 0,0 4 0 16,-2 2 5-16,4 2 1 0,-4 0 0 0,0 4 0 16,0 2-1-16,0-2 1 0,5 4-1 0,-1 3 1 15,-2-1 2-15,2 0 0 0,2 5 0 0,0-5 0 16,0 2 0-16,4 0 0 0,-4-1 0 0,4-3 0 15,3 0 0-15,1-8 1 0,-6 0 0 0,6-4 0 16,3-6-1-16,1-3 1 0,2-1-1 0,-5-2 1 0,5-3-3 16,-4 1 1-16,2-3-1 0,-3-3 1 0,-1 1-1 15,0 3 1-15,-2-1-1 0,1 3 1 0,-3 1-1 0,-6 3 0 16,2 6 0-16,-2-5 0 0,-2 5 0 16,0 2 0-16,0 2 0 0,-2 0 0 0,0-2 2 0,2 4 1 15</inkml:trace>
  <inkml:trace contextRef="#ctx0" brushRef="#br0" timeOffset="-212906.8">21830 14443 400 0,'0'0'0'0,"0"0"0"0,0 0 0 0,0 0 201 0,0 0 0 0,0 0 0 0,0 0 1 0,0 0-1 15,0 0 0-15,-8 0 0 0,8 0 1 0,-2-4-154 16,2 2 0-16,0 2 0 0,0-2 0 0,0 0 0 15,2 0 0-15,0 0 0 0,0-1 0 0,2 1-24 0,0 0 1 16,0 0-1-16,0 2 1 0,5 0-1 16,-5 0 0-16,0 0 0 0,2 2 1 0,0 0 1 15,0 3 1-15,0 1 0 0,0 2 0 0,-2-2-1 16,-4 2 1-16,0 2-1 0,0 3 1 0,0-1-27 0,0 2 1 16,0-1 0-16,-4 1 0 0,-2 3-1 0,0-3 1 15,0 0-1-15,0 1 1 0,0-7 0 0,2-2 0 16,-7 2 0-16,3-2 0 0,0-2 0 0,0-2 0 15,0 1 0-15,0-3 0 0,2 0 8 0,-1 0 1 16,1 0 0-16,2-3 0 0,4 1-1 0,0 0 1 16,0 0-1-16,0 0 1 0,6-2-3 0,3 2 1 0,-1-2 0 15,4 0 0-15,0 2-1 0,4 2 1 0,1-2 0 16,1 2 0-16,0 0-1 0,-1 0 0 0,1 2 0 16,-2 0 0-16,3 2 0 0,-7-2 0 0,2 2 0 15,-2 0 0-15,0-2 1 0,-3 2 0 0,1-2 0 16,2 3 1-16,-12-5-9 0,0 0-2283 0</inkml:trace>
  <inkml:trace contextRef="#ctx0" brushRef="#br0" timeOffset="-212570.59">22156 14828 484 0,'0'0'0'0,"0"0"0"0,0 0 0 0,0 0 217 0,0 0 0 0,-8 7 0 0,6-5 1 0,2 0-1 0,0 0 0 0,0 0 0 16,2 0 0-16,6 2-150 0,-4-4 0 0,2 4 0 15,6-2 0-15,4 0 0 0,1 2 0 0,5-2 0 16,-2 0 0-16,7-2-33 0,3 0 0 0</inkml:trace>
  <inkml:trace contextRef="#ctx0" brushRef="#br0" timeOffset="-210972.36">22797 14564 244 0,'0'0'0'0,"0"0"0"0,0 0 0 0,0 0 209 0,2-6 0 0,0 0 0 0,0 1 0 0,2 1 0 0,2 0 0 0,-6 2 0 16,4 0 0-16,-4 2-157 0,4 2 1 0,-4 4 0 15,2 3 0-15,0 3-1 0,0 6 1 0,0 1 0 16,1 7 0-16,-3 9-6 0,0 2 1 0,-3 8 0 16,3 3 0-16,-2-3-1 0,2 2 1 0,-2-6 0 15,2-2 0-15,2 6-48 0,-2-45-2040 0</inkml:trace>
  <inkml:trace contextRef="#ctx0" brushRef="#br0" timeOffset="-210439.85">20839 15259 548 0,'0'0'0'0,"-8"2"0"0,0-2 0 0,0 0 172 0,-3 0 1 0,3 2-1 0,0-2 1 16,4 0-1-16,4 0 0 0,2 0 0 0,4 2 1 15,2 0-107-15,7 2 1 0,3-1-1 0,8 1 1 16,13 0-1-16,18 4 1 0,12-2-1 0,23 4 1 0,18 1-24 16,20-5 1-16,55 4-1 0,-42-2 1 0,-1 2-1 15,-6-3 0-15,-5-3 0 0,-7-2 1 0,-2 0-21 16,-4-4 1-16,-2-4-1 0,-2-3 1 0,-2 3-1 16,-2-2 1-16</inkml:trace>
  <inkml:trace contextRef="#ctx0" brushRef="#br0" timeOffset="-206940.28">21468 15729 416 0,'0'0'0'0,"0"0"0"0,0 0 0 0,0 0 145 0,0 0 0 0,-8-2 0 0,6-2 0 0,2 2-1 0,-2 0 1 15,0-2 0-15,2-1 0 0,-2 1-53 0,2 2 0 16,-2 0 0-16,0 2 1 0,0 2-1 0,-3 2 0 0,1 5 0 16,0 1 1-16,-4 4-22 0,2 3 0 0,-2 3 0 15,0 3 1-15,2 1-1 0,0-1 0 0,1 3 0 16,1 1 0-16,4-2-29 0,4-1 1 0,1-3 0 16,3-3 0-16,2-3-1 0,2-5 1 0,0-4 0 15,3-2 0-15,1-4-47 0,2-2 1 0,-2-2 0 16,3-4 0-16,-1-2-1 0,0-3 1 0,1-1 0 15,-3-2 0-15,0-1 19 0,-2 1 0 0,-1 1 0 0,-1-1 0 16,2 2 0-16,-6-1 0 0,0 3 0 16,-1 4 0-16,-3 2-10 0,-2 4 1 0,-2 2-1 15,0 6 1-15,0-2-1 0,0 6 0 0,-2 0 0 0,0 3 1 16,0 3 1-16,0 0 0 0,-1 3 0 0,3-3 0 16,0 5-1-16,3-1 1 0,1-5 0 0,2-3 0 15,2 0-2-15,2-1 0 0,0-3 0 0,2-2 0 16,3-4 0-16,-3 0 0 0,2-2 0 0,4-4 0 0,-1-2-2 15,1 0 1-15,0-3 0 0,1-1 0 0,-1 0-1 16,-2-5 1-16,3 1-1 0,1-2 1 0,-6-3-1 0,2 3 1 16,1-3-1-16,-1-1 1 0,2 1-1 15,-5-3 0-15,5 3 0 0,-4-1 1 0,0 1-3 0,1 1 1 16,-7 4 0-16,-2 3 0 0,-2 7-1 16,-4 2 1-16,-2 4 0 0,-4 2 0 0,6-4-3 0,0 0-2687 15</inkml:trace>
  <inkml:trace contextRef="#ctx0" brushRef="#br0" timeOffset="-204738.48">23975 13633 720 0,'0'0'0'0,"0"0"0"0,0 0 0 0,15-2 173 0,-1-2 0 0,0-1 0 0,6 1 0 15,3-2 0-15,5 0 0 0,-3 0 0 0,3 2 0 16,5 0-146-16,-1 0 0 0,5 2 0 0,-6-1 0 0,38 8-27 16,-69-5-1659-16</inkml:trace>
  <inkml:trace contextRef="#ctx0" brushRef="#br0" timeOffset="-204573.47">24008 13807 784 0,'0'0'0'0,"0"0"0"0,0 0 0 0,0 0 169 0,0 0 1 16,0 0-1-16,10 6 1 0,-2-6-1 0,6 0 0 15,1-2 0-15,5 2 1 0,4-2-113 0,5 0 1 16,6 2-1-16,7-4 1 0,70-12-58 0,-112 16-1777 0</inkml:trace>
  <inkml:trace contextRef="#ctx0" brushRef="#br0" timeOffset="-203236.72">22241 15610 624 0,'0'0'0'0,"0"0"0"0,-12 8 0 0,6-4 174 0,-4 4 1 0,0 3 0 0,-5 3 0 15,-3 2-1-15,-4 9 1 0,-9 6 0 0,-8 6 0 16,-7 10-114-16,-9 4 1 0,-6 5-1 0,0-1 1 16,-35 21-1-16,21-21 1 0</inkml:trace>
  <inkml:trace contextRef="#ctx0" brushRef="#br0" timeOffset="-202837.63">22490 13095 240 0,'0'0'0'0,"0"0"0"15,0 0 0-15,0 0 222 0,0 0 1 0,0 0 0 16,8-2 0-16,-2 2-1 0,-2 2 1 0,0-2 0 0,-2 6 0 15,0 1-171-15,-6 3 1 0,0 4 0 0,-8 1 0 16,-5 7-1-16,-7 7 1 0,-11 12-1 0,-15 12 1 16,-24 21-16-16,-13 14 0 0,-19 17 0 0,-45 43 1 15,29-44-1-15,4-5 0 0,8-15 0 0,15-10 1 16,13-17-23-16,15-6 1 0</inkml:trace>
  <inkml:trace contextRef="#ctx0" brushRef="#br0" timeOffset="-201390.35">25099 12997 416 0,'0'0'0'0,"0"0"0"0,0 0 0 0,-4-6 170 0,2 2 0 0,2-3 0 0,-2 3 0 15,2 0-1-15,0 0 1 0,0 0 0 0,0 2 0 0,0 0-111 16,0 2 1-16,0 0-1 0,0 2 1 0,0 2-1 15,0 4 0-15,0 1 0 0,0 3 1 0,0 2-6 16,2 1 1-16,0 5 0 0,0 1 0 0,0 1-1 16,0 1 1-16,2 3 0 0,0 1 0 0,2-4-26 15,0-1 0-15,2 1 0 0,0-3 1 0,5-3-1 16,1-7 0-16,-2 0 0 0,4-4 1 0,1-6-32 0,3-2 0 16,0-4 0-16,1-2 0 0,1-9 0 15,5 3 0-15,-9-8 0 0,6-1 0 0,-5 0 10 0,1-1 1 16,-6 1-1-16,3-3 1 0,-7 7-1 0,0 1 0 15,-2 1 0-15,-2 3 1 0,2 2 3 0,-4 3 1 16,0 5 0-16,0 0 0 0,1 2-1 0,-1 2 1 16,2 0 0-16,2 2 0 0,-2 2-2 0,4 0 1 0,2 0 0 15,3 3 0-15,-1-3-1 0,2 0 1 0,0-4 0 16,5 0 0-16,1-2 1 0,1-4 0 0,-1-1 0 16,2-1 0-16,-3-2 0 0,1-2 0 0,0-3 0 15,-1 1 0-15,-3-2-1 0,-2 3 1 0,-1-1 0 16,-3 0 0-16,-8 1-1 0,2 3 1 0,-4 0 0 15,0 2 0-15,-2 8-13 0,0 0-2532 0</inkml:trace>
  <inkml:trace contextRef="#ctx0" brushRef="#br0" timeOffset="-201173.56">26063 12919 196 0,'0'0'0'0,"0"0"0"0,0 0 0 0,-8 0 278 0,6 0 0 0,-2 2 0 0,0 0 1 0,2 0-1 16,0-2 0-16,0 4 0 0,2 0 1 0,2-4-219 15,2 4 1-15,4-2-1 0,-2 1 1 0,5-1-1 0,3 0 0 16,2 0 0-16,2-2 1 0,1 0-20 0,3 0 0 16,1 0 0-16,3 0 0 0,-4 0-1 15,3-2 1-15</inkml:trace>
  <inkml:trace contextRef="#ctx0" brushRef="#br0" timeOffset="-200890.29">26680 12759 576 0,'0'0'0'0,"0"0"0"15,0 0 0-15,0 0 189 0,0 0 1 0,-6-6-1 0,6 2 1 16,-2 4-1-16,0 0 1 0,2 0-1 0,0 0 1 16,0 4-124-16,0 4 1 0,0 2-1 0,0 7 1 15,0 5-1-15,0 5 0 0,-2 8 0 0,2 10 1 16,0 4-13-16,-4 6 0 0,4 3 0 0,0-1 1 0,4-3-1 15,-4-5 0-15</inkml:trace>
  <inkml:trace contextRef="#ctx0" brushRef="#br0" timeOffset="-200469">25331 13516 308 0,'0'0'0'0,"0"0"0"0,-8 0 0 0,-5 0 240 0,1 0 1 0,-2 0 0 0,-4 0 0 15,-1 2-1-15,1 0 1 0,2 0-1 0,2 0 1 16,3 2-170-16,3 0 1 0,6 2 0 0,4-2 0 0,8-1-1 15,3 3 1-15,9-2-1 0,13 2 1 0,13 2-30 16,18-4 1-16,17 4-1 0,11 1 1 0,28 3-1 16,-2-2 0-16,-2 0 0 0,-2-1 1 0,-4-5-25 0,0 0 1 15,-4-2 0-15,-9-4 0 0,-1-4-1 16,-4 0 1-16</inkml:trace>
  <inkml:trace contextRef="#ctx0" brushRef="#br0" timeOffset="-199790.02">25070 13942 400 0,'0'0'0'0,"0"0"0"0,0 0 0 0,0 0 191 0,0 0 0 0,0 0 0 0,-4-8 0 0,4 6-1 0,0 0 1 16,0 0 0-16,0 2 0 0,0-2-131 15,2 2 1-15,0 0-1 0,-2 2 1 0,0 2-1 0,0 4 1 16,0 5-1-16,0-1 1 0,-2 6-9 0,0 1 1 15,2 6-1-15,-2 1 1 0,0 3-1 0,2 4 1 16,0-3-1-16,4-1 1 0,-2 2-24 0,4-4 1 16,7-7-1-16,-5-1 1 0,4-7-1 0,0-4 0 15,0-2 0-15,3-2 1 0,-1-4-33 0,0-4 0 16,0-4 0-16,1 0 0 0,-3-2 0 0,2-3 0 0,2 1 0 16,-3-2 1-16,-1-3 10 0,2 1 0 0,0-1 0 15,-2-3 1-15,1 6-1 0,-3-3 0 0,2 3 0 16,0 1 0-16,-4 3 4 0,1 4 1 0,-3 0 0 15,0 4 0-15,0 2-1 0,-2 2 1 0,0 2-1 16,2 0 1-16,0 4 0 0,2-4 1 0,3 5-1 16,1 1 1-16,0-6-1 0,2 2 0 0,-2 0 0 15,5-4 1-15,1-2-3 0,0-2 1 0,1-2 0 16,1-2 0-16,-2 0-1 0,-1-2 1 0,-1-3 0 16,0-1 0-16,-2 0-1 0,-1 2 0 0,-3-5 0 0,0 3 1 15,-2-2-1-15,-2 1 0 0,0 1 0 0,-2 0 1 16,-4 12-12-16,0 0-2625 0</inkml:trace>
  <inkml:trace contextRef="#ctx0" brushRef="#br0" timeOffset="-199373.1">25939 13908 520 0,'0'0'0'0,"0"0"0"0,0 0 0 0,0 0 245 0,0 0 0 0,-6 0 0 0,2 0 1 0,0 0-1 0,2 0 0 0,0 0 0 15,0 0 0-15,2 0-170 0,2 0 0 0,0 0 0 16,2 0 1-16,2 0-1 0,0 0 0 0,5 0 0 16,-1 0 0-16,2 0-39 0,2 2 0 0,-2 2 0 15,1 0 0-15,-1 2 0 0,0 0 0 0,2 0 0 16,-6 0 0-16,-2 1-14 0,1-1 1 0,-5 2 0 0,0 0 0 16,-2 0-1-16,-2 1 1 0,-2 1 0 0,-3 2 0 15,1-4-24-15,0 3 0 0,0-1 0 0,0-2 1 16,0 0-1-16,2 0 1 0,0 1-1 0,2-5 1 15,0 2 1-15,0 0 0 0,2 0 0 0,2-2 0 16,0-2 0-16,2 2 0 0,2-2 0 0,0 1 0 0,6-3-1 16,-2 0 1-16</inkml:trace>
  <inkml:trace contextRef="#ctx0" brushRef="#br0" timeOffset="-199155.98">26230 14205 248 0,'0'0'0'16,"0"0"0"-16,0 0 0 0,0 0 282 0,0 0 0 0,-8 8 0 16,6-8 0-16,2 0 0 0,0 2 0 0,0 0 0 15,4-2 0-15,2 0-234 0,0 0 0 0,5-2 0 16,-1 0 0-16,6-2 0 0,2 0 0 0</inkml:trace>
  <inkml:trace contextRef="#ctx0" brushRef="#br0" timeOffset="-198872.61">26731 13988 680 0,'0'0'0'0,"0"0"0"0,0 0 0 0,0 0 169 16,0 0 0-16,4 10 0 0,-2-2 1 0,2-2-1 15,0 4 0-15,-2 5 0 0,2-3 0 0,3 7-109 0,-3-3 1 16,0 6-1-16,0 3 1 0,0 4-1 0,-2 0 0 15,2 3 0-15,0 1 1 0,-4 0-18 0,2-2 1 16,-2-3-1-16,4-1 1 0,-4-27-44 0,0 0-2018 16</inkml:trace>
  <inkml:trace contextRef="#ctx0" brushRef="#br0" timeOffset="-193606.38">27820 13787 104 0,'0'0'0'0,"0"0"0"0,-10-3 0 0,6 1 248 0,0 2 1 0,0-2-1 0,-5 0 1 16,5 0-1-16,-4 2 1 0,2-4-1 0,0 4 1 0,-2 0-189 16,0 0 1-16</inkml:trace>
  <inkml:trace contextRef="#ctx0" brushRef="#br0" timeOffset="-192704.85">27643 13803 636 0,'0'0'0'0,"0"0"0"0,0 0 0 0,0 0 133 0,-8 4 1 16,6-4-1-16,2 2 1 0,0 0-1 0,2 0 1 16,0 0-1-16,2 0 1 0,2 0-64 0,0 0 1 15,6 0 0-15,-2-2 0 0,5 0-1 0,3-2 1 16,-4 0 0-16,7-2 0 0,-21 4-71 0,0 0-1703 0</inkml:trace>
  <inkml:trace contextRef="#ctx0" brushRef="#br0" timeOffset="-187073.3">27539 13428 584 0,'0'0'0'0,"0"0"0"0,0 0 0 0,0 0 174 0,0 0 0 0,-8 2 0 0,6-2 0 0,2 0-1 15,0 2 1-15,0-2 0 0,4 2 0 0,2 0-104 16,2-2 1-16,2 0-1 0,3 0 1 0,1 2-1 16,6-2 1-16</inkml:trace>
  <inkml:trace contextRef="#ctx0" brushRef="#br0" timeOffset="-186705.82">27462 13834 544 0,'0'0'0'0,"0"0"0"0,0 0 0 15,0 0 173-15,0 0 0 0,0 0 0 0,0 0 0 16,0 0-1-16,0 0 1 0,10 0 0 0,0 0 0 16,2 0-97-16,5 0 1 0,1 0 0 0,0 0 0 15,3 2-1-15,-1 0 1 0,2 0 0 0,3 0 0 0,17 2-77 16,-42-4-1906-16</inkml:trace>
  <inkml:trace contextRef="#ctx0" brushRef="#br0" timeOffset="-185940.94">28984 12911 488 0,'0'0'0'0,"0"0"0"0,0 0 0 0,0 0 196 0,0 0 0 0,-8 4 0 0,8 0 0 0,-6 0 0 0,4-2 0 16,-2 6 0-16,0 3 0 0,0 1-135 0,0 4 0 15,-1 3 0-15,1 1 1 0,0 1-1 0,2 5 0 16,-2 3 0-16,2-2 0 0,2-5-10 0,2 9 0 16,2-4 0-16,-2-1 1 0,2-5-1 0,5-1 0 15,-1-3 0-15,2-5 1 0,0 0-19 0,4-1 1 16,-4-9 0-16,3-2 0 0,1-2-1 0,-2-2 1 15,2-5 0-15,1 1 0 0,-1-2-41 0,0-2 0 0,-2-3 0 16,1-1 0-16,-1 2 0 0,-2-3 0 0,0 3 0 16,2-1 0-16,-8 3 19 0,5 0 0 0,-3 0 0 15,0 5 0-15,-2-1 0 0,0 2 0 0,2 4 0 16,-4 2 0-16,2 2-5 0,0 2 1 0,2 2-1 16,0 2 1-16,0 3-1 0,1 1 1 0,1 0-1 15,2 3 1-15,0-7 7 0,4 6 1 0,-4-1-1 16,1-1 1-16,3-2-1 0,2-2 0 0,0-2 0 0,3-3 1 15,-1-3-2-15,2 0 1 0,1-5 0 0,-3-1 0 16,2 0-1-16,-1-6 1 0,-1 2 0 0,0-7 0 16,-3 3-5-16,-3-3 1 0,0-1-1 0,-4-1 1 15,0-1-1-15,1 1 0 0,-1-3 0 0,-4-5 1 16,2 5-2-16,0 1 1 0,-2 3 0 0,-2-1 0 16,-2 7-1-16,0 0 1 0</inkml:trace>
  <inkml:trace contextRef="#ctx0" brushRef="#br0" timeOffset="-184824.95">30016 13081 508 0,'0'0'0'0,"0"0"0"0,0 0 0 0,0 0 248 0,0 0 0 0,0 0 0 16,0 0 0-16,0 0 0 0,0 0 0 0,0 0 0 0,0 0 0 15,10 0-196-15,-2 2 0 0,2 0 0 0,3 0 1 16,1 0-1-16,2 2 0 0,0-2 0 0,3 4 0 16,-1-6-20-16,0 5 1 0</inkml:trace>
  <inkml:trace contextRef="#ctx0" brushRef="#br0" timeOffset="-184540.73">30606 12950 488 0,'0'0'0'0,"0"0"0"0,0 0 0 0,0 0 180 0,0-8 0 0,2 5 0 16,0 1 0-16,0 0-1 0,2 0 1 0,0 2 0 15,-2 0 0-15,3 2-127 0,-1 5 0 0,0-1 0 16,0 6 1-16,0 2-1 0,-2 5 0 0,0 5 0 16,0 3 1-16,0 8-6 0,0 0 0 0,0 6 0 15,-2 0 0-15,0 2 0 0,0-4 0 0,2 0 0 16,0-4 0-16,4 6-48 0,-6-41-2053 0</inkml:trace>
  <inkml:trace contextRef="#ctx0" brushRef="#br0" timeOffset="-183921.83">28504 13604 656 0,'0'0'0'0,"0"0"0"0,0 0 0 0,0 0 198 0,0 0 1 0,0 0 0 0,6-2 0 16,8 2-1-16,9 2 1 0,3 0-1 0,15 0 1 0,16 2-126 15,10 0 1-15,16 0-1 0,17-2 1 0,18 3-1 16,59-5 0-16,-34 4 0 0,3-8 1 0,-1 4-28 16,-1 0 0-16,-5-7 0 0,-3 5 0 0,-4-2-1 15,0 2 1-15,-7-2 0 0,-3 4 0 0,-4-2-22 0,-8 2 0 16,-11 2 0-16,-5 2 1 0,-13-4-1 0,-7 4 0 16,-7 0 0-16,-10-2 0 0,-14 7-24 0,-7-9 0 15,-11 2 0-15,-13-2 1 0,-12 0-1 0,0 0-2545 16</inkml:trace>
  <inkml:trace contextRef="#ctx0" brushRef="#br0" timeOffset="-178304.98">28237 13922 216 0,'0'0'0'0,"0"0"0"0,0 0 0 0,0 0 102 0,0 0 0 0,0 0 0 0,0 0 1 0,-8 0-1 0,6 0 0 0,0 0 0 16,0 0 1-16,2-4-54 0,-2 4 1 0,0-4 0 16,0 2 0-16,0 0-1 0,0 0 1 0,0-1 0 15,-2-1 0-15,4 2 10 0,0 0 0 0,-6 2 0 16,3 0 0-16,-1 0 0 0,0 2 0 0,0 0 0 15,0 0 0-15,0 3-11 0,-2 1 1 0,-2 2-1 16,2 2 1-16,-2 0-1 0,2 5 1 0,1 3-1 16,-1-1 1-16,2 5-67 0,-2 3 1 0,2 4 0 15,2 3 0-15,2 7-1 0,2-2 1 0,4 4 0 0,2-4 0 16,3 0 46-16,1 0 0 0,2-6 0 0,4-5 1 16,1 1-1-16,1-8 0 0,-2-3 0 0,5-6 0 15,21-4-30-15,-44-6-1815 0</inkml:trace>
  <inkml:trace contextRef="#ctx0" brushRef="#br0" timeOffset="-177122.44">28416 14072 84 0,'0'0'0'0,"0"0"0"0,0 0 0 0,0 0 265 0,-8-4 1 0,4 4 0 0,0 0 0 16,0-5-1-16,2 5 1 0,-2 0 0 0,2 0 0 0,0-4-210 15,0 2 0-15,0 2 0 0,2-2 1 0,-2 0-1 16,2 0 0-16,0 0 0 0,0 0 1 0,0 0-55 16,-2 0 0-16,2 0 0 0,0 0 1 0,-2 2-1 15,2 0 0-15,-2 0 0 0,-1-2 0 0,1 4-12 16,2 0 1-16,-2 0 0 0,-2 2 0 0,2-2 0 16,-2 2 0-16,0 2 0 0,2 3 0 0,0-3 19 0,-2 4 1 15,4 0 0-15,-2 0 0 0,4 7-1 0,-2-7 1 16,2 4 0-16,0 1 0 0,4-5-32 0,0 4 1 15,-2-1-1-15,0-1 1 0,3-2-1 0,-1 1 1 16,2-1 0-16,2-4 0 0,-4-2 17 0,2 2 1 16,0-2-1-16,1-2 1 0,1-2-1 0,0-2 1 15,-2-2-1-15,2-2 1 0,0 2 0 0,1-2 1 0,-1-6-1 16,-2-1 1-16,0 1-1 0,2-2 1 0,-2 1 0 16,0-1 0-16,1 4 16 0,-5-7 0 0,2 7 0 15,-2 0 0-15,0 1-1 0,-2 1 1 0,2 8 0 16,0-4 0-16,-2 4 4 0,0 0 1 0,0 4 0 15,0 0 0-15,0 5-1 0,2 1 1 0,-2-2-1 16,4 2 1-16,1 3 2 0,-3-1 0 0,4 2 0 16,0 1 0-16,0-5-1 0,-2 2 1 0,6-2 0 15,-1-1 0-15,1-3-8 0,2-2 0 0,-2 0 0 16,2-4 1-16,1 0-1 0,1 0 0 0,-4-2 0 0,-2 0 1 16,3-8-6-16,-1 1 1 0,0 1-1 0,-4-4 1 15,2 0-1-15,-2-3 1 0,1 1-1 0,-1 2 1 16,-2-9-4-16,-2 3 0 0,-2-1 0 0,0 1 1 15,0 5-1-15,-4-1 0 0,0 2 0 0,0-3 0 16,-4 7 3-16,2 0 0 0,0 2 0 0,0 2 1 0,0 0-1 16,-1 2 0-16</inkml:trace>
  <inkml:trace contextRef="#ctx0" brushRef="#br0" timeOffset="-176573.79">28911 14152 544 0,'0'0'0'0,"0"0"0"16,0 0 0-16,0 0 196 0,0 0 1 0,12-9-1 0,-6 7 1 0,2 0-1 0,-2 2 0 15,5-2 0-15,-1 4 1 0,2-2-138 0,2 2 1 16,0 2 0-16,1 3 0 0,1-7-1 0,2 4 1 0</inkml:trace>
  <inkml:trace contextRef="#ctx0" brushRef="#br0" timeOffset="-176189.08">29275 14045 332 0,'0'0'0'0,"0"0"0"0,0 0 0 0,0 0 189 0,0 0 0 16,0 0 0-16,0 0 1 0,0 0-1 0,0 0 0 16,2 10 0-16,0-2 0 0,4 1-131 0,-4 1 1 15,6 6-1-15,-3-1 1 0,3 3-1 0,0 3 0 16,0-3 0-16,0 5 1 0,0-1-22 0,0 3 1 16,-1-7 0-16,1 1 0 0,-2 1-1 0,-2-3 1 15</inkml:trace>
  <inkml:trace contextRef="#ctx0" brushRef="#br0" timeOffset="-175822.88">29460 13905 432 0,'0'0'0'0,"0"0"0"0,0 0 0 0,0 0 166 15,0 0 0-15,0 0 0 0,8-4 1 0,3 6-1 0,-5 3 0 16,2-1 0-16,6 2 1 0,0-2-113 0,5 6 1 15,1 0 0-15,-2 5 0 0,5 3-1 16,1-5 1-16,-1 9-1 0,-1 5 1 0,-2-5-3 0,-1 3 0 16,-5 2 0-16,-2 1 1 0,-4-1-1 0,-4 0 0 15,-2-3 0-15,-6 3 1 0,-2-5-25 0,-2-1 0 16,-2-3 0-16,0 1 1 0,10-19-29 0,0 0-2048 0</inkml:trace>
  <inkml:trace contextRef="#ctx0" brushRef="#br0" timeOffset="-175420.67">30071 13895 448 0,'0'0'0'0,"0"0"0"0,0 0 0 0,0 0 182 0,-10 0 0 16,6 0 0-16,-2 0 0 0,-1 0 0 0,1 2 0 15,0 2 0-15,-2 3 0 0,2-1-117 0,-2 4 1 16,2 0 0-16,0 5 0 0,0-3-1 0,4 6 1 16,-1-3 0-16,3 3 0 0,3 3-16 0,3 1 1 15,2-1-1-15,4 1 1 0,-2 1-1 0,4 1 0 0</inkml:trace>
  <inkml:trace contextRef="#ctx0" brushRef="#br0" timeOffset="-174707.17">30317 13981 376 0,'0'0'0'0,"0"0"0"0,0 0 0 0,0 0 179 0,0 0 0 0,0 0 0 16,0 0 1-16,0 0-1 0,0 0 0 0,0 0 0 15,-2 7 1-15,0-3-119 0,0 2 1 0,0 2 0 16,2 2 0-16,0 3-1 0,0-1 1 0,0 0 0 16,2 3 0-16,0-3-5 0,2 2 0 0,0 1 0 15,2-3 1-15,0 0-1 0,3 0 0 0,-1-1 0 16,0-5 1-16,4 2-24 0,0-2 1 0,3 0-1 0,-1-6 1 15,0 0-1-15,2 0 1 0,-3-6-1 0,1 0 1 16,0 0-41-16,-4 2 1 0,2-4 0 0,1-1 0 16,-3 1 0-16,-2-2 0 0,-2 2 0 0,0 2 0 15,-2-1 17-15,0 1 1 0,-2 2-1 0,0 4 1 16,0-4-1-16,0 2 1 0,0 2-1 0,1 0 1 0,-1 0-12 16,2 2 1-16,0 2 0 0,2-4 0 15,0 4-1-15,2 0 1 0,2 0 0 0,2 1 0 0,-1-1 3 16,1-2 0-16,2 2 0 0,-2 0 1 0,0-4-1 15,3 0 0-15,-3-4 0 0,0 4 1 0,0-6 1 0,-1 0 1 16,-1-1 0-16,-4 3 0 0,0-4-1 16,0 0 1-16,-2 0-1 0,-2 2 1 0,-2-5-2 0,-2 3 0 15,0 0 0-15,-2 0 1 0,0 2-1 0,0-1 0 16</inkml:trace>
  <inkml:trace contextRef="#ctx0" brushRef="#br0" timeOffset="-174407.07">31021 13979 12 0,'0'0'0'0,"0"0"0"0,0 0 0 0,0 0 292 0,0 0 0 0,0 0 0 16,0-8 1-16,2 6-1 0,-2 0 0 0,0 2 0 0,2 0 1 16,-2 0-254-16,0-2 1 0,0 2 0 0,0 0 0 15,2 2-1-15,1 2 1 0,-1 0-1 0,2 2 1 0,0 1-12 16,0 3 0-16,2 2 0 0,0 5 1 0,-2-1-1 16,2 4 0-16,-2-5 0 0,0 5 0 0,0 3-18 15,0-1 0-15,1-1 0 0,-3 1 0 0,0 1-1 16,2-4 1-16</inkml:trace>
  <inkml:trace contextRef="#ctx0" brushRef="#br0" timeOffset="-174238.1">30897 14106 272 0,'0'0'0'16,"0"0"0"-16,0 0 0 0,0 0 218 0,-8-6 1 15,10 6 0-15,-2 0 0 0,2 0-1 0,4 2 1 16,2-2 0-16,1 4 0 0,5-1-153 0,4-1 0 15,2 2 0-15,5-2 0 0,1 2-1 0,5 0 1 0,3-2 0 16,3 2 0-16,-4 0-22 0,1 2 1 0</inkml:trace>
  <inkml:trace contextRef="#ctx0" brushRef="#br0" timeOffset="-174006.79">31428 13994 700 0,'0'0'0'0,"0"0"0"0,0 0 0 0,0 0 165 16,0 0 0-16,0 0 0 0,9 8 1 0,-5-4-1 15,0 4 0-15,0 0 0 0,2 3 1 0,2 1-105 16,0 6 1-16,0-5-1 0,0 9 1 0,1 1-1 15,1-3 1-15,-2 3-1 0,0 2 1 16,0-1-19-16,-2-1 1 0</inkml:trace>
  <inkml:trace contextRef="#ctx0" brushRef="#br0" timeOffset="-173691.16">31742 13836 708 0,'0'0'0'0,"0"0"0"16,0 0 0-16,0 0 158 0,0 0 1 0,0 0-1 0,6 8 1 15,0-2-1-15,2 4 0 0,4 3 0 16,1 5 1-16,1-6-83 0,0 11 1 0,6 6-1 0,1-1 1 16,1 7-1-16,-1 4 0 0,-1 2 0 0,-6-2 1 15,-2 0-24-15,-6 0 1 0,-3-2-1 0,-6-2 1 16,-1 2-1-16,-2-2 1 0,-2-2-1 0,-2-1 1 16,0-5-36-16,0 2 0 0</inkml:trace>
  <inkml:trace contextRef="#ctx0" brushRef="#br0" timeOffset="-168718.14">28648 14451 16 0,'0'0'0'0</inkml:trace>
  <inkml:trace contextRef="#ctx0" brushRef="#br0" timeOffset="-168641.59">28622 14443 156 0,'0'0'0'0,"0"0"0"0,0 0 0 0,0 0 217 15,0 0 0-15,0 0 0 0,0 0 1 0,0 0-218 16,0 0-769-16</inkml:trace>
  <inkml:trace contextRef="#ctx0" brushRef="#br0" timeOffset="-164773.62">28797 12730 200 0,'0'0'0'0,"0"0"0"0,0 0 0 0,0 0 16 0,-10 6 0 0,6-1 0 0,-3-1 0 0,-1 0 0 16,-2 6 0-16,0 0 0 0,-8 5 0 0,1 1 87 16,1 2 0-16,-2 5 0 0,-3 4 0 0,1 3-1 15,-2 5 1-15,-1 0 0 0,5 4 0 0,4-2-24 0,8 2 0 16,2-2 0-16,10 0 0 0,6 0 0 0,6-4 0 15</inkml:trace>
  <inkml:trace contextRef="#ctx0" brushRef="#br0" timeOffset="-164321.59">30840 12864 296 0,'0'0'0'0,"0"0"0"0,0 0 0 0,0 0 187 0,0 0 1 0,0 0 0 0,0 0 0 0,0 0-1 0,0 0 1 16,6 8 0-16,0-2 0 0,3 4-137 0,-1 5 0 16,0-1 0-16,2 2 1 0,-2 7-1 0,2 1 0 15,1 7 0-15,-3 2 1 0,0 6-11 0,-4 0 1 16,-2 2-1-16,-2 4 1 0,-4 0-1 0,-4 0 0 16,-4 3 0-16,-5-1 1 0,-21 33-42 0,38-80-1905 0</inkml:trace>
  <inkml:trace contextRef="#ctx0" brushRef="#br0" timeOffset="-160257.96">27447 13370 368 0,'0'0'0'0,"0"0"0"0,0 0 0 0,0 0 83 0,0 0 0 15,-8-4 0-15,8 4 1 0,-2-4-1 0,2 2 0 16,0 0 0-16,-4-2 1 0,4 2-1 0,0-2 1 0,4 0 0 16,-4 1 0-16,0 1-1 0,2-2 1 0,0-2-1 15,2 2 1-15,1 2-20 0,-1-2 0 0,2 2 0 16,0 0 1-16,0 0-1 0,2 2 0 0,0 0 0 15,0 0 0-15,0 2-22 0,3-2 0 0,-1 2 0 16,2-2 1-16,0 2-1 0,0-2 0 0,3 0 0 16,-3 0 0-16,2 0-47 0,0 0 0 0,1 0 0 15,-3 0 0-15,-2 0 0 0,-2-2 0 0,-4 4 0 0,0 0 0 16,-4-2 23-16,-4 2 1 0,-2-2 0 0,0 0 0 16,-4 4-1-16,-2-2 1 0,-1 0 0 0,-1 2 0 15,2 0-8-15,0-4 1 0,4 2-1 0,-3 1 1 16,3-3-1-16,0 2 0 0,2 0 0 0,2 0 1 15,2 2-3-15,0-2 0 0,0 2 0 0,0 2 0 16,2-6-9-16,0 0-2093 0</inkml:trace>
  <inkml:trace contextRef="#ctx0" brushRef="#br0" timeOffset="-159791.18">27323 13819 448 0,'0'0'0'16,"-8"-2"0"-16,2 0 0 0,-2 0 202 0,2 0 1 0,-2 0 0 16,4 0 0-16,0-2-1 0,-1 0 1 0,5 0-1 15,3-2 1-15,5-1-148 0,2 1 1 0,4 2-1 16,4-4 1-16,5 2-1 0,3 0 0 0,5 2 0 15,3-3 1-15,1 3-18 0,4 2 1 0,-5-2-1 16,-3 2 1-16,1 0-1 0,-5 2 1 0,-1 0-1 16,-5 0 1-16,-3-2-19 0,-6 2 0 0,-2 0 0 15,-2 0 1-15,-6 0-1 0,-2 0 0 0,-2-2 0 16,-2 0 1-16,-4 0-22 0,-2 2 0 0,2 0 0 0,-6-4 0 16,-3-2 0-16,-3 1 0 0,0 1 0 0,-3 2 0 15,5-2 2-15,-2 2 1 0,1-2-1 0,-1 4 1 16,4-4-1-16,5 0 1 0,7 2-1 0,2 0 1 15,4-2-1-15,7 2 1 0,1 0 0 0,4 0 0 16,4-1-1-16,1 1 1 0,1 2-1 0,0 0 1 0,3 0 1 16,-1 5 1-16,-2-3-1 0,-1 2 1 0,-3 0-1 15,-6-2 1-15,2 0-1 0,-3 2 1 0,-3-4 1 16,-4 4 0-16,0-4 0 0,-4 0 1 0,0 2-1 16,0-2 0-16,-2 0 0 0,-5 0 1 0,1 0 0 0,-2 0 0 15,2-2 0-15,-2 2 0 0,-2 0-1 16,-3 0 1-16</inkml:trace>
  <inkml:trace contextRef="#ctx0" brushRef="#br0" timeOffset="-159425.28">27415 13286 148 0,'0'0'0'16,"0"0"0"-16,0 0 0 0,0 0 244 0,-8-4 1 0,8 4-1 0,0-4 1 0,2 4-1 0,-2 0 1 0,2-4-1 0,0 2 1 16,2 0-186-16,2 0 0 0,2 0 0 0,2 0 1 15,3-1-1-15,1 1 0 0,4-2 0 16,0 2 1-16,3 0-32 0,-1 2 0 0,1-4 0 0,-1 4 0 15,0-4 0-15,1 2 0 0,-5 0 0 0,-2 0 0 16,0 2-19-16,-6-2 1 0,1 2 0 0,-5 0 0 16,-2 0-1-16,0-2 1 0,-4 2 0 0,-2-2 0 0,-4 2-6 15,-3 0 1-15,1 0-1 0,-2 0 1 0,-4 2-1 16,-3-2 0-16,-1 2 0 0,2 0 1 0,-3 0-13 16,1 2 0-16,0 0 0 0,3 0 1 0,1 0-1 15,6 0 1-15</inkml:trace>
  <inkml:trace contextRef="#ctx0" brushRef="#br0" timeOffset="-158972.86">27649 13784 272 0,'0'0'0'0,"0"0"0"0,0 0 0 0,0 0 189 0,0 0 1 0,6-8-1 0,-6 4 1 16,0-2-1-16,-2 2 0 0,0 0 0 0,-2 0 1 0,0 0-132 15,-4 0 0-15,-2-1 0 0,-3 1 1 0,-1 2-1 16,-2 0 0-16,0 0 0 0,-5 0 0 0,1 2-20 16,-1 0 1-16,-1 2-1 0,2 0 1 0,1 0-1 15,1 0 1-15,0-2-1 0,1 2 1 0,3 0-18 16,4-2 1-16,0 0-1 0,0-2 1 0,4 2-1 15,2-2 0-15,1 0 0 0,3 0 1 0,0 0-23 0,3 0 0 16,-1 0 0-16,4 0 0 0,2-2 0 0,0 2 0 16,2 2 0-16,0 0 0 0,3-4 4 0,-1 4 0 15,0-4 0-15,2 2 0 0,-14 2-3 0,0 0-2052 0</inkml:trace>
  <inkml:trace contextRef="#ctx0" brushRef="#br0" timeOffset="-157174.89">28502 13272 16 0,'0'0'0'0,"0"0"0"0,0 0 0 0,0 0 217 0,0 0 0 15,-8-2 0-15,6 0 0 0,0 2-1 0,-1-2 1 16,1 0 0-16,-2-1 0 0,4-1-198 0,-2 2 0 15,0 0 0-15,-2 0 0 0,0-2 0 0,2 4 0 0,-2-4 0 16,0 4 0-16,0 4-59 0,-2-4 1 0,0 4-1 16,-2-4 1-16,1 4-1 0,-1 0 1 0,-2 1 0 15,2-1 0-15,-2 0 3 0,2 2 0 0,0-6 0 16,3 4 0-16,1 0 0 0,0-2 0 0,2 0 0 16,2-2 0-16,0 0 51 0,2 0 1 0,2 0-1 15,3-2 1-15,7-2-1 0,2 2 0 0,4-2 0 16,7-6 1-16,7 1-52 0,15-3 0 0,14-8 0 15,17-3 0-15,19-2 0 0,20-5 0 0,56-18 0 16,-31 10 0-16,7 1 31 0,1 2 0 0,-1-4 0 0,-7 8 0 16,-7 2 0-16,-9 5 0 0,-12 5 0 0,-10 5 1 15,-13-1 1-15,-3 1 1 0,-11 2-1 0,-3 2 1 16,-7-1-1-16,-10 3 1 0,-4 2 0 0,-8 0 0 16,-15 2 7-16,-1 2 0 0,-7 0 0 0,-5 2 0 0,-7 2-1 15,-10 0 1-15</inkml:trace>
  <inkml:trace contextRef="#ctx0" brushRef="#br0" timeOffset="-156674.99">28005 14324 616 0,'0'0'0'0,"0"0"0"0,0 0 0 0,12-12 164 0,-1 3 0 0,3 3 0 0,6-8 0 0,9 2-1 0,9-11 1 15,11 0 0-15,18-5 0 0,19-5-94 0,11-2 1 16,7-4 0-16,41-6 0 0,-33 10-1 0,-2 4 1 16,-9 1 0-16,-7 7 0 0,-11 7-27 0,-3 3 1 15,-13 3-1-15,-6 4 1 0,-12 0-1 0,-2 4 1 16</inkml:trace>
  <inkml:trace contextRef="#ctx0" brushRef="#br0" timeOffset="-155157.83">4101 16873 416 0,'0'0'0'0,"0"0"0"0,0 0 0 0,0 0 125 0,0 0 1 0,0-10 0 0,0 8 0 0,0-4-1 16,4 0 1-16,0 0 0 0,0-1 0 0,0 1-34 16,2 2 1-16,3 0-1 0,-1 2 1 0,0 2-1 15,0 2 0-15,2 6 0 0,-6 0 1 0,0 7-27 16,4 3 1-16,-3 7 0 0,-1 12 0 0,0 12-1 16,2 6 1-16,-2 7-1 0,0 6 1 0,0 5-27 0,0 1 0 15,0 12 0-15,-4-10 0 0,4-10 0 16,0-7 0-16,-4-3 0 0,4-7 0 0,-4-8-40 0,0-41-2261 0</inkml:trace>
  <inkml:trace contextRef="#ctx0" brushRef="#br0" timeOffset="-154757.04">4182 16921 952 0,'0'0'0'0,"0"0"0"0,0 0 0 16,-4 8 238-16,4-4 0 0,0 2 0 0,0 0 0 15,0 2-158-15,0 3 1 0,0 1-1 0,9-2 1 16,-5 5-1-16,6 1 1 0,2 2-1 0,4 1 1 15,3-3-28-15,5 3 1 0,2-3-1 0,5-4 1 16,8-3-1-16,-1-5 1 0,1-4-1 0,4-6 1 0,-1-7-21 16,1-1 0-16,-4-5 0 0,0-1 0 0,-9-7-1 15,-3-1 1-15,-3 1 0 0,-6-6 0 0,-5 0-16 16,-5 5 1-16,-8-3-1 0,-4 2 1 0,-5 0-1 16,-3-1 1-16,-6-1-1 0,-7 2 1 0,3-2-25 0,-8 1 0 15,-1 3 0-15,-2 0 0 0,-1 5 0 16,-5 3 0-16,1 11 0 0,-5 0 1 0,-2 8 17 0,-2 8 1 15,0 4-1-15,1 11 1 0,-5 6-1 0,6 1 1 16,2 7-1-16,0 2 1 0,13 6-12 0,30-45-2562 0</inkml:trace>
  <inkml:trace contextRef="#ctx0" brushRef="#br0" timeOffset="-154391.22">5072 16371 672 0,'0'0'0'0,"0"0"0"0,0 0 0 0,8 2 189 0,-6-2 1 0,2 2-1 0,0 2 1 0,4 2-1 16,0 4 0-16,1 5 0 0,1 3 1 0,-2 9-126 0,0 0 1 15,0 12-1-15,-2 2 1 0,2 8-1 0,5-2 0 16,-5 2 0-16,0-2 1 0,-4 3-24 15,2-11 1-15</inkml:trace>
  <inkml:trace contextRef="#ctx0" brushRef="#br0" timeOffset="-154090.99">4781 16689 616 0,'0'0'0'0,"0"0"0"15,0 0 0-15,0 0 187 0,0 0 1 0,8 0-1 16,-4 0 1-16,4 0-1 0,0-2 0 0,7 0 0 16,-7 2 1-16,8-7-127 0,6 1 0 0,-1 0 0 15,5-2 1-15,-3-2-1 0,3-1 0 0,7 1 0 0,-3-2 1 16,1 0-15-16,-1-1 1 0,-3 1-1 16,1 4 1-16,-5-2-1 0,1 3 1 0,-6 5-1 0,-6 2 1 15,-1 2-21-15,-3 2 0 0,0 3 0 0,0-1 1 16,-4 2-1-16,0 0 0 0,-4 2 0 0,4-1 1 15,-4-1-31-15,0 0 0 0,-4 0 0 0,0-2 0 16,0 3 0-16,0-1 0 0,-4 0 0 0,0 0 0 16,2 0 9-16,-3 3 0 0,-3-1 0 0,0-2 1 0,2 2-1 15,-2-3 0-15,-1 1 0 0,-1 0 0 0,2 0 2 16,0-2 0-16</inkml:trace>
  <inkml:trace contextRef="#ctx0" brushRef="#br0" timeOffset="-153873.83">5477 16381 16 0,'0'0'0'15,"0"0"0"-15,-10 0 0 0,6 0 280 0,-5 0 0 16,5 0 0-16,-4 0 1 0,0 2-1 0,-2 0 0 16,2 2 0-16,-4 0 0 0,-3 3-223 0,3 1 1 0,-4 2-1 15,2 2 1-15,-3 5-1 0,-5-1 1 0,2 7-1 16,-7 3 1-16,1 3-23 0,1 0 0 0,-5 2 0 15,3-3 1-15,-1 3-1 0,1 0 0 0,5-5 0 16,-2-3 1-16,24-23-36 0,0 0-2250 0</inkml:trace>
  <inkml:trace contextRef="#ctx0" brushRef="#br0" timeOffset="-153707.86">4940 16352 480 0,'0'0'0'0,"0"0"0"0,0 0 0 16,12 2 197-16,-8 0 0 0,0 1 0 0,4 5 0 15,2-6 0-15,-2 8 0 0,1 4 0 0,1 1 0 16,2 5-130-16,0 7 0 0,0 0 0 0,-1 3 0 16,5 5 0-16,-2 4 0 0,2 2 0 0,3-8 0 0,1 4-21 15,0-6 1-15,3-3 0 0,-5-3 0 0,2-2-1 16,-3-7 1-16</inkml:trace>
  <inkml:trace contextRef="#ctx0" brushRef="#br0" timeOffset="-153454.74">5279 16305 72 0,'0'0'0'0,"0"0"0"16,0 0 0-16,0 0 245 0,0 0 0 0,0 0 0 15,0 0 1-15,0 0-1 0,0 0 0 0,0 0 0 16,9 8 0-16,-9 3-169 0,0 3 1 0,0 4 0 16,0 5 0-16,0 12-1 0,-4 8 1 0,-1 12-1 15,-3 3 1-15,2-1-26 0,-2 1 0 0,4-5 0 16,-4-4 1-16,4-6-1 0,0-4 0 0</inkml:trace>
  <inkml:trace contextRef="#ctx0" brushRef="#br0" timeOffset="-152839.79">6201 17078 604 0,'0'0'0'0,"0"0"0"0,0 0 0 0,0 0 199 0,-8-2 0 0,4 2 0 0,0 0 1 0,4 0-1 0,-4 0 0 0,0 0 0 0,4 0 1 0,-4 0-128 0,4 0 0 16,0 0 0-16,0 0 1 0,4 0-1 0,4 2 0 15,-4-2 0-15,6 0 0 0,3 0-21 0,3 0 0 16,2 0 0-16,3 2 0 0,-3 1-1 0,6-1 1 16,-1 2 0-16,-1 2 0 0,2 0-22 0,-1 2 1 15,-3 5-1-15,3-5 1 0,-23-8-30 0,0 0-2475 0</inkml:trace>
  <inkml:trace contextRef="#ctx0" brushRef="#br0" timeOffset="-152608.75">6169 17458 712 0,'0'0'0'0,"0"0"0"0,0 0 0 15,0 0 200-15,8 4 1 0,0-4-1 0,0 2 1 16,7 0-1-16,-3-2 1 0,6 2-1 0,2 0 1 15,3 0-123-15,5 2 0 0,3 0 0 0,7 1 1 16,-3-1-1-16,8 0 0 0,0 4 0 0,-1-6 1 16,1 2-43-16,2-2 0 0</inkml:trace>
  <inkml:trace contextRef="#ctx0" brushRef="#br0" timeOffset="-151608.83">8416 16336 408 0,'0'0'0'0,"0"0"0"0,0 0 0 0,0-10 185 0,0 6 1 0,0 2 0 0,4-3 0 0,-4 3-1 0,4 0 1 15,-4 2-1-15,4 0 1 0,-2 4-124 0,4 3 1 16,0-1-1-16,2 4 1 0,-4 2-1 0,5 5 0 15,-5 5 0-15,0 5 1 0,2 8-6 0,-6 4 0 0,4 10 0 16,-4-2 0-16,0 4-1 0,0 3 1 0,0-5 0 16,0 0 0-16,0 9-57 0,0-58-2136 0</inkml:trace>
  <inkml:trace contextRef="#ctx0" brushRef="#br0" timeOffset="-151240.33">7905 17212 544 0,'0'0'0'0,"0"0"0"0,-10 4 0 0,4-2 212 0,0 2 1 15,-3 0 0-15,1 0 0 0,4 0-1 0,-4 2 1 16,4-6-1-16,4 3 1 0,4-1-136 0,4 0 1 16,0-2 0-16,9 0 0 0,1-2-1 0,10 0 1 15,7-1 0-15,6-3 0 0,14 0-26 0,4 0 1 16,6 0 0-16,12 0 0 0,9 0-1 0,17-1 1 15,1 1 0-15,-4 2 0 0,-2 0-24 0,-5 0 0 16,-1 0 0-16,-7 0 0 0,-3-2-1 0,-1-1 1 0,-3 1 0 16,-5-8 0-16,0 2-30 0,-10-1 0 0</inkml:trace>
  <inkml:trace contextRef="#ctx0" brushRef="#br0" timeOffset="-149892.15">7935 17501 248 0,'0'0'0'0,"0"0"0"0,0 0 0 0,0 0 240 0,0 0 1 0,0-8 0 15,5 6 0-15,-5 0-1 0,0-2 1 0,0-1 0 0,0 1 0 16,0 0-184-16,0 2 0 0,0 0 0 0,0 2 0 16,0 2-1-16,0 2 1 0,0 2 0 0,0 5 0 15,-5 3-22-15,3 2 1 0,0 9-1 0,-2 6 1 16,2 2-1-16,-6 8 1 0,4 2-1 0,0 2 1 0,-4-4-19 15,4 2 0-15,0-4 0 0,2-6 1 0,0 10-18 16,2-43-2237-16</inkml:trace>
  <inkml:trace contextRef="#ctx0" brushRef="#br0" timeOffset="-149674.15">8416 17458 392 0,'0'0'0'16,"0"0"0"-16,0 0 0 0,0 0 205 0,0 0 0 16,0 0 0-16,0 0 1 0,-4 10-1 0,4 0 0 0,-4 3 0 15,4 5 0-15,0 1-143 0,-4 7 0 16,4 9 0-16,0 0 0 0,-4 8-1 0,1 0 1 0,3 2 0 16,-2-2 0-16,0 0-22 0,0-4 1 0,0 0 0 15,-2-4 0-15,0 8-41 0,4-43-2019 0</inkml:trace>
  <inkml:trace contextRef="#ctx0" brushRef="#br0" timeOffset="-149509.08">8292 17729 704 0,'0'0'0'0,"0"0"0"0,0 0 0 15,12 0 167-15,-2 0 1 0,2 0 0 0,5 0 0 16,-1 0-1-16,6 0 1 0,1-2-1 0,1 0 1 15,11-3-108-15,3 1 1 0,1 0 0 0,6 0 0 0,32 0-61 16,-77 4-1716-16</inkml:trace>
  <inkml:trace contextRef="#ctx0" brushRef="#br0" timeOffset="-148955.08">8898 17673 640 0,'0'0'0'0,"0"0"0"16,0 0 0-16,0-10 177 0,0 6 0 0,0-2 0 15,0 0 0-15,4-1 0 0,-4 1 0 0,0 0 0 16,4 0 0-16,-4 0-115 0,0 2 1 0,4 0-1 15,-4 2 1-15,0 2-1 0,0 2 1 0,0 2-1 16,-4 2 1-16,4 6-19 0,-4 5 0 0,0-1 0 16,2 7 1-16,-2-1-1 0,2 9 0 0,0 0 0 15,2-3 1-15,0 3-3 0,4 0 1 0,2-7 0 0,2 1 0 16,0-2-1-16,5-5 1 0,-5-6 0 0,6-1 0 16,2-5-59-16,3-2 0 0,-3-2 0 0,2-4 0 15,3-2 0-15,-3-4 0 0,-2-3 0 0,7 3 0 16,-7-4 37-16,2-2 0 0,3-1 0 0,-7-1 0 15,2 1 0-15,-4-1 0 0,-2 4 0 0,3-1 0 16,-5 1-2-16,0 0 1 0,-4 4-1 0,0 1 1 0,-2 3-1 16,0 0 0-16,-2 4 0 0,0 2 1 0,0 0-2 15,0 4 0-15,0 1 0 0,0 1 1 0,0 4-1 16,0 0 0-16,0 1 0 0,0-1 1 0,2 4-1 16,2-1 1-16,0-1-1 0,0-2 1 0,0 3-1 15,5-7 1-15,1-2-1 0,2 0 1 0,0-2-6 0,2-2 0 16,3-2 0-16,-3-4 0 0,2-2-1 15,1 0 1-15,-1-2 0 0,2-4 0 0,-6-1-3 0,3-1 0 16,-3-3 0-16,-2-1 0 0,0 2 0 16,0-5 0-16,-2 1 0 0,1-1 0 0,-3 5-1 0,0-3 0 15,0 1 0-15,-6 1 1 0,4 5-1 0,-4 4 0 0,0 2 0 16,-4 4 0-16,0 4-2 0,0 4 0 16</inkml:trace>
  <inkml:trace contextRef="#ctx0" brushRef="#br0" timeOffset="-147821.02">10887 16914 640 0,'0'0'0'0,"-9"4"0"0,1-1 0 0,4-3 227 0,-6 0 0 0,2 0 0 0,0 0 1 0,0 0-1 0,4-3 0 15,-3 3 0-15,5 0 0 0,4-4-172 0,0 2 1 16,7 0-1-16,-1 0 1 0,6 0-1 0,2 2 1 16,5-2-1-16,1 0 1 0,2-2-21 0,9 2 1 15,4 0 0-15,-1 0 0 0,5 0-1 0,4 2 1 16,-5 2 0-16,5 0 0 0,-2 2-30 0,-4 0 0 16</inkml:trace>
  <inkml:trace contextRef="#ctx0" brushRef="#br0" timeOffset="-147654.97">10762 17220 844 0,'0'0'0'0,"0"0"0"16,0 0 0-16,0 0 168 0,13 0 0 0,-9 0 0 15,10 0 0-15,2 0-1 0,3-2 1 0,7 0 0 16,7 0 0-16,5-2-108 0,11-7 0 0</inkml:trace>
  <inkml:trace contextRef="#ctx0" brushRef="#br0" timeOffset="-145540.03">14593 9615 484 0,'0'0'0'0,"0"0"0"0,0 0 0 0,12-13 113 0,-4 5 0 0,-4 2 0 0,6-6 0 0,3-1-1 0,-1 3 1 15,-2-6 0-15,0 6 0 0,0-7-32 0,3 3 0 16,-7 1 0-16,-4-1 1 0,0-4-1 0,-2 1 0 16,-2 1 0-16,-2 1 1 0,-5-1-16 0,-3-2 1 15,0-1-1-15,-2-1 1 0,-5-1-1 0,3 5 1 16,-6-11-1-16,-7 0 1 0,3 3-25 0,-9-3 0 15,3-2 0-15,-9 3 0 0,-2-3-1 0,1 0 1 16,-5 3 0-16,-6 1 0 0,2 2-47 0,-12 1 0 0,-2 3 0 16,-13 7 0-16,-34 0 0 0,19 12 0 0,-3 4 0 15,-12 4 0-15,-2 0 22 0,-6 13 1 0,-2 3-1 16,-6 9 1-16,8-2-1 0,0 6 0 0,4 4 0 16,4 8 1-16,11 0-13 0,5 13 0 0,3 4 0 15,3 7 1-15,-6 12-1 0,-1 7 0 0,-1 14 0 16,3 9 1-16,1 4 3 0,-4 13 0 0,3-3 0 15,9 4 1-15,5-6-1 0,14-4 0 0,14-4 0 16,10-4 0-16,13-4 4 0,18-13 1 0,8-5-1 0,10-11 1 16,19-13-1-16,9-11 0 0,15-9 0 0,10-10 1 15,11-2-3-15,11-6 0 0,3-5 0 0,5 1 0 16,-1-2-1-16,1-5 1 0,3-8 0 0,10-3 0 16,10-3-2-16,0-6 1 0,8-2-1 0,6-6 1 0,7-1-1 15,5-3 1-15,5-4-1 0,3-5 1 0,-1-1-4 16,1-3 0-16,-3-10 0 0,-5-2 0 0,-1-8-1 15,-3-8 1-15,-12-7 0 0,3-12 0 0,-5-8 3 16,-8-12 1-16,-4-6-1 0,-8-11 1 0,-11-6-1 16,-11-8 0-16,-13-10 0 0,-12-7 1 0,-14-7-2 0,-15-7 1 15,-10 0-1-15,-10-2 1 0,-16 8-1 16,-14 7 0-16,-13 18 0 0,-11 8 1 0,-11 17-3 0,-11 5 1 16,-13 13 0-16,-5 8 0 0,-5 11-1 0,-3 8 1 15,5 10 0-15,1 8 0 0,3 4 0 0,-3 12 0 16,-1 7 0-16,3 12 0 0,19 35-7 0,67-35-2745 0</inkml:trace>
  <inkml:trace contextRef="#ctx0" brushRef="#br0" timeOffset="-143208.08">13400 15864 388 0,'0'0'0'0,"0"0"0"0,0 0 0 0,0 0 166 0,0 0 0 0,0 0 0 0,-2-8 0 0,2 6 0 0,0 2 0 16,0 0 0-16,2-2 0 0,-2 4-92 0,0 0 0 15,0-2 0-15,0 6 0 0,-2 4-1 0,-2 3 1 16,2 3 0-16,-6 7 0 0,0 3-24 0,-11 11 0 16,3 8 0-16,-8 15 0 0,1 3-1 0,-3 3 1 15,3 2 0-15,7-3 0 0,0-7-22 0,8-7 0 16,4-6 0-16,2-10 0 0,2-35-28 0,0 0-2114 0</inkml:trace>
  <inkml:trace contextRef="#ctx0" brushRef="#br0" timeOffset="-142757.99">12541 16666 624 0,'0'0'0'0,"0"0"0"0,-8 6 0 0,4-2 157 0,4-2 0 0,0 1 0 0,4 1 0 0,4 0 0 0,0 0 0 0,11 0 0 15,1-2 0-15,15 0-82 0,5 2 1 16,19-2-1-16,15 0 1 0,15 0-1 0,15 2 1 0,4-2-1 15,51 1 1-15,-43 1-27 0,0 0 0 0,-4-2 0 16,-7 2 1-16,-19 0-50 0,-86-4-2011 0</inkml:trace>
  <inkml:trace contextRef="#ctx0" brushRef="#br0" timeOffset="-137007.02">12370 17103 12 0,'0'0'0'0,"0"0"0"0,0 0 0 0,8-8 19 0,-8 2 0 0,5 2 0 0,-1-1 0 0,0 3-1 0,-2-2 1 16,2 2 0-16,0 0 0 0,0 2 94 0,0 0 0 0,-4 0 0 16,4 2 1-16,-8 2-1 0,0 7 0 0,0 1 0 15,-2 4 1-15,-2 7-44 0,-5 8 1 0,-7 10-1 16,-2 10 1-16,-9 17-1 0,-4 3 0 0,1 1 0 15,1-2 1-15,7-6-12 0,3-5 0 0,-1 11 0 16,14-27 0-16,2-4-1 0,0-8 1 0</inkml:trace>
  <inkml:trace contextRef="#ctx0" brushRef="#br0" timeOffset="-136225">12993 17306 344 0,'0'0'0'0,"0"0"0"0,0 0 0 0,0 0 183 0,4-8 0 16,-4 8 0-16,0-4 1 0,0 2-1 0,-4 0 0 16,4 2 0-16,0 2 1 0,-4 4-126 0,0-4 1 15,0 8 0-15,0 3 0 0,-2 1-1 0,-2 8 1 0,-5 1 0 16,1 8 0-16,-2 2-14 0,-4 8 0 0,1 4 0 15,-3 0 0-15,2 0-1 0,-3 2 1 0,5 2 0 16,-2 1 0-16,-1-3-18 0,7 0 0 0,-6-4 0 16,6-4 1-16,-1-6-1 0,3-2 0 0,2-5 0 15,4-9 1-15,4-17-28 0,0 0-2143 0</inkml:trace>
  <inkml:trace contextRef="#ctx0" brushRef="#br0" timeOffset="-135941.46">12661 17620 152 0,'0'0'0'0,"0"0"0"0,0 0 0 0,0 0 225 0,-8-8 0 15,8 6 0-15,0 0 0 0,0 0-1 0,0 0 1 16,4-1 0-16,0 1 0 0,7 2-155 0,5-2 0 16,-4 0 0-16,10 0 0 0,1 0-1 0,1 0 1 15,7 2 0-15,3 0 0 0,5 2-26 0,-4 0 1 16,7 2 0-16,1-2 0 0,-4 0-1 0,3 3 1 16,-3-1-1-16,4 0 1 0,30 6-45 0,-73-10-2151 0</inkml:trace>
  <inkml:trace contextRef="#ctx0" brushRef="#br0" timeOffset="-134558.12">13785 17558 656 0,'0'0'0'0,"0"0"0"0,0 0 0 0,0 0 182 0,2 11 1 0,0-9-1 0,2 2 1 0,0 2-1 0,4-2 0 15,0 4 0-15,2-2 1 0,7-1-112 0,-1-1 1 16,6 0-1-16,3 0 1 0,1-2-1 0,5-4 0 15,7 0 0-15,1 0 1 0,0-4-27 0,-5-1 1 0,1-1-1 16,-6-2 1-16,-3 0-1 0,-4-3 1 0,-1-1-1 16,-3 2 1-16,-6-3-27 0,-2 5 0 0,-3-4 0 15,-5 1 0-15,-6 1 0 0,-1 0 0 0,-5 2 0 16,-2-1 0-16,-4 3-20 0,-3 2 1 0,-1 2-1 16,-6 2 1-16,-5 0-1 0,-3 6 1 0,-5 0 0 15,-12 4 0-15,-2 7 1 0,2-1 0 0,-4 8 0 16,4 1 0-16,2 6 0 0,3 1 0 0,1 5 0 15,4 0 0-15,7 4-2 0,7 0 1 0,5 0 0 16,5 0 0-16,9 2 0 0,4-4 0 0,12 2 0 0,11-2 0 16,5-4 0-16,15-5 0 0,10-1 0 0,6-6 1 15,34 3-1-15,-16-13 0 0,9-5 0 0,-1-4 0 16,5-4 4-16,-3-4 1 0,-5-5-1 0,-7-3 1 16,0 0-1-16,-4-3 1 0,-6-5-1 0,-2-3 1 15,-59 25-5-15,0 0-2433 0</inkml:trace>
  <inkml:trace contextRef="#ctx0" brushRef="#br0" timeOffset="-133903.48">14682 17115 132 0,'0'0'0'0,"0"0"0"0,0 0 0 0,-14-2 251 0,6 0 0 0,0 0 0 0,-4-2 0 0,1 0-1 15,-1 2 1-15,4-2 0 0,-8 4 0 0,2-4-203 16,1 2 1-16,-5 0-1 0,6 0 1 0,-4 4-1 15,1 2 1-15,3 0-1 0,0 2 1 0,2 2-16 16,2 5 1-16,-1-5-1 0,1 6 1 0,4 0-1 16,2-1 1-16,4 3-1 0,2 1 1 0,4-1-8 0,1-2 0 15,3-1 0-15,2-3 0 0,2 0 0 0,7-2 0 16,1-4 0-16,3 1 0 0,7-8-25 0,-3 1 0 16,7-6 0-16,-3 0 0 0,-2-6-1 0,-1 1 1 15,-3-3 0-15,-3-2 0 0,-8 1 0 0,-3-3 0 16,-5 1 0-16,-10 1 0 0,0-3 0 0,-8 1 0 15,-3 1 0-15,-5-1 0 0,0-5 13 0,-7 3 0 16,-1 1 0-16,-2-2 0 0,-1 5-1 0,-3 2 1 16,-3 1 0-16,0 5 0 0,5 4-3 0,-3 0 1 0,1 4 0 15,6 0 0-15,5 4-1 0,7 2 1 0,6 0-1 16,6-2 1-16,0 2-1 0,2 0 0 0,6 2 0 16,6-2 1-16,3 5-1 0,5-3 0 0,6 0 0 15,3 2 0-15,8 0-2 0,3-2 1 0,5 3 0 16,-4-1 0-16,0 2-1 0,-3-4 1 0,-1 2-1 15,0 3 1-15,12-1-10 0,-51-10-2541 0</inkml:trace>
  <inkml:trace contextRef="#ctx0" brushRef="#br0" timeOffset="-132108.98">15043 17249 88 0,'0'0'0'0,"0"0"0"0,0 0 0 0,0 0 271 0,0 0 0 0,0 0 0 15,0 0 1-15,-9-2-1 0,9 2 0 0,-4 0 0 16,4 0 0-16,0 0-217 0,0 0 1 0,0 0 0 15,4 2 0-15,-4 0-1 0,9 2 1 0,-5 0-1 16,2 0 1-16,2 2-21 0,0 2 1 0,0 3 0 16,2-1 0-16,3 0-1 0,-1 0 1 0,0 3-1 0,0-3 1 15,2 0-17-15,-1 0 1 0,-5 1-1 0,2-3 1 16,-2-2-1-16,0-2 0 0,0 0 0 0,-1-2 1 16,-3 0-19-16,0-4 1 0,0 0-1 0,0-4 1 15,-4 0-1-15,4-2 0 0,-4-2 0 0,0-5 1 16,0-1-1-16,-4-3 0 0,4-1 0 0,-4-3 0 15,-2-1 0-15,2-1 0 0,-1-2 0 0,1 1 0 16,0 1 0-16,0-4 0 0,0 1 0 0,0 5 1 0,0-6-1 16,-2 7 0-16,0 1 0 0,0 7 1 0,2 0 5 15,-4-1 0-15,3 5 0 0,1 0 0 0,0 2 0 16,0 1 0-16,2 3 0 0,0 0 0 0,2 2 1 16,0-2 0-16,2 0 0 0,4 2 1 0,2 2-1 15,1-4 0-15,3 2 0 0,6 0 0 0,0 2 1 0,7 2 0 16,1 0 0-16,-3 2 0 0,9-2-1 0,7 2 1 15,0 0 0-15,-1 2 0 0,7 2 0 0,0-3 1 16,-4 3-1-16,-1-2 1 0,-1 0-1 0,-4 0 0 16,-3 0 0-16,-3-2 1 0,-3 1-4 0,-8 1 1 15</inkml:trace>
  <inkml:trace contextRef="#ctx0" brushRef="#br0" timeOffset="-131507.99">15484 17085 480 0,'0'0'0'0,"0"0"0"0,0 0 0 0,0 0 179 0,0 0 1 15,10-7-1-15,-10 5 1 0,0 0-1 0,4 2 1 16,-4 2-1-16,0 2 1 0,0 3-136 0,0 1 0 0,0 2 0 16,0 7 0-16,-4-3 0 0,0 4 0 0,4 3 0 15,-6-1 0-15,2 3-6 0,0-1 1 0,0 1-1 16,0 0 1-16,0-1-1 0,-4-1 1 0,4-7-1 15,0 2 1-15,0-3-18 0,1-3 1 0,1-4 0 16,4-2 0-16,-2 0-1 0,3-4 1 0,-1 0-1 16,4-4 1-16,2-2-24 0,0-2 1 0,2-2-1 15,6-3 1-15,-3-1-1 0,3 2 1 0,2-3-1 16,-1 1 1-16,1 2 4 0,-2-1 0 0,2 5 0 16,-5 0 1-16,-1 2-1 0,-2 4 0 0,-2 4 0 0,-4 2 1 15,0 6 2-15,-4-2 1 0,2 3-1 0,-4 5 1 16,-2 2-1-16,0 1 1 0,0 1-1 0,0 3 1 15,0 0-1-15,0-5 0 0,0 5 0 0,0-5 0 16,4-18-6-16,0 0-2130 0</inkml:trace>
  <inkml:trace contextRef="#ctx0" brushRef="#br0" timeOffset="-127092.46">12529 16664 292 0,'0'0'0'0,"0"0"0"0,0 0 0 0,0 0 125 0,-8-2 0 0,6 2 0 0,2-2 0 0,-2 0 0 15,2 2 0-15,0 2 0 0,0-2 0 0,0 2-51 16,2 0 1-16,4-2-1 0,2 2 1 0,0 0-1 0,6 0 0 16,7 0 0-16,1-2 1 0,5 0-13 0,9 0 1 15,5-2-1-15,10 0 1 0,10 0-1 0,10-4 1 16,11 4-1-16,9-6 1 0,19 0-19 0,51-5 1 15,-33 7-1-15,6 0 1 0,-1 0-1 0,-1 4 0 16,-2 0 0-16,-1 2 1 0,-9 4-54 0,0 2 0 16,-4 0 0-16,0 0 0 0,-4 0 0 0,0-1 0 15,0-1 0-15,-5 0 1 0,-39-4 8 0,-68 0-2004 0</inkml:trace>
  <inkml:trace contextRef="#ctx0" brushRef="#br0" timeOffset="-98426.9">16809 17072 304 0,'0'0'0'0,"8"-16"0"0,-4-1 0 0,5-3 106 0,5-5 0 0,-2-3 0 0,4-11 0 16,7 0-1-16,-1-6 1 0,-2-1 0 0,3-1 0 15,-3 4-33-15,3-2 1 0,-5 10-1 0,-2 0 1 16,-2 5-1-16,-1 9 1 0,-1 1-1 0,-4 7 1 0,-6 9-9 16,0 4 0-16,0 8 0 0,-6 7 0 0,-2 5 0 15,-10 17 0-15,-7 16 0 0,-15 30 0 0,-21 27-24 0,-19 26 1 16,-44 71 0-16,14-37 0 0,-4-4-1 16,6-14 1-16,5-15-1 0,13-14 1 0,11-18-48 0,14-21 0 15</inkml:trace>
  <inkml:trace contextRef="#ctx0" brushRef="#br0" timeOffset="-97875.8">17583 16455 444 0,'0'0'0'0,"0"0"0"0,0 0 0 0,0 0 163 0,0 0 1 16,0 0-1-16,0 0 1 0,-4 20-1 0,-5-1 0 0,-1 10 0 15,-10 12 1-15,-19 24-95 0,-16 23 0 0,-20 25 0 16,-19 23 0-16,-54 56 0 0,28-42 0 0,-2-6 0 15,1-3 0-15,5-12-38 0,4-3 1 0,5-12 0 16,9 1 0-16,41-39-32 0,57-76-1823 0</inkml:trace>
</inkml:ink>
</file>

<file path=ppt/ink/ink9.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6:25:52.992"/>
    </inkml:context>
    <inkml:brush xml:id="br0">
      <inkml:brushProperty name="width" value="0.05292" units="cm"/>
      <inkml:brushProperty name="height" value="0.05292" units="cm"/>
      <inkml:brushProperty name="color" value="#0070C0"/>
    </inkml:brush>
  </inkml:definitions>
  <inkml:trace contextRef="#ctx0" brushRef="#br0">3305 10931 280 0,'0'0'0'0,"0"0"0"0,0 0 0 0,0 0 59 0,4-6 0 0,2-2 0 0,3 2 0 0,-1 0-1 0,0 0 1 0,6 2 0 0,-2-1 0 15,5-3-14-15,1 0 0 0,2 2 0 0,-1 2 1 16,1 0-1-16,2-2 0 0,1 1 0 0,1 3 1 16,3 0-8-16,-1 4 0 0,3 0 0 0,1 1 0 15,5 1-1-15,3 0 1 0,5 0 0 0,0 0 0 0,4 0-12 16,6 0 0-16,2 2 0 0,1 2 1 0,-5-3-1 15,10-3 0-15,3 2 0 0,9 2 0 0,0 4-31 16,4-6 0-16,-16 2 0 0,9 3 1 0,5-3-1 16,2 0 0-16,1 2 0 0,1-4 1 0,6 2 16 0,-3 3 1 15,3-5-1-15,1 2 1 0,-1-2-1 16,3 2 0-16,1 0 0 0,3 2 1 0,2-3-10 0,-1 1 0 16,-1-2 0-16,1 0 1 0,3 0-1 0,-2 0 0 15,1 2 0-15,3-2 0 0,2 0 4 0,-2-1 0 16,-3-1 0-16,25 0 0 0,-14 0 0 0,2-4 0 15,22 0 0-15,-20 0 0 0,37-5 4 0,-39 1 0 16,-5 2 0-16,5-2 1 0,2 0-1 0,-2 4 0 0,0-2 0 16,-4 2 0-16,-1 0 3 0,-1 2 1 0,2 2-1 15,-6 0 1-15,-3 0-1 0,5 2 1 0,-2 0-1 16,-3 4 1-16,3-4-1 0,-4 2 1 0,-3 1 0 16,3-3 0-16,-2 2-1 0,-3-2 1 0,-3-4-1 15,-1 4 1-15,-4-2 0 0,3-2 0 0,-3-2 0 16,5 2 0-16,-9 0-1 0,9 0 1 0,-9-4 0 15,8 4 0-15,-1 0-1 0,1 0 1 0,1 0 0 16,-1 4 0-16,-1-4-1 0,5 0 1 0,5 2-1 0,-7-2 1 16,7 0-2-16,-2 0 0 0,1 0 0 0,5 0 1 15,-2 0-1-15,1 0 0 0,-1-2 0 0,2 2 1 16,1-4-3-16,1 0 1 0,2 0-1 0,-2 0 1 16,-1-3-1-16,3 1 1 0,0 4-1 0,2-2 1 0,-1 4-1 15,1-4 0-15,2 2 0 0,2 2 0 0,0 0 0 16,4 2 0-16,-4 2 0 0,-1-4 0 0,1 4-4 15,2-4 1-15,-2 0 0 0,0 0 0 0,2 0-1 16,-2 0 1-16,0 0-1 0,-5-4 1 0,5 4-3 0,-2 0 1 16,-2 0-1-16,0 0 1 0,-5 0-1 15,7 0 1-15,-6 4-1 0,-6-4 1 0,-1 2 1 0,-5-2 1 16</inkml:trace>
  <inkml:trace contextRef="#ctx0" brushRef="#br0" timeOffset="3480.24">16681 9968 284 0,'0'0'0'0,"0"0"0"0,-10 0 0 0,2 0 64 0,-5-3 1 0,-5 6-1 0,2-3 1 0,-5 2-1 0,3 2 0 0,-6 0 0 15,5 0 1-15,-5 4-20 0,6 0 0 0,-5 3 0 16,11-3 0-16,-4 4-1 0,6 2 1 0,6 1 0 16,4 1 0-16,4 1 23 0,0-3 0 0,4 4 0 15,6 5 0-15,-2 2-1 0,11 1 1 0,-5 1 0 16,6 8 0-16,3 2-17 0,3 6 1 0,-1-6 0 16,1 6 0-16,5 0-1 0,-6 6 1 0,-1-6 0 15,1 6 0-15,-5-6-68 0,-2 5 0 0,-5-5 0 0,-3 0 1 16,-10-10-1-16,-4 1 0 0,-8-3 0 0,-6-4 1 15,-3 2 47-15,-9-5 0 0,-3 1 0 0,-1-9 1 16,-5 1-1-16,-3-7 0 0,-5 0 0 0,8-6 1 16,-4-4-20-16,1-4 0 0,3-6 0 0,1-2 1 0,-3-5-1 15,8-1 0-15,1-5 0 0,6-2 1 16,-1-1-2-16,3-1 1 0,4-6 0 0,5 3 0 0,3-1-1 16,4-2 1-16,4 0 0 0,4 2 0 0,4 1-2 15,3 7 1-15,5-4-1 0,-2 9 1 0,6 6-1 16,1 3 0-16,1-1 0 0,5 4 1 0,-3 2 3 0,3 2 0 15,7-2 0-15,-3 4 0 0,1-4-1 0,5 4 1 16,0 0 0-16,-3 0 0 0,-1 0-5 0,-1 0 0 16</inkml:trace>
  <inkml:trace contextRef="#ctx0" brushRef="#br0" timeOffset="3714.29">17072 10441 364 0,'0'0'0'0,"0"0"0"0,-12-8 0 0,9 6 202 0,3-2 1 0,3 0 0 0,3-4 0 0,4 6-1 0,0-3 1 0,4 1 0 0,9 0 0 15,-7 0-182-15,8 0 0 0,5-2 0 0,-5 4 0 16,5 0-1-16,3 2 1 0</inkml:trace>
  <inkml:trace contextRef="#ctx0" brushRef="#br0" timeOffset="3897">17096 10560 288 0,'0'0'0'0,"-8"-4"0"0,4 2 0 0,-4-2 131 0,4 2 1 16,-2 0-1-16,2 2 1 0,6 0-1 0,6 2 0 15,0-4 0-15,6 2 1 0,2 0-99 0,5 0 0 16,9 0 0-16,9-4 0 0,8 4 0 0,6-4 0 16</inkml:trace>
  <inkml:trace contextRef="#ctx0" brushRef="#br0" timeOffset="4564.59">17927 9976 156 0,'0'0'0'0,"0"0"0"0,0 0 0 0,-9 10 143 0,5-6 1 0,-2 4 0 0,0 3 0 0,-2 1-1 0,2 2 1 0,-2 7-1 15,-2 1 1-15,-1 5-112 0,1 10 0 0,2 10 0 16,-6 2 0-16,2 11 0 0,3 12 0 0,-1-3 0 16,10 7 0-16,10 8-11 0,3-6 0 0,13 21 0 15,5-42 1-15,1-10-1 0,1-10 0 0,1-6 0 16,3-11 0-16,-2-5-10 0,-5-11 0 0,5-4 0 0,-3-2 0 15,1-4 0-15,-3-11 0 0,3-1 0 0,-3-5 0 16,1-8-10-16,-5-3 0 0,-1-7 0 0,-7-2 1 16,-1-11-1-16,-13-7 0 0,-4-1 0 0,-9-6 0 15,-11-1-1-15,-6-3 0 0,-5 2 0 0,-16-4 1 16,-6 3-1-16,-2 5 0 0,-4 4 0 0,2 13 0 0,-6 10 1 16,6 13 1-16,2 7 0 0,2 11 0 0,11 8-1 15,-3 4 1-15,4 8-1 0,7 3 1 0,3 3 13 16,1 5 0-16,3 3 0 0,7 3 1 0,16 20-16 15,4-49-1427-15</inkml:trace>
  <inkml:trace contextRef="#ctx0" brushRef="#br0" timeOffset="6964.51">10368 13136 16 0,'0'0'0'0,"0"0"0"0,0 0 0 0,0 0 16 16,0 0 0-16,0 0 0 0,0 0 0 0,0 0-8 0,0 0 0 0,0 0 0 0,-7 0 0 0,5 0-8 0,0 0 0 15,0 0 0-15,0 0 0 0,2 0-8 0,-2 0 0 16,2 0 0-16,0 0 0 0,-2 0 8 0,2 0-60 0</inkml:trace>
  <inkml:trace contextRef="#ctx0" brushRef="#br0" timeOffset="8117.76">13809 12250 208 0,'0'0'0'0,"0"0"0"0,-12-12 0 0,8 6 59 0,-2 2 0 0,-4-2 0 0,-1 1 1 0,-5-1-1 0,-2 0 0 0,-7 2 0 16,3 0 0-16,-13 0 9 0,-11 0 0 0,-3 2 0 16,-6 4 1-16,-6 2-1 0,-2 0 0 0,2 6 0 0,-4 0 1 15,5 5-4-15,1-1 1 0,7 3-1 0,1 1 1 16,-4 9-1-16,26-11 1 0,9 7-1 0,8-5 1 15,12 1-29-15,8-3 0 0,10 2 0 0,13-1 1 16,9-1-1-16,9 1 0 0,14-1 0 0,2-2 0 16,9 7-39-16,3-5 0 0,0 5 0 0,5-1 0 0,-1-1 0 15,-3 1 0-15,-9-1 0 0,-6 1 0 0,-10-1 19 16,-6-3 0-16,-5-1 0 0,-11 3 0 0,-11-8-1 16,-2 3 1-16,-9-1 0 0,-22-8 0 0,-5 0-8 0,-2 0 0 15,-3 0 0-15,-5-2 1 0,-9-2-1 0,-6-2 0 16,1 0 0-16,-9-2 1 0,-4-4-2 0,-2-2 1 15,-6-1 0-15,6-1 0 0,-4-4-1 0,6 1 1 16,4 1-1-16,6 2 1 0,2 4-2 0,7-1 1 16,5 3 0-16,13 2 0 0,10 4-1 0,12 0 1 15</inkml:trace>
  <inkml:trace contextRef="#ctx0" brushRef="#br0" timeOffset="8449.39">14420 12572 68 0,'0'0'0'0,"0"0"0"16,0 0 0-16,8 0 189 0,-6 0 1 0,-2 0 0 15,-2 0 0-15,-6 4-1 0,0-4 1 0,-5 5 0 16,-1-1 0-16,-6 0-143 0,2 2 0 0,-5 0 0 0,3 4 0 16,-5-2 0-16,7 3 0 0,-2 1 0 15,5-4 0-15,1 3-15 0,4-3 0 0,8 0 0 0,2 0 1 16,0 2-1-16,2-1 0 0,6-1 0 0,0-2 1 15,5 2-18-15,-1-4 1 0,6 0-1 0,-2 0 1 16,7 1-1-16,-5-5 0 0,2-2 0 0,1-3 1 16,1-1-16-16,-6-2 1 0,3-2 0 0,-7-3 0 0,-4-1-1 15,-4 2 1-15,-4-3 0 0,-4 1 0 16,-4 2-1-16,0-1 1 0,-8 1-1 0,1 0 1 0,-7 4-1 16,6 2 0-16,-9-3 0 0,7 5 1 0,-2 0 2 0,1 2 0 15,3 0 0-15,4 0 0 0,2 4-1 16,5 0 1-16,1 0 0 0,4 2 0 0,4 0 0 0,1 0 1 15</inkml:trace>
  <inkml:trace contextRef="#ctx0" brushRef="#br0" timeOffset="8730.49">14819 12449 180 0,'0'0'0'0,"0"0"0"0,12-2 0 0,-2 2 187 0,-2-2 1 0,6 0 0 0,3 2 0 0,-1-2-1 0,6 0 1 0,-1 2-1 0,5 0 1 16,1-4-180-16,-1 4 0 0,5 0 0 0,1 0 1 16,-1 0-1-16,-3 0 0 0</inkml:trace>
  <inkml:trace contextRef="#ctx0" brushRef="#br0" timeOffset="8864.29">14776 12572 260 0,'0'0'0'0,"0"0"0"0,8 0 0 0,0 0 86 0,6 0 1 16,-1 0-1-16,1 4 1 0,6-4-1 0,3 5 1 15</inkml:trace>
  <inkml:trace contextRef="#ctx0" brushRef="#br0" timeOffset="9216.54">15568 12183 180 0,'0'0'0'0,"0"0"0"0,0 0 0 0,4 10 67 16,-4-6 0-16,4 4 0 0,0 2 1 0,0 3-1 15,0 5 0-15,4 3 0 0,2 1 0 0,-2 5-48 0,3 0 0 16,3 3 0-16,4 5 1 0,-1-2-1 15,5 2 0-15,-4-2 0 0,7 0 0 0,-3-5-1 0,-2-1 1 16,7 0 0-16,-11-3 0 0,-16-24-19 0,0 0-709 16</inkml:trace>
  <inkml:trace contextRef="#ctx0" brushRef="#br0" timeOffset="9614.56">16543 12248 236 0,'0'0'0'0,"-9"-6"0"16,-1 0 0-16,0 2 58 0,-4 0 1 0,-2-2-1 16,1 4 1-16,-9-1-1 0,1 1 1 0,-5 0-1 15,2 4 1-15,-1 0-20 0,-3 1 1 0,-1-1-1 0,0 4 1 16,3 2-1-16,2 0 1 0,1 2-1 0,7 5 1 15,-1-3 5-15,9 2 0 0,8-1 0 0,2 3 0 16,4-1 0-16,9-1 0 0,5 0 0 0,0 1 0 16,9-1-15-16,5 2 0 0,7 3 0 0,0-5 0 15,3 7 0-15,3-3 0 0,0 3 0 0,-4 1 0 16,-3 1-37-16,-3-3 1 0,-7-1 0 0,-5-1 0 0,-7-3-1 16,-12-5 1-16,-8 0 0 0,0-2 0 0,-8-2 21 15,-3-1 1-15,-1-1 0 0,-6-4 0 0,-7 0-1 16,-1 4 1-16,-5-8 0 0,-8 4 0 0,-5-4 5 15,3 4 0-15,-2-5 0 0,2 1 1 0,2-2-1 16,5 2 0-16,-1-4 0 0,9 2 0 0,3 0 2 0,11-3 0 16,4 3 0-16,12-6 0 0,0 12-23 0,0 0-1468 15</inkml:trace>
  <inkml:trace contextRef="#ctx0" brushRef="#br0" timeOffset="9914.1">17110 12310 232 0,'0'0'0'15,"13"-2"0"-15,-3-4 0 0,2-1 172 0,0 1 0 0,0 2 0 16,-1-4 1-16,-3 2-1 0,0 2 0 0,-4 0 0 16,-8 0 1-16,0 4-132 0,-6-5 1 0,-1 5 0 15,-3 5 0-15,-6-1-1 0,2-2 1 0,-9 4-1 16,-1 4 1-16,-3 2-15 0,-4 1 0 0,5 1 0 16,-1 2 0-16,5 3 0 0,6-1 0 0,-1 3 0 15,9-1 0-15,6 1-13 0,2-5 0 0,8 3 0 16,4-5 0-16,4 3 0 0,11-3 0 0,-1-2 0 0,9-2 0 15,7 3-13-15,3-7 0 0,4-2 0 0,2 0 1 16,-5-6-1-16,-1-4 0 0,-2 0 0 0,-7-9 0 16,-1 3-1-16,-11-6 0 0,-2-1 0 0,-9 1 1 15,-3-3-1-15,-8-3 0 0,-7 1 0 0,-1 5 0 0,-6-3 9 16,-4 1 0-16,-3 5 0 0,-5 1 1 0,-7 8-1 16,-6 0 0-16,-3 1 0 0,-9 5 0 0,-45 11-9 15,98-11-1766-15</inkml:trace>
  <inkml:trace contextRef="#ctx0" brushRef="#br0" timeOffset="21096.54">9924 13922 276 0,'0'0'0'0,"0"0"0"0,0 0 0 0,0 0 78 0,0 0 1 0,0 0 0 0,0 0 0 0,0 0-1 0,0 0 1 0,4 8-1 0,0-2 1 16,2 7-33-16,2 1 0 0,0 2 0 0,1 3 1 0,1 3-1 16,2 5 0-16,0 0 0 0,-2 5 1 0,3 3-15 15,-1 0 1-15,0 4 0 0,-2 0 0 0,2 4-1 16,-3-4 1-16,-1 0-1 0,-2 2 1 0,-4 0 0 0,0 2 0 15,-2-6 0-15,-2 2 0 0,0-6-1 0,-2 4 1 16,2-10 0-16,2-7 0 0,0-20-33 0,0 0-1350 16</inkml:trace>
  <inkml:trace contextRef="#ctx0" brushRef="#br0" timeOffset="21497.57">10465 14020 216 0,'0'0'0'0,"0"0"0"16,0 0 0-16,0 0 140 0,0 0 1 0,8-8-1 16,-3 6 1-16,1 2-1 0,-2 0 0 0,0 0 0 15,-4 2 1-15,4-2-105 0,-4 2 0 0,4-2 0 16,-4 2 0-16,-4 2 0 0,4 0 0 0,-4-1 0 15,-4 1 0-15,-3 2-14 0,-1 0 1 0,-4 0-1 0,0 4 1 16,-3-1-1-16,-3-1 1 0,2 2-1 0,-7 2 1 16,-1-1-12-16,-1 1 1 0,1 0 0 0,1 0 0 15,-3 1-1-15,1-3 1 0,3 4-1 0,-1-3 1 16,7 1-11-16,-2 0 1 0,5-1-1 0,3 1 1 16,6-2-1-16,8 6 0 0,0-5 0 0,4 1 1 0,4 0-2 15,6 3 0-15,-1-1 0 0,5-2 1 0,2 1-1 16,7 3 0-16,1-2 0 0,5 1 0 0,5-3 0 15,1 0 0-15,2-1 0 0,1 1 1 0,3-4-1 16,2 0 0-16,-4-1 0 0,4-1 1 0,-5-2 12 0,3 0 0 16,-6 0 0-16,2 0 1 0,-1 0-1 0,-5 0 0 15</inkml:trace>
  <inkml:trace contextRef="#ctx0" brushRef="#br0" timeOffset="21735.82">11110 14174 348 0,'0'0'0'0,"0"0"0"0,0 0 0 0,0 0 187 0,0 0 0 0,0 0 0 0,0 0 1 0,11 4-1 0,-1-4 0 0,4 0 0 0,2 0 0 16,7-2-139-16,-1 2 0 0,9-2 0 0,5 0 0 16,-1 2 0-16,8 0 0 0,-3 0 0 0,1 0 0 15,42 4-48-15,-83-4-1672 0</inkml:trace>
  <inkml:trace contextRef="#ctx0" brushRef="#br0" timeOffset="21913.9">11235 14297 380 0,'0'0'0'0,"0"0"0"0,0 0 0 0,0 0 123 0,0 0 0 15,0 0 0-15,0 0 0 0,0 0-1 0,0 0 1 16,12 10 0-16,-2-7 0 0,6 1-101 0,7-2 0 16,1 0 0-16,9-2 0 0,11-2-1 0,9 0 1 15</inkml:trace>
  <inkml:trace contextRef="#ctx0" brushRef="#br0" timeOffset="22263.26">12034 13996 188 0,'0'0'0'0,"0"0"0"0,0 0 0 0,-4-11 110 16,4 7 0-16,0-2 0 0,0 0 1 0,0 0-1 15,0 2 0-15,4 0 0 0,-4 2 0 0,5 2-79 16,-5 2 1-16,4 2-1 0,-2 4 1 0,2 4-1 15,0 1 1-15,0 5-1 0,4 5 1 0,-4-1-4 16,4 5 1-16,-2 2 0 0,2-1 0 0,1 3-1 16,-1 4 1-16,0 0-1 0,-2-4 1 0,2-5-3 0,0 5 1 15,0-4-1-15,-4-5 1 0,5 1-1 0,-5-5 1 16,2-3-1-16,2-1 1 0,-8-14-27 0,0 0-1322 0</inkml:trace>
  <inkml:trace contextRef="#ctx0" brushRef="#br0" timeOffset="22714.52">12568 13944 196 0,'0'0'0'0,"0"0"0"15,-10-8 0-15,5 4 172 0,1 0 1 0,0 2-1 16,0 0 1-16,-4 0-1 0,4 2 0 0,-4-4 0 15,2 4 1-15,0 0-121 0,0 4 1 0,2 0-1 16,-1 0 1-16,1 4-1 0,0 3 1 0,-4 1-1 0,0 6 1 16,2-5-32-16,2 5 1 0,0 3-1 0,-4 1 1 15,4-1-1-15,-1 3 1 0,3 3-1 0,2 0 1 16,2-3-13-16,1 3 0 0,3 0 0 0,2-3 1 16,0 3-1-16,-2-5 0 0,6 3 0 0,0-4 1 15,1-1-7-15,5-4 0 0,-2 1 0 0,3-3 0 16,1-6-1-16,6 3 1 0,-3-3 0 0,1-4 0 0,3 0-2 15,-3-2 0-15,3-4 0 0,-5 0 1 0,-2 0-1 16,-1-2 0-16,1-4 0 0,-4-1 1 0,-2 3-2 16,1-2 1-16,-5-6 0 0,-4 1 0 0,-2-1-1 0,-4 2 1 15,-8-3-1-15,-2 5 1 0,-7-4 9 0,-3 1 1 16,-2 3 0-16,-5 0 0 0,-3-2-1 0,-5 3 1 16,-1-1 0-16,-1 2 0 0,-2 8 4 0,1-2 1 15,1 4-1-15,6 2 1 0,-3 2-1 0,3 7 1 16,5-3-1-16,1 2 1 0,7 2-3 0,2 3 0 15,4-3 0-15,5 3 1 0,5-3-1 0,4 2 0 16</inkml:trace>
  <inkml:trace contextRef="#ctx0" brushRef="#br0" timeOffset="23097.14">13345 13957 164 0,'0'0'0'0,"0"0"0"15,-12 0 0-15,4 0 203 0,-2 2 0 0,2-2 0 0,-5 2 0 0,-3 2-1 0,2 0 1 0,-3 2 0 0,3 0 0 0,-2 1-155 16,-2 3 0-16,1 2 0 0,1 0 0 0,6 5-1 15,-2 1 1-15,-3 3 0 0,7 1 0 0,0 3-24 16,4 2 1-16,0-5-1 0,8 3 1 0,4-3-1 16,2 1 1-16,7-7-1 0,1 1 1 0,10-1-14 0,7-4 1 15,4-3-1-15,-1-5 1 0,9 0-1 0,4-6 1 16,-2-2-1-16,2-5 1 0,-4-1-7 0,-3-4 1 16,-1-3 0-16,-6-1 0 0,-9 2-1 0,-3-3 1 15,-9-1-1-15,-4-3 1 0,-10 5-6 0,-6-3 1 16,-6 1 0-16,-6-3 0 0,-5 5-1 0,-5-3 1 15,-9 3-1-15,-3 1 1 0,-7 3-1 0,-2 4 1 16,-4 3 0-16,-6 5 0 0,-24 11-1 0,81-9-1884 0</inkml:trace>
  <inkml:trace contextRef="#ctx0" brushRef="#br0" timeOffset="24930.3">16518 14810 200 0,'0'0'0'0,"0"0"0"0,0 0 0 0,0 0 219 0,-8-6 0 0,6 4 0 0,2 0 0 0,-4 0-1 0,4 2 1 0,0-2 0 16,0 4 0-16,0 0-186 0,4 0 0 0,-4 2 0 0,6 2 1 15,2 4-1-15,0 5 0 0,0 1 0 16,5 3 0-16,-1 3-23 0,2 7 0 0,2 2 0 16,3 1 1-16,-5 3-1 0,6 0 0 0,-3-4 0 0,-5 0 1 15,2-5-11-15,-2 1 0 0,-6-7 0 0,1-3 0 16,-5-3 0-16,-2-3 0 0,-5-3 0 0,-1-4 0 15,-2-4 3-15,0-2 1 0,-4 0 0 0,-2-6 0 16,1-3-1-16,-5-1 1 0,2-7 0 0,0 3 0 16,1-4-15-16,-1-1 0 0,4 1 0 0,2-3 0 0,1-2 0 15,1 5 0-15,2-1 0 0,4 1 0 0,2-1 9 16,2 5 1-16,4-3-1 0,2 3 1 0,7 0-1 16,1 1 1-16,4 3 0 0,-1 2 0 0,7 2 0 0,3 3 0 15,1 3 0-15,1 2 0 0,3 2 0 0,5 5 0 16</inkml:trace>
  <inkml:trace contextRef="#ctx0" brushRef="#br0" timeOffset="25264.02">17290 14857 320 0,'0'0'0'0,"0"0"0"0,0 0 0 0,0 0 199 0,0 0 1 0,10-8-1 0,-2 8 1 0,0-4-1 0,-2 2 1 0,6 0-1 0,0 2 1 0,5 0-168 15,1 0 0-15,-2 2 0 0,7 0 1 0,-1 2-1 16,3-4 0-16</inkml:trace>
  <inkml:trace contextRef="#ctx0" brushRef="#br0" timeOffset="25463.62">17210 15013 480 0,'0'0'0'0,"0"0"0"15,0 0 0-15,0 0 112 0,0 0 0 0,0 0 0 16,12 4 0-16,-4-6-1 0,5 2 1 0,1-2 0 15,2 2 0-15,5-2-90 0,5 0 0 0,9 0 0 16,-1 0 1-16,9 0-1 0,0 0 0 0</inkml:trace>
  <inkml:trace contextRef="#ctx0" brushRef="#br0" timeOffset="26847.7">18313 14720 128 0,'0'0'0'0,"0"0"0"0,-12-4 0 0,6 2 111 0,-4-5 1 0,0 3 0 0,1-2 0 0,-5 0-1 0,2 2 1 0,-4 0 0 15,-1 0 0-15,3 2-79 0,0 2 0 0,-2 0 0 16,3 4 1-16,-5 2-1 0,6 0 0 0,-2 4 0 0,3 3 1 15,1 5-7-15,2 1 0 0,-2 3 0 0,6-1 0 16,0 5-1-16,6 5 1 0,0-4 0 0,8-1 0 16,-2 5-7-16,9-6 1 0,5-1-1 0,0-1 1 0,7-7-1 15,1-3 0-15,9-7 0 0,0-4 1 0,-1-4-27 16,-3-2 1-16,4-4-1 0,-1-3 1 0,-13-3-1 16,-1-3 1-16,-8 1 0 0,-3-4 0 0,-7 3 13 15,-4-5 1-15,-6 1 0 0,-4 1 0 0,-5 1-1 16,-1 1 1-16,-2-3-1 0,2 3 1 0,-3 1-2 0,-5 5 0 15,2 2 0-15,-3 2 1 0,3 5-1 16,-5 1 0-16,1 2 0 0,-1 5 1 0,-1-1 7 0,4 0 0 16</inkml:trace>
  <inkml:trace contextRef="#ctx0" brushRef="#br0" timeOffset="27014.18">18812 14872 352 0,'0'0'0'0,"0"0"0"15,0 0 0-15,-4 8 150 0,4-4 0 0,-4-4 0 16,4 2 0-16,0-2-150 0,0 0-714 0</inkml:trace>
  <inkml:trace contextRef="#ctx0" brushRef="#br0" timeOffset="27447.02">19258 14662 120 0,'0'0'0'0,"-9"2"0"0,5-2 0 0,0 0 87 0,-8 2 1 15,2-2 0-15,-2 2 0 0,0 1-1 0,-1 3 1 16,1-4 0-16,2 2 0 0,-2 2-74 0,2 2 1 16,-1 2 0-16,5-1 0 0,2 5-1 0,0 2 1 15,4 3-1-15,0-7 1 0,0 7-4 0,8-5 1 16,6 2 0-16,3 1 0 0,1-5-1 0,7-2 1 15,3 1 0-15,5-3 0 0,3-4 19 0,3 0 0 0,0-4 0 16,-5-2 0-16,1 0 0 0,-1-2 0 0,-7-6 0 16,-1 1 0-16,1-3-43 0,-7-2 0 0,-2-3 0 15,-5-1 1-15,-7-3-1 0,-4 3 1 0,-6-3-1 16,-2 1 1-16,-5 3 27 0,-3-1 0 0,-8 2 0 16,-3 1 1-16,-1 3-1 0,-5 2 0 0,-1 1 0 15,-1 3 1-15,1 4 11 0,1-2 0 0,1 4 0 16,1 0 0-16,1 4-1 0,7 0 1 0,5 0 0 15,2 1 0-15,14-5-28 0,0 0-1156 0</inkml:trace>
  <inkml:trace contextRef="#ctx0" brushRef="#br0" timeOffset="28096.26">20239 14525 240 0,'0'0'0'0,"0"0"0"0,0 0 0 0,0 0 177 0,0 0 0 0,-9-12 0 0,5 10 1 0,0-3-1 0,0 3 0 0,-2-6 0 0,0 4 0 16,0 0-152-16,-2 2 0 0,-2 0 0 0,-1 0 1 15,5 0-1-15,-6 4 0 0,2 0 0 0,0 2 1 16,0 0-10-16,-5 4 1 0,1 0 0 0,4 1 0 16,-6 1-1-16,3 4 1 0,3 3 0 0,2 1 0 15,-4 3-11-15,2 1 0 0,6-1 0 0,0 1 0 0,0 1-1 16,8-5 1-16,4 3 0 0,4-3 0 0,2-1-1 15,2-1 0-15,7 1 0 0,1-1 1 0,7 0-1 16,1 1 0-16,1-1 0 0,-3-4 1 0,3 3-6 0,0-5 1 16,-5 0-1-16,-1 1 1 0,-3-3-1 0,-2-4 1 15,-3 0-1-15,-3 2 1 0,-6-6 0 0,-2-4 0 16,0 0 0-16,-4-4 0 0,-4 0 0 0,-4-1 0 16,-2-1 0-16,-4 0 0 0,0-5 16 0,-8 5 0 15,-3 0 0-15,-7 0 0 0,1 2-1 0,-3 1 1 16,-1 5 0-16,-3-2 0 0,-1 2-1 0,2 2 1 15,5 0 0-15,0 6 0 0,-1-6-1 0,7 2 1 0,3 2-1 16,7 1 1-16,0 1 3 0,4 4 0 0</inkml:trace>
  <inkml:trace contextRef="#ctx0" brushRef="#br0" timeOffset="32997.03">16801 15874 68 0,'0'0'0'0,"0"0"0"0,0 0 0 0,0 0 63 0,0 0 1 0,0 0-1 0,-6-8 1 0,4 6-1 0,0 0 0 0,2 0 0 15,0 0 1-15,0 0-18 0,0-2 1 0,2 2-1 16,-2-2 1-16,2 0-1 0,0-2 0 0,-2 6 0 16,4-5 1-16,-4 1 11 0,4 2 0 0,-4 0 0 15,4 0 0-15,-4 4 0 0,0 0 0 0,0-2 0 16,0 4 0-16,4 0-9 0,-8-1 0 0,4 5 0 16,0 2 1-16,0 0-1 0,0 3 0 0,0-1 0 15,0 2 1-15,0-1-67 0,0-3 1 0,0 2 0 0,0-2 0 16,0 3-1-16,-4-9 1 0,4 2 0 15,0-4 0-15,0-2 47 0,0-2 1 0,0 0 0 0,4-6 0 16,-4-1-1-16,4-1 1 0,0-2-1 0,0-2 1 16,-4 14-16-16,0 0 0 0,27-54 0 0,-19 36 1 15,4 3-1-15,2 1 0 0,1-2 0 0,-1 1 0 16,0 3 3-16,2 2 1 0,3 1-1 0,-5 3 1 16,2 2-1-16,-3 2 1 0,3 2-1 0,2 4 1 0,-6-2 1 15,1 7 1-15,1 1 0 0,-6 4 0 0,0 0-1 16,0 3 1-16,2-3 0 0,-1 3 0 0,-9 3-4 15,4 1 0-15,-4-1 0 0,0-1 0 0,0-3-1 16,-4 3 1-16,-1-3 0 0,1-2 0 0,0-1-4 0,0-3 1 16,0-2-1-16,-2 2 1 0,2-1-1 0,0-1 0 15</inkml:trace>
  <inkml:trace contextRef="#ctx0" brushRef="#br0" timeOffset="33330.47">17463 15805 308 0,'0'0'0'0,"0"0"0"0,0 0 0 0,0 0 211 0,0 0 0 0,0 0 0 0,0 0 1 0,0 0-1 0,0 0 0 0,10-2 0 0,-2 2 1 0,2-2-153 15,4 2 1-15,0 0-1 0,3-2 1 0,1 4-1 16,2-2 0-16,1 0 0 0,1 0 1 0,-1 0-51 15,1 2 0-15</inkml:trace>
  <inkml:trace contextRef="#ctx0" brushRef="#br0" timeOffset="33517.11">17548 15922 216 0,'0'0'0'16,"0"0"0"-16,-8 2 0 0,4-2 153 0,4 0 1 0,-4 0 0 15,4 0 0-15,0 0-1 0,0 0 1 16,4 2-1-16,0-2 1 0,4 0-129 0,-2 4 1 0,6-4-1 16,5 0 1-16,-5 2-1 0,10 0 1 0,-4-2-1 15,3 0 1-15,1 0-9 0,5-2 0 0,1 0 0 16,3 2 1-16,42 0-18 0,-73 0-1289 0</inkml:trace>
  <inkml:trace contextRef="#ctx0" brushRef="#br0" timeOffset="34281.58">18209 15715 180 0,'0'0'0'0,"0"0"0"0,0 0 0 0,-2-9 118 0,2 5 1 0,0-2-1 0,2-2 1 0,-2 0-1 0,2 1 1 0,3-1-1 0,1 2 1 15,4-2-101-15,0-2 1 0,4 1-1 0,0-1 1 16,7 2-1-16,1-2 0 0,-3 2 0 0,5-1 1 16,-2 5 0-16,1 2 0 0,1 2 0 0,-1 2 1 15,-3 2-1-15,-2 5 0 0,3 3 0 0,-3-4 1 16,-2 6-24-16,-2 3 1 0,1-3 0 0,-5 5 0 0,-6 1 0 15,4 3 0-15,-6-1 0 0,-2-3 0 0,-4 1 10 16,-2-1 0-16,-2 1 0 0,-6-5 1 0,-3 3-1 16,1-2 0-16,-2-1 0 0,-7-1 0 0,3-2-17 15,1-1 0-15,-1-1 0 0,0 0 1 0,5-4-1 0,-3 1 1 16,6-3-1-16,-4-4 1 0,7 0-5 0,5 0 1 16,-2-4-1-16,8-1 1 0,0 1-1 0,0 0 1 15,4-2 0-15,0-2 0 0,2 2 9 0,5 2 1 16,3-5 0-16,-2 5 0 0,0-2-1 0,2 4 1 15,1-4 0-15,1 4 0 0,4 0 0 0,-3 2 1 16,-3 0-1-16,4 4 1 0,3 2-1 0,-1-4 1 16,2 2 0-16,-3 2 0 0,5 1 11 0,2-1 1 0,1-4-1 15,1 2 1-15,5 0-1 0,-5 0 1 0,3-2-1 16,-3 0 1-16,-1 0-1 0,-5 2 1 0,-3-2-1 16,-1 0 1-16,-4 3-1 0,-2-1 1 0</inkml:trace>
  <inkml:trace contextRef="#ctx0" brushRef="#br0" timeOffset="41462.18">19984 15358 20 0,'0'0'0'0,"0"0"0"0,0 0 0 0,0 0 29 0,0 0 1 0,0-9 0 0,0 7 0 0,0 2-1 0,0-4 1 0,0 2 0 0,0 2 0 0,0-2-31 0,0 2 1 16,2-2-1-16,-2 2 1 0,0-2-1 0,2 4 1 15,-2-2 0-15,2 2 0 0,-2 0 25 0,2 4 0 16,-2-4 0-16,0 5 0 0,-2 3 0 0,0 2 0 16,-2 5 0-16,0 1 0 0,0 5 28 0,0-1 0 15,0 5 0-15,-4 2 0 0,0 3 0 0,-3 3 0 16,3-2 0-16,0 2 0 0,-4-2-88 0,6-3 1 16,-4 1-1-16,4-4 1 0,-3 2-1 0,1-1 1 0,0-3 0 15,2-3 0-15,2 3 75 0,-4-11 0 0,4 3 0 16,0-7 0-16,0 2 0 0,0-1 0 0,4-3 0 15,-2-4 0-15,-1 0-31 0,1 0 0 0,0 0 0 16,0-4 1-16,2 0-1 0,0 0 0 0,0 0 0 16,0-4 0-16,0 2 14 0,2 0 0 0,-2-4 0 15,0 0 1-15,2 0-1 0,0-5 0 0,3 1 0 0,-1 0 1 16,0-2 15-16,4-3 1 0,-4 1-1 0,2-1 1 16,2-1-1-16,-2 2 0 0,4-3 0 0,-1 1 1 15,-3-5-5-15,4 3 1 0,0 2 0 0,2 1 0 16,-2 1-1-16,3-3 1 0,3 3-1 0,-6 2 1 15,2 1-6-15,5 3 0 0,-5 4 0 0,2 2 0 16,-2 0-1-16,-2 0 1 0,3 2 0 0,-1 4 0 16,-2-2-6-16,0 6 0 0,0-1 0 0,-1 3 0 0,-1 4 0 15,-2 1 0-15,-2 1 0 0,-2 0 0 0,0-1-7 16,-2 3 0-16,0 1 0 0,0-1 0 0,-2 1-1 16,0-5 1-16,-2 4 0 0,0-1 0 0,2-1-7 15,-2-4 1-15,-5-1 0 0,5-1 0 0,-2 0-1 0,0-2 1 16,0 1-1-16,2-5 1 0,0 2-4 0,0-2 0 15,4 0 0-15,0-2 1 0,0 0-1 0,0-2 0 16,4 0 0-16,2 0 1 0,-6 0-9 0,0 0-1929 0</inkml:trace>
  <inkml:trace contextRef="#ctx0" brushRef="#br0" timeOffset="42697.11">20524 15604 248 0,'0'0'0'0,"0"0"0"0,0 0 0 0,0 0 179 0,0 0 0 0,0 0 0 0,0 0 1 0,0 0-1 0,0 0 0 15,0 0 0-15,0 0 0 0,0 0-130 0,0 0 1 16,0 0-1-16,16-2 1 0,-6 4-1 0,4 2 0 16,0-4 0-16,5 2 1 0,1 0-49 0,1 2 1 15,1 0 0-15,-4 0 0 0,3 2-1 0,-3 3 1 0,2-7-1 16,1 2 1-16,-3 0-17 0,0 0 1 0,-2 0 0 15,3-2 0-15,-19-2 14 0,0 0-1524 0</inkml:trace>
  <inkml:trace contextRef="#ctx0" brushRef="#br0" timeOffset="43329.16">20715 15799 132 0,'0'0'0'0,"0"0"0"0,0 0 0 0,0 0 92 0,0 0 0 0,0 0 0 0,12 0 1 0,-6 0-1 0,2 0 0 0,-2-2 0 0,7 2 0 0,-1 0-63 15,2-3 0-15,4 1 0 0,1 0 1 0,-1 0-1 16,0 0 0-16,3 0 0 0,-1 2 1 0,2 0-11 0,-1 0 1 15</inkml:trace>
  <inkml:trace contextRef="#ctx0" brushRef="#br0" timeOffset="47531.09">21924 15064 156 0,'0'0'0'0,"0"0"0"0,0 0 0 0,0 0 59 0,0 0 1 0,0 0 0 0,0 0 0 0,0 0-1 0,0 0 1 0,0 0 0 0,0 0 0 15,0 0-4-15,0 0 1 0,0 0 0 0,0 0 0 16,0 0-1-16,0 9 1 0,0-5-1 0,4 2 1 0,-4 4-20 16,0 0 1-16,0 1 0 0,0-1 0 0,0 2-1 15,0 2 1-15,-4 3-1 0,0-1 1 0,0-1 5 16,0 1 0-16,0-2 0 0,-1-3 0 0,1 3 0 16,2 0 0-16,-2-3 0 0,0 1 0 0,4-12-43 15,0 0-1299-15</inkml:trace>
  <inkml:trace contextRef="#ctx0" brushRef="#br0" timeOffset="47879.7">21645 15382 280 0,'0'0'0'0,"0"0"0"0,0 0 0 15,0 0 126-15,0 0 1 0,0 0-1 0,0 0 1 16,0 0-1-16,12 2 1 0,-8-2-1 0,4 0 1 15,5 0-87-15,1 2 1 0,0 0 0 0,4 0 0 16,3 3-1-16,-3-5 1 0,2 4-1 0,5-2 1 16,-5 2-7-16,3 0 1 0,-3-2 0 0,-2 0 0 15,3 0-1-15,1 0 1 0,-4 0-1 0,3 0 1 0,-5 0-25 16,2 0 0-16</inkml:trace>
  <inkml:trace contextRef="#ctx0" brushRef="#br0" timeOffset="48730.09">21863 15571 112 0,'0'0'0'0,"0"0"0"0,0 0 0 0,0 0 91 0,0 0 1 0,0 0 0 0,-8 0 0 0,4 0-1 0,-1 0 1 0,3-2 0 0,-2 2 0 0,2 0-68 0,0 0 0 16,0-2 0-16,0 2 1 0,2-2-1 0,0 0 0 15,0 2 0-15,2-2 0 0,0 2-7 0,4-2 0 16,-2 0 0-16,5 0 0 0,-5-1-1 0,4 1 1 16,0 2 0-16,2 0 0 0,-2-4-11 0,2 4 1 15,1-2 0-15,-3 4 0 0,2-2-1 0,-4 0 1 0,2 4-1 16,-2-4 1-16,-2 0-7 0,0 5 0 0,3-3 0 15,-7 0 0-15,4 2 0 0,0 0 0 0,-2 0 0 16,-2 6 0-16,0-2 1 0,0 3 1 0,-2-1-1 16,-2 2 1-16,0 5-1 0,-1-3 1 0,-1 2-1 15,-4-1 1-15,0-1 2 0,2 3 1 0,-6-3-1 16,-1 0 1-16,5-4-1 0,-6 3 1 0,2-3-1 16,-1 0 1-16,-1-2 2 0,4-3 0 0,-2-1 0 15,3 0 0-15,1 0 0 0,2-4 0 0,0 0 0 16,4-6 0-16,2 2 5 0,2 0 1 0,0-1-1 0,0-3 1 15,2 2-1-15,0 0 0 0,2 0 0 0,2 0 1 16,-2 2-3-16,2 1 1 0,-2-3 0 0,3 4 0 16,-1 0-1-16,0 0 1 0,0 0-1 0,2 0 1 15,0 0 0-15,0 0 0 0,0 2 0 0,3 0 0 16,-5 0-1-16,2 2 1 0,2-2 0 0,4 2 0 0,-8 0-1 16,5 2 1-16,1 0 0 0,2-2 0 0,-4 2-1 15,4 5 1-15,1-3-1 0,-5 0 1 0,2 4 1 16,0-6 0-16,-2 5 0 0,1-5 0 0,3 2 0 15,-6 2 0-15,4-6 0 0,2 2 0 0,-5-4-6 0,3 2 1 16,-4-2-1-16,2 0 1 0,0-2-1 0,-2 2 0 16,1-2 0-16,-1 0 1 0,-8 2-7 0,0 0-1376 0</inkml:trace>
  <inkml:trace contextRef="#ctx0" brushRef="#br0" timeOffset="50498.87">21494 16039 4 0,'0'0'0'0,"0"0"0"0,0 0 0 0,0 0 0 0,0 0-3 0</inkml:trace>
  <inkml:trace contextRef="#ctx0" brushRef="#br0" timeOffset="50764.31">21425 16030 16 0,'0'0'0'0,"0"0"0"0,0 0 0 16,0 0 115-16,-10-4 1 0,8 4-1 0,-2-2 1 0,0 0-1 15,0 2 0-15,0-2 0 0,2 0 1 0,-2 2-115 16,-1 0 1-16,-1-4 0 0,4 4 0 0,0 0-1 16,0 0 1-16,0-2 0 0,4 2 0 0,-2 0 1 0,0 0 0 15,2 0 0-15,0 0 0 0,2 0 0 0,5 0 0 16,-3 0 0-16,4 0 0 0,2 0 4 0,2 0 1 16,3-2-1-16,5 2 1 0,-4-2-1 0,3 0 1 15,5 0-1-15,3 0 1 0,5 0-6 0,3 0 1 16,8-3-1-16,-1 3 1 0,7-2-1 0,0-2 1 15,10 2-1-15,-2 0 1 0,6 0-2 0,-6 2 0 16,4-2 0-16,-4 2 0 0,-6 2-1 0,-4 2 1 0,-2 0 0 16,-6 0 0-16,-5 2 17 0,-5-2 1 0,-3 2-1 15,1 0 1-15,-15 2-1 0,-4-4 1 0,-4 4-1 16,-1-1 1-16,-5-1 7 0,0 0 0 0</inkml:trace>
  <inkml:trace contextRef="#ctx0" brushRef="#br0" timeOffset="53078.88">21950 16231 148 0,'0'0'0'0,"0"0"0"0,0 0 0 0,0 0 216 0,0 0 1 0,0 0-1 0,0 0 1 0,0 0-1 0,-8-4 1 0,6 2-1 16,0 0 1-16,4 0-233 0,-2 2 0 0,0-4 0 16,2-2 1-16,0 2-1 0,2 0 0 0,2 0 0 15,2-1 1-15,1 1 11 0,1 0 0 0,0 0 0 16,0 0 0-16,2 0 0 0,-4 2 0 0,1 0 0 0,1 0 0 16,-2 0-7-16,0 2 0 0,-2 2 0 0,0-2 0 15,0 2 0-15,-2 0 0 0,5-2 0 0,-5 2 0 16,-2 2 13-16,2 0 1 0,-2 0-1 0,0 0 1 15,0 2-1-15,-4 3 0 0,0 1 0 0,0 0 1 16,-2 0-4-16,0 5 0 0,2-1 0 0,-7 1 1 0,-3-1-1 16,2 2 0-16,2-3 0 0,-4 1 1 0,0-2 1 15,1-1 0-15,-5-1 0 0,2 0 0 0,-2 0-1 16,-3-2 1-16,3-1 0 0,-2-1 0 0,1-2 3 0,1 0 0 16,0-2 0-16,6-2 0 0,-3-2 0 15,9 0 0-15,0-2 0 0,6-2 0 0,0 2 5 0,6-1 1 16,1 1-1-16,-1-4 1 0,4 4-1 0,2 0 0 15,-2-2 0-15,3 2 1 0,1 4 5 0,0-6 1 16,3 4-1-16,-5-1 1 0,2 1-1 0,0 2 1 16,-3 0-1-16,1 5 1 0,0-1 7 0,-2 0 1 15,0-2-1-15,1 2 1 0,-1 4-1 0,-2-2 1 16,2 4-1-16,-4-1 1 0,3-1-4 0,1 2 0 16,-8-4 0-16,6 3 0 0,0-1-1 0,-2 0 1 0,3-4 0 15,-3 2 0-15,0 0-4 0,0-2 1 0,2 3 0 16,-2-3 0-16,2 0-1 0,1 0 1 0,-1-2 0 15,-2 2 0-15,-8-4-17 0,0 0-1775 0</inkml:trace>
  <inkml:trace contextRef="#ctx0" brushRef="#br0" timeOffset="53729.94">22976 15704 248 0,'0'0'0'0,"0"0"0"0,0 0 0 0,0 0 173 0,0 0 0 0,0 0 0 0,0-8 1 0,0 8-1 0,2-4 0 0,0 4 0 0,0-2 0 0,2 2-149 0,4 0 1 16,0 0 0-16,3 0 0 0,1-2-1 15,2 2 1-15,0 2 0 0,5-2 0 0,-1 0-8 0,2 0 1 16,1 2 0-16,-1 2 0 0,0-4-1 0,1 0 1 16</inkml:trace>
  <inkml:trace contextRef="#ctx0" brushRef="#br0" timeOffset="53945.54">23072 15838 92 0,'0'0'0'0,"0"0"0"15,-11-2 0-15,7 2 139 0,0 0 1 0,0 2 0 16,0-2 0-16,0 0-1 0,0 4 1 0,2-4 0 16,0 0 0-16,2 0-106 0,0 2 0 0,0-4 0 15,2 2 0-15,2 2-1 0,2-4 1 0,2 4 0 0,5-4 0 16,-1 4-6-16,0-4 0 0,8 4 0 0,1-4 0 15,30 2-28-15,-51 0-1195 0</inkml:trace>
  <inkml:trace contextRef="#ctx0" brushRef="#br0" timeOffset="55048.71">23635 15321 120 0,'0'0'0'0,"0"0"0"0,0 0 0 0,-2-8 152 0,0 1 1 0,2 3-1 0,0-2 1 0,0 0-1 0,0-2 0 0,2 0 0 0,-2-1 1 16,2 3-131-16,3-6 1 0,1 0 0 0,0 1 0 15,2 3-1-15,0-2 1 0,-2 2 0 0,4-1 0 16,-2 1-1-16,3 4 1 0,-5-2 0 0,0 2 0 16,0 2-1-16,-2 0 1 0,0 0-1 0,0 0 1 0,0 4-10 15,-4 0 1-15,4 2-1 0,-8 4 1 0,4 2-1 16,-6 7 0-16,2-3 0 0,-2 5 1 16,-2 5-15-16,2 3 1 0,-2 4 0 0,-5 3 0 0,5 7 0 15,0-2 0-15,2 0 0 0,2-2 0 0,-4-2 0 16,2-4 1-16,0 0-1 0,1-3 1 0,1-5-1 15,-2-2 1-15,2-1-1 0,0-6 1 0,-2 3-1 16,4-9 0-16,-4 2 0 0,2-2 1 0,0-5-1 0,0 1 0 16,4 0 0-16,-4-4 1 0,4 0 16 0,-4-2 1 15,4-2 0-15,0-5 0 0,4 3-1 0,-4-2 1 16,6-4-1-16,2-3 1 0,0 3 0 0,-2-4 1 16,4 1-1-16,2 3 1 0,3-2-1 0,1-1 1 15,-4 3-1-15,2 2 1 0,3 1 2 0,-1 1 1 16,0 0 0-16,1 4 0 0,-1 2-1 0,2-2 1 0,-2 2 0 15,1 0 0-15,-3 4-4 0,2 0 1 0,-4 2 0 16,1-2 0-16,-3 6-1 0,0 0 1 0,-2 3-1 16,0-1 1-16,-2 0-3 0,1 0 0 0,-3 1 0 15,-4 1 1-15,2 0-1 0,-4-1 0 0,2 1 0 16,-4 2 0-16,-1 1-3 0,1-3 1 0,0 0 0 16,0 0 0-16,0-3-1 0,0 1 1 0,2-2 0 15,4 0 0-15,-2-8-14 0,0 0-1999 0</inkml:trace>
  <inkml:trace contextRef="#ctx0" brushRef="#br0" timeOffset="55646.62">24215 15487 244 0,'0'0'0'0,"0"0"0"0,0 0 0 0,0 0 179 0,0 0 1 0,0 0 0 0,0 0 0 0,0 0-1 0,9-4 1 0,-5 4-1 0,0-2 1 0,4 0-169 0,0 2 0 16,-2-2 0-16,2 0 1 0,0 2-1 0,1-3 0 16,1 3 0-16,2-2 1 0,0 2-4 0,2 0 0 15,-1 0 0-15,3 0 0 0,-4 0 0 0,4 0 0 16,-1 0 0-16,-1 0 0 0,-14 0-8 0,0 0-1377 0</inkml:trace>
  <inkml:trace contextRef="#ctx0" brushRef="#br0" timeOffset="56081.23">24331 15604 276 0,'0'0'0'0,"0"0"0"0,0 0 0 0,0 0 103 0,0 0 1 0,0 0-1 0,0 0 1 0,0 0-1 0,0 0 1 16,0 0-1-16,0 0 1 0,11 4-63 0,-1-4 1 15,-2 0-1-15,4 0 1 0,7 2-1 0,-5-2 0 16,6 2 0-16,0-2 1 0,7 0-16 0,-5 2 1 15,5-4 0-15,-3 2 0 0,43-2-27 0,-67 2-1157 0</inkml:trace>
  <inkml:trace contextRef="#ctx0" brushRef="#br0" timeOffset="56715.89">25241 15097 60 0,'0'0'0'0,"0"0"0"0,0 0 0 0,4-8 141 0,-4 6 0 0,2 2 0 0,-2-4 0 0,2-2-1 0,-2 4 1 0,0-3 0 0,2 3 0 15,-2 0-121-15,0 0 0 0,0-2 0 0,2 2 0 16,1 0 0-16,-1 2 0 0,0-4 0 0,0 8 0 16,0-4-12-16,0 0 1 0,0 0-1 0,-2 4 1 15,2 0-1-15,-2 0 0 0,0 5 0 0,0 1 1 16,-2-2-6-16,2 4 1 0,0 3 0 0,0-3 0 0,0 4-1 15,2 1 1-15,0-1 0 0,0 3 0 0,0-3-4 16,2-1 0-16,-4 1 0 0,0 0 0 0,0-16 0 16,0 0-1083-16</inkml:trace>
  <inkml:trace contextRef="#ctx0" brushRef="#br0" timeOffset="57062.27">24960 15397 448 0,'0'0'0'0,"0"0"0"16,0 0 0-16,0 0 95 0,0 0 0 0,11 0 0 0,-5 0 1 15,4 0-1-15,2 0 0 0,4-2 0 0,5 2 1 16,1 0-54-16,3 0 1 0,3 0 0 0,5-3 0 16,3 3-1-16,1 3 1 0,2-3 0 0,1 0 0 15,-1 2-16-15,2-2 0 0,-3 4 0 0,1 0 0 0,-7-4-1 16,1 0 1-16</inkml:trace>
  <inkml:trace contextRef="#ctx0" brushRef="#br0" timeOffset="57662.83">25091 15575 232 0,'0'0'0'0,"0"0"0"16,0 0 0-16,0 0 122 0,0 0 0 0,0 0 0 15,-4-6 1-15,4 6-1 0,0-2 0 0,0 0 0 16,0 2 1-16,0 0-79 0,4 0 0 0,-4-2 0 16,0 4 1-16,-4-2-1 0,4 0 0 0,0 2 0 0,-4 0 1 15,1 0-11-15,-1 2 1 0,2 2-1 16,-2 0 1-16,2 3-1 0,0-1 0 0,2-2 0 0,-4 2 1 16,2 0-13-16,-2-2 0 0,2 3 0 0,0-3 1 15,2 2-1-15,0-4 0 0,0 2 0 0,0 2 0 16,0-1-26-16,0 1 1 0,0 0-1 0,2 0 1 15,2-2-1-15,2 1 1 0,-2 3-1 0,0-6 1 0,4 4 10 16,-1-2 1-16,1-2 0 0,0 3 0 0,2-3-1 16,2 0 1-16,-2 0-1 0,3-2 1 0,-1-4 7 0,2 0 1 15,0 0 0-15,1-2 0 0,-1 0-1 16,4 1 1-16,0-3-1 0,1-2 1 0,1 0-2 0,-2 0 0 16,-1-3 0-16,-3 1 0 0,2 0 0 0,-1 0 0 15,-3 1 0-15,-4 1 0 0,0 2-1 0,0 2 1 16,-4 0 0-16,-2 0 0 0,0 2-1 0,0 0 1 15,-4 2 0-15,-2 2 0 0,0-2-1 0,0 4 0 16,0 0 0-16,0 0 1 0,-2 4-1 0,0 0 0 16,-2 3 0-16,1 1 1 0,-1 2-5 0,4 3 1 0,-6-1 0 15,4 1 0-15,2 1-1 0,0 1 1 16,2-1-1-16,4-4 1 0,0 1-1 0,0 1 0 0,0-2 0 16,4 1 1-16,0-5-1 0,4 0 0 0,-4-1 0 15,1-3 0-15,-7-6-9 0,0 0-1989 0</inkml:trace>
  <inkml:trace contextRef="#ctx0" brushRef="#br0" timeOffset="59246.25">26143 15042 116 0,'0'0'0'0,"0"0"0"0,0 0 0 0,-8-2 222 0,4 2 0 0,4 0 0 0,-4 2 1 0,0-2-1 0,-1 0 0 16,1 0 0-16,-2 4 0 0,0 0-166 0,0 4 1 15,-2 2-1-15,-2 5 1 0,0-1-1 0,-1 9 1 0,-1 1-1 16,-4 7 1-16,2 8-40 0,-7 2 1 0,5 6-1 15,0-2 1-15,6 3-1 0,1-3 1 0,7-2-1 16,4-2 1-16,5-4-13 0,1-5 0 0,6-1 0 16,2-2 1-16,0-6-1 0,5-1 0 0,-1-1 0 15,1-5 0-15,-21-16-5 0,0 0-1895 0</inkml:trace>
  <inkml:trace contextRef="#ctx0" brushRef="#br0" timeOffset="59663.55">26479 15259 104 0,'0'0'0'0,"0"0"0"0,0 0 0 0,0 0 175 0,-8-4 0 15,6 4 0-15,2-2 0 0,-3 2 0 0,1 0 0 16,-2 2 0-16,2-2 0 0,-2 4-134 0,2-4 1 16,-2 2 0-16,0 2 0 0,-2 0-1 0,0 1 1 15,-2 3 0-15,0 2 0 0,-1 0-9 0,-1 1 0 16,2 5 0-16,0 2 1 0,0-3-1 0,0 5 0 16,2-1 0-16,2 1 0 0,-1 1-14 0,3-1 1 0,2-1-1 15,2-3 1-15,7 1-1 0,-5-1 0 0,4-2 0 16,4-3 1-16,2-3-23 0,-2-4 0 0,7-2 0 15,-1-4 1-15,2-2-1 0,1-4 1 0,-3-3-1 16,0-3 1-16,1 0 6 0,-3-5 1 0,-2 1 0 16,1-5 0-16,-9-2-1 0,2-1 1 0,-6 1-1 15,-2 3 1-15,-2-3 0 0,0 5 0 0,-2 1 0 16,-4 3 0-16,-1 1 0 0,1 1 0 0,-2 2 0 16,2 3 0-16,0 3 5 0,0 2 0 0,-2 4 0 15,3 0 1-15,1 0-1 0,0 2 0 0</inkml:trace>
  <inkml:trace contextRef="#ctx0" brushRef="#br0" timeOffset="59846.6">26884 15458 388 0,'0'0'0'0,"0"0"0"0,0 0 0 0,-8 0 180 0,6 0 1 16,-3 0 0-16,3 0 0 0,2 0-181 0,0 0-834 16</inkml:trace>
  <inkml:trace contextRef="#ctx0" brushRef="#br0" timeOffset="60528.99">27032 15222 204 0,'0'0'0'0,"0"0"0"0,0 0 0 0,0 0 196 0,0 0 1 0,0 0-1 0,0 0 1 0,10-4-1 0,-5 2 0 0,-1 0 0 16,4 0 1-16,0 2-182 0,2-2 0 0,2 2 0 16,3 0 1-16,-1-2-1 0,2 2 0 0,2 0 0 15,3 0 1-15,-3 0-15 0,2 2 0 0,3-2 0 16,-3 0 1-16,3 2-1 0,-3 0 0 0,-2 0 0 16,-2 0 0-16,-1 0-8 0,-1 2 0 0,-10 0 0 15,-2 1 0-15,-2-1 0 0,-4 0 0 0,2 0 0 16,-10 0 1-16,0 2 10 0,-3 2 1 0,-1 0 0 0,-2 1 0 15,-1 1-1-15,-1 0 1 0,0-2-1 0,-1 5 1 16,3 1-6-16,2-2 0 0,-1 3 0 0,7 1 1 16,0-2-1-16,2-1 0 0,4-1 0 0,0 0 1 15,4-1 1-15,2-1 0 0,4 2 0 0,0-4 0 0,2 1 0 16,4-5 0-16,3 0 0 0,-1 2 0 0,4-4 8 16,5-2 1-16,3-2 0 0,3 2 0 0,48-10-10 15,-77 10-1447-15</inkml:trace>
  <inkml:trace contextRef="#ctx0" brushRef="#br0" timeOffset="61046.58">27785 15171 80 0,'0'0'0'0,"0"0"0"0,0 0 0 0,0 0 214 0,0 0 1 0,0 0 0 0,0 0 0 0,2-10-1 0,-2 8 1 0,2 0 0 0,-2 0 0 0,2 0-174 0,-2-1 0 0,-2 1 0 0,2 0 0 16,-4 0-1-16,0 2 1 0,0-4 0 0,-2 4 0 15,-4-4-24-15,0 2 0 0,2 0 0 0,-7 0 1 16,1 2-1-16,4 2 0 0,-6-2 0 0,1 0 1 0,7 4-13 16,-4 0 0-16,2 0 0 0,4-2 0 0,2 2-1 15,2 3 1-15,2-1 0 0,2 2 0 0,0 2-2 16,4 0 1-16,2 3-1 0,0 1 1 0,0 1-1 15,2-1 0-15,1 2 0 0,-1 1 1 0,2 1-5 0,-8 1 1 16,6-3-1-16,-2 2 1 0,1-1-1 16,-1-1 1-16,-6-1-1 0,0-1 1 0,-4-2 0 0,0-1 1 15,-2-1-1-15,-7-2 1 0,1 0-1 0,0-4 1 16,-4 2-1-16,0 1 1 0,-1-3 10 0,-3-4 0 16,2 2 0-16,4-4 0 0,-1 2 0 0,3-2 0 15,2 0 0-15,-2-2 0 0,10 4-11 0,0 0-1813 0</inkml:trace>
  <inkml:trace contextRef="#ctx0" brushRef="#br0" timeOffset="65613.14">28109 15048 168 0,'0'0'0'0,"0"0"0"0,0 0 0 0,0 0 37 0,0-8 1 0,0 4 0 0,0 2 0 0,0-3-1 0,0 5 1 0,0-4-1 0,0-2 1 16,2 4-7-16,0-2 1 0,2 2 0 0,2-2 0 16,0 0-1-16,2 0 1 0,1 0 0 0,1 4 0 0,2-7 21 15,-4 5 1-15,2-2 0 0,-2 2 0 16,-1 0-1-16,-1 2 1 0,-4 4-1 0,2 2 1 0,-2 5 0 16,0-1 0-16,0 6 0 0,0-1 0 0,0 3 0 15,0 7 0-15,0-1 0 0,0 3 0 0,0 10-77 16,0-4 0-16,-2 2 0 0,-4 2 0 0,0 0 0 15,-4-3 0-15,-2 1 0 0,-1-2 1 0,-5-2 60 0,0-2 1 16,0-5-1-16,-3 1 1 0,-3-5-1 0,-3 1 1 16,1-5-1-16,-4 1 1 0,-19 5-39 0,47-22-1282 0</inkml:trace>
</inkml:ink>
</file>

<file path=ppt/ink/ink10.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6:27:20.040"/>
    </inkml:context>
    <inkml:brush xml:id="br0">
      <inkml:brushProperty name="width" value="0.05292" units="cm"/>
      <inkml:brushProperty name="height" value="0.05292" units="cm"/>
      <inkml:brushProperty name="color" value="#0070C0"/>
    </inkml:brush>
  </inkml:definitions>
  <inkml:trace contextRef="#ctx0" brushRef="#br0">3718 3304 292 0,'0'0'0'0,"0"0"0"0,0 0 0 0,0 0 110 0,0 0 0 0,0 0 0 0,0-9 1 0,0 5-1 0,0 0 0 0,4 0 0 0,-4 0 1 16,0 2-22-16,5 0 0 0,-5 0 0 0,0 2 0 0,4 2-1 15,-4 6 1-15,2 0 0 0,0 5 0 0,0 1-22 16,-2 9 0-16,4 3 0 0,-4 9 1 0,0 8-1 16,0 6 0-16,0 5 0 0,0-5 0 0,-4 2-25 0,2-2 0 15,0-5 0-15,0-3 1 0,2-7-1 0,-4-7 0 16</inkml:trace>
  <inkml:trace contextRef="#ctx0" brushRef="#br0" timeOffset="715.44">4429 3361 480 0,'0'0'0'0,"0"0"0"0,0 0 0 0,0 0 210 0,0 0 1 0,0 0-1 0,0 0 1 0,0 0-1 0,0 0 0 0,0 0 0 0,0 0 1 0,0 0-143 0,0 0 0 16,0 0 0-16,0 0 1 0,0 0-1 0,0 0 0 15,0 0 0-15,0 0 1 0,0 0-30 0,0 0 1 16,0 0-1-16,-6 0 1 0,6 0-1 0,-4 0 0 16,-1 0 0-16,-3 0 1 0,4 0-15 0,-4 0 0 15,-2 0 0-15,2-4 0 0,0 4-1 0,-5-4 1 16,5 0 0-16,-2 0 0 0,2 0-27 0,0 4 1 16,-4-7-1-16,6 3 1 0,-3 4-1 0,1-4 1 0,4 4-1 15,-6 0 1-15,6 0 4 0,-4 4 0 0,4-2 0 16,-4 7 0-16,4-5-1 0,-5 8 1 0,3-4 0 15,2 7 0-15,0-3 3 0,0 2 1 0,0-1-1 16,0 1 1-16,4 2-1 0,4-1 0 0,-4-3 0 16,8-2 1-16,-4 3 9 0,4-3 0 0,3 2 0 15,1-4 1-15,0-2-1 0,2 3 0 0,2 3 0 16,3-4 0-16,-3 7-2 0,2-7 1 0,3 4 0 16,1 7 0-16,-2-5-1 0,-1 6 1 0,1-5-1 15,-2 3 1-15,3 3-5 0,-3-3 1 0,-2 1-1 0,-3-3 1 16,1 2-1-16,-6-1 1 0,-4 1-1 0,-4-3 1 15,0 1-5-15,-4-4 1 0,0 3 0 0,-4-3 0 16,-2 2-1-16,-7-5 1 0,1-5 0 0,-2 0 0 16,1-4-5-16,-1-4 0 0,-2-4 0 0,1-3 1 0,-1-1-1 15,-2 0 0-15,1-3 0 0,3 3 0 16,2-2-1-16,-3 1 0 0,7-1 0 0,0 2 0 0,12 12-1 16,0 0-2768-16</inkml:trace>
  <inkml:trace contextRef="#ctx0" brushRef="#br0" timeOffset="1864.58">5180 3552 400 0,'0'0'0'0,"0"0"0"0,0 0 0 0,-12 0 147 0,1-4 0 0,3 0 0 0,-4 2 0 0,0-2-1 0,2 1 1 0,-3 1 0 16,1 2 0-16,-2 0-71 0,2 2 0 0,0 3 0 16,1 3 0-16,-1 0-1 0,0 4 1 0,2 3 0 15,2 3 0-15,4 3-19 0,-5 1 1 0,5 1-1 16,4-1 1-16,4 1-1 0,0-3 1 0,5 3-1 16,5-9 1-16,2 7-13 0,0-9 1 0,7 2 0 15,3-5 0-15,1-1-1 0,5-2 1 0,3-6 0 16,-1 0 0-16,-3 0-58 0,0-8 0 0,-3 2 0 0,3-7 0 15,-9 1 0-15,0-2 0 0,3-5 0 0,-7-3 1 16,-2-3 33-16,-3 2 0 0,-7-3 0 0,-2 3 1 16,-6-3-1-16,-2-1 0 0,-9 6 0 0,1-5 1 15,-2 3-20-15,-6 5 0 0,-3 1 0 0,-1 7 0 16,-7 2 0-16,1 0 0 0,-1 8 0 0,-3 0 0 16,5 4 3-16,-5 0 0 0,3 6 0 0,9 2 0 15,1 1 0-15,7 1 0 0</inkml:trace>
  <inkml:trace contextRef="#ctx0" brushRef="#br0" timeOffset="2880.91">6796 3521 284 0,'0'0'0'0,"0"0"0"0,0 0 0 0,0 0 212 0,0 0 1 0,-8 4 0 0,4-4 0 0,4 0-1 0,0 0 1 0,0 0 0 0,0 0 0 0,0 0-159 0,4 0 1 16,4 0 0-16,0-4 0 0,0-4-1 0,6 2 1 15,7-7 0-15,1 5 0 0,4-10-19 0,7-1 0 16,4-7 0-16,5 5 0 0,9-10-1 0,4 1 1 16,6-1 0-16,8-6 0 0,25-10-17 0,0-2 1 15,10-5-1-15,-1-3 1 0,1-1-1 0,4-3 0 16,2-1 0-16,-2 5 1 0,-4-1-21 0,1 1 0 15,-1 4 0-15,-4-1 0 0,-2 7 0 0,-3-2 0 16,-1 0 0-16,-13 6 0 0,-3 2 2 0,-9 6 0 0,-4 0 0 16,-14 4 1-16,-4 4-1 0,-9 5 0 0,1 1 0 15,-8 7 1-15,-9 2 1 0,2-3 0 0,-9 7 0 16,1 0 1-16,-10 0-1 0,-2 6 0 0,-4-2 0 16,-2 4 0-16,0 0 2 0,0-4 0 0,-2 4 0 15,0 0 1-15,0 0-1 0,-4 4 0 0</inkml:trace>
  <inkml:trace contextRef="#ctx0" brushRef="#br0" timeOffset="21230.62">10123 1655 216 0,'0'0'0'0,"0"0"0"0,0 0 0 0,0 0 128 0,0 0 1 0,0 0 0 0,0 0 0 0,0-11-1 0,0 11 1 16,2 0 0-16,0 0 0 0,0 0-45 0,5 0 1 15,-3 7 0-15,0 1 0 0,0 0-1 0,4 6 1 16,-4-1 0-16,0 5 0 0,0 3-17 0,2 5 1 16,-2 5-1-16,0-2 1 0,-4 10-1 0,4 0 1 0,-4 0-1 15,5-2 1-15,-5-3-26 0,0 5 1 0,0-8 0 16,0 0 0-16,4-4-1 0,-4-5 1 0,2-3 0 16,0 1 0-16,-2-20-44 0,0 0-2117 0</inkml:trace>
  <inkml:trace contextRef="#ctx0" brushRef="#br0" timeOffset="21914.72">10736 1739 244 0,'0'0'0'0,"0"0"0"0,0 0 0 0,0 0 238 0,0 0 1 0,0 0-1 0,0 0 1 0,0 0-1 0,0 0 0 15,0 0 0-15,0 0 1 0,10-6-183 0,-2 2 0 16,-4-1 0-16,5 5 1 0,-5-8-1 0,2 4 0 16,0-4 0-16,0 2 0 0,2 2-21 0,-8-5 0 0,0-1 0 15,0 2 1-15,0 0-1 0,-4-2 0 0,0 1 0 16,-4 1 1-16,4 0-21 0,-2-2 1 0,-7 1-1 15,5 1 1-15,-6 4-1 0,2-2 1 0,0 6-1 16,-1 0 1-16,-1 0-15 0,2 6 1 0,-2-2 0 16,1 4 0-16,-1 3-1 0,2 1 1 0,0 0-1 15,0 3 1-15,-1 1-2 0,3-2 0 0,2 5 0 0,0 1 0 16,2-1 0-16,0 1 0 0,4 3 0 0,-2-1 0 16,4 1 0-16,4-2 0 0,0 1 0 0,2-3 1 15,2-5-1-15,4 2 0 0,-2-3 0 0,3-3 1 16,3-6 6-16,2 0 1 0,-2-4-1 0,5 0 1 15,1-8-1-15,5 0 1 0,-7-3-1 0,2-5 1 0,-1 2 1 16,1-5 0-16,-4 3 0 0,3-3 0 0,-7-1 0 16,-2 5 0-16,0-3 0 0,-3 6 0 0,-1-3-1 15,-2 3 1-15,-2 4-1 0,0 0 1 0,0 2-1 16,-4 6 1-16,0 0-1 0,0 0 1 0,0 6-4 0,0 2 1 16,0 4 0-16,0 7 0 0,0-1-1 15,0 3 1-15,0 5 0 0,0 5 0 0,0 0-4 0,0 4 0 16,4-7 0-16,0 1 0 0,0-2 0 0,0-1 0 15,0-3 0-15,3-7 0 0,-3 3-1 0,4-9 0 16,-4 2 0-16,4-3 0 0,-8-9-1 0,0 0-2466 0</inkml:trace>
  <inkml:trace contextRef="#ctx0" brushRef="#br0" timeOffset="22280.97">11312 1575 428 0,'0'0'0'0,"0"0"0"0,0 0 0 0,0 0 202 0,-4-4 0 0,0-1 0 0,4 5 1 0,0-4-1 0,-4 2 0 0,4 0 0 0,0 0 0 0,0 2-136 0,4-4 1 15,0 4-1-15,0 0 1 0,0 4-1 0,6-4 1 16,2 2-1-16,5-2 1 0,1 2-25 0,0-2 0 15,7 0 0-15,-3 0 0 0,25-2-42 0,-47 2-2059 16</inkml:trace>
  <inkml:trace contextRef="#ctx0" brushRef="#br0" timeOffset="22845.98">11275 1571 608 0,'0'0'0'0,"0"0"0"0,0 0 0 16,0 0 184-16,0 0 0 0,0 0 0 0,0 0 1 0,0 0-1 16,0 0 0-16,0 0 0 0,0 0 0 15,0 0-120-15,0 0 1 0,4 8-1 0,0 0 1 0,1 2-1 16,-1 3 1-16,4 1-1 0,-4 2 1 0,0 3-19 16,2 3 1-16,0-1-1 0,0-3 1 0,2 5-1 15,-4-3 0-15,0 3 0 0,1-5 1 0,-1 1-18 16,0 1 0-16,0-1 0 0,-2-7 0 0,0 2-1 0,0-1 1 15,2-9 0-15,0 2 0 0,0 2-34 0,0-4 1 16,0-4 0-16,0 0 0 0,0 0-1 0,2-4 1 16,3 0 0-16,3-4 0 0,-2 2 11 0,0 2 1 15,4 0-1-15,-1-5 1 0,5 5-1 0,-2 4 1 16,-2 0-1-16,3 4 1 0,-5 0 3 0,6 1 0 16,-5 3 0-16,-1-2 1 0,6 2-1 0,-6 4 0 15,5-1 0-15,1 1 1 0,-6 0-4 0,2 3 1 0,-1-3 0 16,-1 2 0-16,-6-1-1 0,2 5 1 0,-8-1-1 15,0 1 1-15,-4-6 0 0,-2 7 0 0,-2-1 0 16,0-1 1-16,-5-3-1 0,-5 2 0 0,2-5 0 16,-3 1 0-16,3-2-4 0,-4-2 1 0,1-4 0 15,1 1 0-15,-2-5-1 0,1 0 1 0,3 0 0 16,-4-5 0-16,6 1-4 0,1 0 0 0</inkml:trace>
  <inkml:trace contextRef="#ctx0" brushRef="#br0" timeOffset="26212.6">12588 2061 264 0,'0'0'0'0,"0"0"0"0,0 0 0 0,0 0 56 0,-8 4 1 0,4-4 0 0,0 4 0 0,0-4-1 0,0 4 1 0,-5-4-1 0,5 0 1 15,0 4-1-15,2-4 0 0,-2 0 0 0,4 0 0 16,0 0-1-16,0 0 1 0,0 0 0 0,0 0 0 0,0 0 1 15,4 0 1-15,2 0-1 0,1 0 1 0,3 0-1 16,2 0 1-16,0 0-1 0,6 0 1 0,-1-8-17 16,1 4 1-16,6-4-1 0,3 2 1 0,3-7-1 15,5 5 1-15,0-6-1 0,3 1 1 0,5 3-52 0,4-2 1 16,4-3-1-16,2 3 1 0,4-4-1 0,6 1 1 16,0-1-1-16,8 2 1 0,19-5 32 0,-5-5 0 15,5 1 0-15,-1 0 1 0,3 1-1 0,1-5 0 16,7 1 0-16,-6-1 1 0,6-4-9 0,3-4 0 15,1 4 0-15,10-3 0 0,4-1-1 0,4 0 1 16,4 2 0-16,-1 2 0 0,-3 0 2 0,0 1 0 0,-2 3 0 16,-2 0 1-16,-4 7-1 0,-4 1 0 0,-4 1 0 15,-7 2 1-15,-3-3 0 0,-2 7 0 0,-5-3 0 16,-3 7 0-16,-5-8-1 0,-4 1 1 0</inkml:trace>
  <inkml:trace contextRef="#ctx0" brushRef="#br0" timeOffset="29046.99">16895 970 184 0,'0'0'0'0,"0"0"0"0,0 0 0 0,0 0 69 0,-4-9 1 0,0 5-1 0,4 0 1 0,-5-2-1 16,5-2 1-16,-4 4-1 0,4 0 1 0,0-5-8 0,0-1 1 15,0 2-1-15,4 0 1 0,1-2-1 0,3-3 1 16,-2 5-1-16,4-2 1 0,4-3 8 0,-4 5 0 16,5 2 0-16,3-2 0 0,-4 0-1 0,2 8 1 15,3-4 0-15,1 4 0 0,-6 4-17 0,3 4 0 16,-1 0 0-16,-4 2 0 0,2-1-1 0,-1 5 1 16,-5 2 0-16,0 3 0 0,-2 1-69 0,-2-1 1 15,-4 3 0-15,0 5 0 0,-4 0-1 0,-2-3 1 16,-4 5 0-16,0 0 0 0,-3-3 46 0,-3 1 0 0,2-4 0 15,-7-5 1-15,3-2-1 0,0-1 0 0,2-3 0 16,-3-4 0-16,3-2-19 0,4-1 0 0,-3-5 0 16,3 0 1-16,4 0-1 0,-4-5 0 0,6 1 0 15,0 2 1-15,4-2-4 0,-2 0 0 0,4 0 0 16,0 0 0-16,0 4 0 0,4-4 0 0,2 4 0 16,2-4 0-16,4 4-1 0,4 0 0 0,3-4 0 0,1 4 1 15,2-2-1-15,7 2 0 0,1 0 0 16,3-5 0-16,4 5 0 0,-3 0 1 0,1 0 0 0,-1 0 0 15,-3 5-1-15,0-5 1 0,-3 2 0 0,-2 2 0 16,-3-4 0-16,-3 4 0 0</inkml:trace>
  <inkml:trace contextRef="#ctx0" brushRef="#br0" timeOffset="33230.47">17815 666 436 0,'0'0'0'0,"0"0"0"0,0 0 0 0,0 0 129 0,0 0 0 0,0 0 0 0,0 0 0 0,0 0 0 0,0 0 0 0,0 0 0 0,0 0 0 15,-9 0-34-15,9 0 1 0,0 0-1 0,0 0 1 16,0 0-1-16,0-4 0 0,0 4 0 0,0 0 1 15,0 0-24-15,0 0 0 0,0 0 0 0,0-4 0 16,0 4 0-16,0 0 0 0,0 0 0 0,0 0 0 0,-4 0-23 16,-2 0 0-16,0 0 0 0,2 0 0 0,-2-2 0 15,-2 2 0-15,-4 0 0 0,1-4 0 0,3 4-57 16,-4 0 1-16,2 0-1 0,0 0 1 0,4 0-1 16,-7 0 1-16,5 4 0 0,-2-2 0 0,2 2 28 0,4 0 1 15,-8 0-1-15,4 4 1 0,-1-1-1 0,3 5 1 16,-2-4-1-16,4 6 1 0,-4-1-11 0,2 1 1 15,2 2 0-15,2-1 0 0,2 1-1 0,2 3 1 16,2-7 0-16,0 2 0 0,2-1 0 0,2 1 0 16,0-2 0-16,2-3 1 0,3 1-1 0,-1-2 0 15,-2-4 0-15,6 4 0 0,1-2-2 0,-1-1 1 16,2-1-1-16,1 0 1 0,1 4-1 0,-2-4 1 0,3 6-1 16,-3 3 1-16,2-3-2 0,-3 6 0 0,1-1 0 15,0 1 1-15,-2 3-1 0,-3-3 0 0,1 2 0 16,-2 1 0-16,-2-3-5 0,-2-1 0 0,-1 1 0 15,-1-6 1-15,-2 3-1 0,-4-1 0 0,0-2 0 16,-6-2 0-16,0 1-3 0,-3 1 1 0,-1-2 0 16,-2-4 0-16,0 4-1 0,2-6 1 0,-3 2-1 15,-3 1 1-15,2-5-2 0,0 0 1 0,-1-5 0 0,1 1 0 16,0 2-1-16,0-2 1 0,3-4-1 0,-3 4 1 16,14 4-1-16,0 0-2784 0</inkml:trace>
  <inkml:trace contextRef="#ctx0" brushRef="#br0" timeOffset="33816.87">18163 781 412 0,'0'0'0'0,"0"0"0"0,0 0 0 0,0 0 220 0,-9-10 0 0,5 6 0 0,0-1 1 0,2 1-1 0,0 0 0 0,0 4 0 15,0-4 1-15,2-2-163 0,0 2 0 0,2 0 0 16,2 0 1-16,2 0-1 0,-2-1 0 0,5 1 0 16,1 0 1-16,2 2-17 0,0 2 0 0,2 0 0 15,3 0 0-15,1 0-1 0,-2 0 1 0,3 6 0 16,-3-2 0-16,0 5-19 0,-6-1 0 0,3 2 0 0,-5-2 0 16,0 5 0-16,-4 1 0 0,-2 2 0 15,-2-1 0-15,0-1-25 0,-2-2 0 0,-2 5 0 0,-4 1 0 16,2-5 0-16,-2 1 0 0,-1 0 0 0,5-1 1 15,-4-1 4-15,0-2 0 0,2-2 0 0,4 1 0 16,0-3-1-16,2 2 1 0,0-4 0 0,4 0 0 16,2 0 7-16,2 0 1 0,0 0 0 0,0 3 0 0,5 1-1 15,1-4 1-15,0 4 0 0,2-2 0 0,1 7-2 16,1-1 1-16,-2-2 0 0,1 7 0 0,-3-3-1 16,-2 2 1-16,0-1 0 0,3 1 0 0,-7-2-1 0,-4 3 0 15,2-3 0-15,-4-1 1 0,-2-3-1 0,-2 2 0 16,-2 2 0-16,-2-5 1 0,-2-1-6 0,-3 0 1 15,-1-2-1-15,0-2 1 0,-2 0-1 0,1-4 0 16,1 0 0-16,-2 0 1 0,2 0-4 0,0-4 1 16,3 0 0-16,-1-4 0 0,4 2-1 0,0 2 1 15</inkml:trace>
  <inkml:trace contextRef="#ctx0" brushRef="#br0" timeOffset="34330.75">19152 1390 696 0,'0'0'0'0,"0"0"0"0,0 0 0 0,0 0 210 0,0 0 0 0,0 0 0 0,0 0 0 0,0 0-1 0,-4-6 1 16,4 2 0-16,4 0 0 0,-4 0-126 0,4 0 0 16,0-1 0-16,0 1 1 0,0 0-1 0,0 2 0 15,0-2 0-15,2 0 0 0,-2 0-27 0,5 4 0 16,-5 0 0-16,0 0 1 0,-4 0-1 0,4 0 0 16,-2 0 0-16,0 0 0 0,-2 4-21 0,0 0 1 15,-2 0 0-15,0 2 0 0,-2-2-1 0,0 1 1 0,0-1-1 16,-1 0 1-16,1 0-43 0,0 0 1 0,0-2 0 15,0 2 0-15,0 0 0 0,2-4 0 0,0 0 0 16,0 0 0-16,2 0 15 0,-4-4 0 0,4 4 0 16,-4 0 1-16,4-4-1 0,-4 2 0 0,4-2 0 15,0 0 1-15,0 4-11 0,0 0-2880 0</inkml:trace>
  <inkml:trace contextRef="#ctx0" brushRef="#br0" timeOffset="35113.92">19589 662 616 0,'0'0'0'0,"0"0"0"0,-8-6 0 0,4 6 249 0,-2-4 0 0,0 0 0 0,0-5 1 0,0 5-1 0,2 0 0 0,2 0 0 16,2 2 1-16,0-2-182 0,4 0 1 0,2 4-1 16,2-4 1-16,4 4-1 0,0 0 0 0,5 0 0 15,1 0 1-15,2-4-24 0,5 4 0 0,3 0 0 16,-3-4 0-16,3 4-1 0,-3 0 1 0,-1 0 0 16,0-5 0-16,-3 5-30 0,-3 0 1 0,-2 0-1 15,-3 0 1-15,-13 0-16 0,0 0-2684 0</inkml:trace>
  <inkml:trace contextRef="#ctx0" brushRef="#br0" timeOffset="35531.3">19522 644 664 0,'0'0'0'0,"0"0"0"0,0 0 0 0,0 0 199 15,-8 0 0-15,4 0 0 0,4 4 1 0,-2-4-1 0,2 4 0 16,0 0 0-16,0 2 0 0,0 2-130 0,0 0 0 16,0 7 0-16,2-3 1 0,4 6-1 0,0-1 0 15,2 1 0-15,5 1 1 0,-5-3-19 0,4 3 0 16,2-3 0-16,-6-2 1 0,2-1-1 0,1-3 0 16,-1-2 0-16,0 0 0 0,0-3-21 0,-2-5 1 15,2 0 0-15,1 0 0 0,-1 0-1 0,0-5 1 16,2-3-1-16,-4 4 1 0,5-4-35 0,1 2 0 15,-4 2 0-15,4-5 0 0,0 5 0 0,-1 0 0 0,1 2 0 16,2 2 1-16,1 2 10 0,-3 6 1 0,2-3-1 16,0 3 1-16,-1 6-1 0,1-2 1 0,-2 3-1 15,-2 1 1-15,1 3 4 0,1-1 1 0,-6 7 0 16,0-3 0-16,-2 1-1 0,-4 4 1 0,-4-1 0 16,-2-3 0-16,-2 1-4 0,-2 3 0 0,-6-4 0 15,-3-1 0-15,-1-5-1 0,-2 1 1 0,-3-6 0 16,3 3 0-16,-7-7-4 0,3-2 0 0,2-2 0 0,-3 0 0 15,3-4 0-15,-5-4 0 0,3 0 0 0,2 2 0 16,22 2-5-16,0 0-2781 0</inkml:trace>
  <inkml:trace contextRef="#ctx0" brushRef="#br0" timeOffset="36914">6826 3652 216 0,'0'0'0'0,"0"0"0"0,0 0 0 0,0 0 97 0,0 0 1 0,0 0 0 0,0 0 0 0,0 0-1 0,0 0 1 0,12-4 0 0,-3 4 0 0,5 6-27 16,-2 3 0-16,6 3 0 0,11 6 0 0,10 13-1 16,18 16 1-16,6 21 0 0,20 14 0 0,27 39 15 0,6 14 0 15,10 13 0-15,6 14 1 0,1 6-1 0,1-2 0 16,0 3 0-16,-1-18 0 0,-5-7-32 0,0-11 1 16,-2-18-1-16,-6-10 1 0,-8-17-1 0,-10-12 0 15,-14-13 0-15,-15-7 1 0,-14-11-65 0,-10-2 1 16,-11-6 0-16,-5 2 0 0,-7-4-1 0,-9-9 1 15,-3-3 0-15,-2 0 0 0,-4-3 37 0,-4-10 1 16</inkml:trace>
  <inkml:trace contextRef="#ctx0" brushRef="#br0" timeOffset="41163.94">9781 5710 216 0,'0'0'0'0,"0"0"0"0,0 0 0 0,0 0 121 0,-6-9 1 0,4 5-1 0,2 0 1 0,0 0-1 0,0-2 0 0,0 2 0 0,0 0 1 0,0 0-33 0,0-1 0 15,0 3 0-15,0 0 1 0,0 2-1 0,4 2 0 16,0 5 0-16,3 1 0 0,-3 4-16 0,4 2 0 16,-4 7 0-16,4 2 1 0,-4 3-1 0,2 5 0 15,2 4 0-15,0 2 0 0,1 6-25 0,-3-2 0 16,-2 6 0-16,4-6 0 0,-4 6-1 0,0-6 1 15,0 2 0-15,0-6 0 0,-4-2-55 0,4-4 1 0</inkml:trace>
  <inkml:trace contextRef="#ctx0" brushRef="#br0" timeOffset="41729.65">10221 5816 292 0,'0'0'0'0,"0"0"0"0,0 0 0 0,0 0 217 0,0 0 1 0,0 0 0 0,0 0 0 0,-8-6-1 0,8 4 1 15,-6 0-1-15,4-2 1 0,-2 0-168 0,2 4 0 16,0-4 0-16,0 4 1 0,-2-4-1 0,4 4 0 15,-5 0 0-15,1 4 0 0,0-4-16 0,4 4 0 0,-4 4 0 16,0 0 0-16,2 7-1 0,2-5 1 0,-2 6 0 16,2 3 0-16,0 3-15 0,2 5 0 0,4 2 0 15,2-1 0-15,1 5-1 0,-1-2 1 0,6-2 0 16,2-1 0-16,0-3-20 0,7-5 1 0,-1-3-1 16,3-3 1-16,1-8-1 0,5-2 1 0,-7-6 0 15,7-2 0-15,-5-4 0 0,-1-6 0 0,1 1 0 16,-8-5 1-16,-1-5-1 0,-3-1 0 0,-2-3 0 15,-4 0 0-15,-4-3 6 0,0-1 0 0,-8 8 0 0,0-3 0 16,-4 3 0-16,-2 7 0 0,-2 1 0 0,-1-1 0 16,-1 4 7-16,2 1 0 0,0 1 0 0,-5 2 0 15,3 4 0-15,2 0 0 0,-4 0 0 0,1 4 0 16,3 0 5-16,-2 0 0 0,6 4 0 0,-4 0 1 16,12-4-19-16,0 0-2310 0</inkml:trace>
  <inkml:trace contextRef="#ctx0" brushRef="#br0" timeOffset="42813.38">10982 5794 296 0,'0'0'0'0,"0"0"0"0,0 0 0 0,0 0 234 0,0 0 1 0,0 0 0 0,8-9 0 0,-4 7-1 0,1 2 1 0,-1-2 0 0,0 2 0 15,-2 0-167-15,2-2 1 0,0 2 0 0,0-2 0 16,0 0-1-16,0 2 1 0,0 0-1 0,-4 0 1 16,4 0-24-16,-4 0 1 0,0 0-1 0,4 0 1 0,-4 0-1 15,0 0 1-15,0 0-1 0,0 0 1 0,0 0-22 16,0-4 1-16,0 4 0 0,0-4 0 0,0 0-1 15,-4 0 1-15,4-4 0 0,-4 1 0 0,0 3-26 16,0-4 0-16,-4 2 0 0,4 0 0 0,-2 0 0 16,2-3 0-16,-5 5 0 0,5-4 1 0,-4 6 3 0,0 0 0 15,2 2 0-15,-6 0 0 0,4 2 0 16,0 2 0-16,-1 2 0 0,3 7 0 0,-2-5 10 0,0 6 1 16,4-1 0-16,-4 1 0 0,4 2-1 0,2-1 1 15,-2 1-1-15,4 3 1 0,4-5 1 0,-2 2 0 16,4-1 0-16,0 1 0 0,2-2-1 0,-4-1 1 15,4 1 0-15,2 2 0 0,3-5-1 0,-5 5 1 16,4-4 0-16,2 3 0 0,-2-5-1 0,1 2 1 16,5 1 0-16,-2-5 0 0,3-2-3 0,-3 2 0 0,6 0 0 15,-1-1 1-15,1 1-1 0,-2 0 0 0,-1 0 0 16,1 2 1-16,2 3-5 0,-5-1 0 0,1-2 0 16,-2 7 1-16,-6 1-1 0,3-1 0 0,-5 1 0 15,-4 1 1-15,0-1-7 0,-4 2 1 0,0 3 0 16,-4-4 0-16,-8-3-1 0,-1 2 1 0,3-3 0 15,-6-3 0-15,-2-4-2 0,1-2 0 0,-3-1 0 16,6-5 1-16,-2-5-1 0,1-1 0 0,-1 2 0 0,-2-8 1 16,5 2-5-16,-3-3 0 0,4 3 0 0,2-2 1 15,10 12 2-15,0 0-2875 0</inkml:trace>
  <inkml:trace contextRef="#ctx0" brushRef="#br0" timeOffset="51929.43">12366 6226 380 0,'0'0'0'0,"0"0"0"0,0 0 0 0,0 0 103 0,0 0 1 0,0 0 0 0,0 0 0 0,0 0-1 0,12 0 1 0,-3 0 0 0,5 0 0 0,2 5-28 15,4-5 1-15,7 4-1 0,-1 0 1 0,3 0-1 0,7 2 1 16,5 2-1-16,4 4 1 0,2 3-27 0,6-3 0 16,2 3 0-16,14 1 1 0,6 2-1 0,13-1 0 15,5 1 0-15,46 1 1 0,-23-7-14 0,0-2 1 16,0 3-1-16,8-1 1 0,2 2-1 0,0 5 0 16,0 1 0-16,3-1 1 0,-5 3-45 0,2 5 0 15,-2 0 0-15,-4-1 0 0,0 3 0 0,-4-7 0 16,2 5 0-16,-2-4 1 0,-4 1 22 0,4-3 1 0,0 3-1 15,2-5 1-15,0-3-1 0,-2-1 0 0,0-1 0 16,-2-2 1-16,0-3-8 0,-4-1 1 0</inkml:trace>
  <inkml:trace contextRef="#ctx0" brushRef="#br0" timeOffset="56396.17">16917 6592 484 0,'0'0'0'0,"0"0"0"0,0 0 0 0,-10-5 163 0,4 10 0 0,0-5 0 0,2 0 0 0,-5 0-1 0,5 0 1 0,-2 0 0 0,4 2 0 15,0 0-80-15,2 0 0 0,0-2 0 0,4 2 0 16,2-2 0-16,7 0 0 0,-3 0 0 0,6 0 0 15,2 2-20-15,7-2 0 0,-3 0 0 0,5 4 0 16,5-4 0-16,-1 4 0 0,1 0 0 0,-3 0 0 16,1 0-30-16,-1 2 1 0,-5 7-1 0,-1-3 1 0,-3 6-1 15,-2 1 1-15,-5 5-1 0,-3 5 1 0,-2 4-34 16,0 0 0-16,-6 3 0 0,0-1 1 0,-2 6-1 16,0-4 0-16,-2 4 0 0,0 2 0 0,-2-6 8 15,0 0 1-15,0-2-1 0,0-1 1 0,2-1-1 16,-2-8 1-16,2-1-1 0,0-7 1 0,2-15-9 0,0 0-2469 15</inkml:trace>
  <inkml:trace contextRef="#ctx0" brushRef="#br0" timeOffset="56564.87">17025 6989 64 0,'0'0'0'15,"0"0"0"-15,0 0 0 0,-6-8 283 0,4 6 0 0,0 0 0 16,2 0 0-16,0 0-1 0,4 0 1 0,0 2 0 15,2 0 0-15,6 0-222 0,0 0 0 0,7-2 0 16,-1 2 0-16,6 0 0 0,-1-2 0 0,7 2 0 16,5-4 0-16,36-4-61 0,-71 8-2112 0</inkml:trace>
  <inkml:trace contextRef="#ctx0" brushRef="#br0" timeOffset="57529.15">17709 6653 444 0,'0'0'0'0,"0"0"0"0,0 0 0 0,0 0 184 0,0 0 0 0,0 0 0 0,0 0 0 0,0 0 0 0,0 0 0 0,0 0 0 16,12-4 0-16,-4 4-129 0,-4 0 1 0,4 2 0 16,0 2 0-16,1 4-1 0,1-4 1 0,-6 7 0 15,4 1 0-15,-4 0-12 0,0 3 0 0,-2 1 0 16,2-2 0-16,-2 3 0 0,4-5 0 0,-2 2 0 16,1-3 0-16,1 1-23 0,0-4 0 0,0-2 0 15,0 1 1-15,4-1-1 0,-2-6 0 0,-2 4 0 16,3 4 0-16,-1-4-21 0,0 2 1 0,0 2-1 0,2 5 1 15,0-3-1-15,0 6 0 0,-1-3 0 0,3 1 1 16,2 5 1-16,-2-5 0 0,0 6 0 0,3-3 0 16,-1 1 0-16,-2 1 0 0,0 1 0 0,-3 3 0 15,-3-5-2-15,-4 1 0 0,-2 1 0 0,-4 3 1 16,-5-7-1-16,-3 3 0 0,-2-5 0 0,-2-2 1 0,-7 1 3 16,1-3 1-16,-2-6-1 0,1 0 1 0,-1-4-1 15,-3 0 1-15,3-4-1 0,1-4 1 0,1-2 0 16,6-3 1-16,-5 3-1 0,7-2 1 0,2 3-1 15,2 1 1-15</inkml:trace>
  <inkml:trace contextRef="#ctx0" brushRef="#br0" timeOffset="57763.75">18429 7201 672 0,'0'0'0'0,"0"0"0"0,0 0 0 0,0 0 179 0,-8 0 0 0,8 0 0 0,-6 0 0 0,4 0 0 0,0 0 0 0,0 0 0 0,2 0 0 16,0 0-119-16,2 0 1 0</inkml:trace>
  <inkml:trace contextRef="#ctx0" brushRef="#br0" timeOffset="58080.49">18781 6633 548 0,'0'0'0'16,"0"0"0"-16,0 0 0 0,0 0 193 0,0 0 0 0,0 0 0 15,0 0 0-15,-2-11 0 0,8 7 0 0,1 0 0 16,5 0 0-16,0-4-139 0,6 2 1 0,3-3 0 16,1 5 0-16,2-4-1 0,7 4 1 0,-1 0-1 15,-3 2 1-15,24 6-55 0,-51-4-1897 0</inkml:trace>
  <inkml:trace contextRef="#ctx0" brushRef="#br0" timeOffset="58532.75">18777 6622 905 0,'0'0'0'0,"0"0"0"0,0 0 0 0,0 0 226 15,-8 4 0-15,4-2 0 0,4 0 1 0,-4-2-160 16,4 3 1-16,0 1-1 0,0 0 1 0,0 0-1 0,4 2 1 16,0 2-1-16,0 0 1 0,0 1-14 0,2 1 0 15,0 2 0-15,3-4 1 0,1 7-1 0,-6-7 0 16,2 4 0-16,0-2 0 0,-2 3-14 0,0-5 1 16,0 2-1-16,2 3 1 0,-2-7-1 0,1 2 0 15,-1 0 0-15,4-4 1 0,2 0-22 0,2-2 1 16,0 0-1-16,5 3 1 0,1 1-1 0,-2-6 1 15,7 4-1-15,-7 0 1 0,6 2-26 0,-1 2 1 16,-1 5-1-16,0-5 1 0,1 6-1 0,1-2 1 0,-6-1-1 16,3 1 1-16,-1 2 17 0,-2 3 0 0,1-1 0 15,-5 3 1-15,0-5-1 0,-2 2 0 0,-6 3 0 16,0-1 0-16,-2 3-3 0,-4-3 0 0,-2-3 0 16,-8 5 1-16,-2-1-1 0,-2-5 0 0,-7 2 0 15,3-3 0-15,-7-5-1 0,5 2 0 0,-3-6 0 16,-3-4 1-16,4 0-1 0,-1-8 0 0,3 0 0 15,-3-2 1-15,3 1-2 0,2-5 1 0,1 2-1 0,1-1 1 16,18 13-8-16,0 0-2613 0</inkml:trace>
  <inkml:trace contextRef="#ctx0" brushRef="#br0" timeOffset="75947.22">7264 2422 244 0,'0'0'0'0,"0"0"0"0,0 0 0 0,0 0 75 0,-8 8 0 0,8-2 0 0,-4 2 1 0,0 5-1 0,-1 1 0 0,3 2 0 0,0 3 1 15,2-1 17-15,0 7 0 0,2 2 0 0,5-1 1 16,-3-3-1-16,4 3 0 0,0 1 0 0,4-4 0 16,2-3-26-16,3-1 0 0,-3-5 0 0,2-2 1 15,2 1-1-15,3-9 0 0,-3-2 0 0,-2-2 0 0,3-2-26 16,1-2 1-16,-4-9 0 0,-1 1 0 15,1-2-1-15,-2-5 1 0,-2-1-1 0,1 1 1 0,-7-7-45 16,2 3 1-16,0-4-1 0,-4 3 1 0,-4-3-1 16,4 0 1-16,-4 5 0 0,0-5 0 0,-4 1 19 0,4 5 1 15,-4 7 0-15,0-3 0 0,4 17-18 0,0 0-1885 16</inkml:trace>
  <inkml:trace contextRef="#ctx0" brushRef="#br0" timeOffset="76145.77">7732 2325 356 0,'0'0'0'0,"0"0"0"16,0 0 0-16,0 0 199 0,0 0 1 0,8-4-1 15,-2 0 1-15,2 0-1 0,0 2 0 0,1-2 0 16,5 0 1-16,-2 4-139 0,0-4 0 0,3 4 0 15,-3 0 1-15,-12 0-62 0,0 0-1647 0</inkml:trace>
  <inkml:trace contextRef="#ctx0" brushRef="#br0" timeOffset="76298.1">7797 2487 232 0,'0'0'0'0,"0"0"0"0,0 0 0 0,0 0 153 16,-8 11 0-16,4-11 0 0,4 4 1 0,-4 0-1 15,2-4 0-15,0 4 0 0,2 0 0 0,0-4-123 16,2 4 0-16,0-4 0 0,2 0 1 0,4 0-1 16,0 0 0-16</inkml:trace>
  <inkml:trace contextRef="#ctx0" brushRef="#br0" timeOffset="76913.14">8149 1985 392 0,'0'0'0'0,"0"0"0"0,0 0 0 0,0 0 112 0,0 0 1 0,0 0-1 0,0 0 1 0,0 10-1 0,0 2 1 0,0 5-1 15,0 1 1-15,0 9-65 0,4-4 0 0,-4 7 0 16,4 5 0-16,-4 0-1 0,2 0 1 0,0 2 0 15,0-2 0-15,0-5-16 0,0 1 0 0</inkml:trace>
  <inkml:trace contextRef="#ctx0" brushRef="#br0" timeOffset="81711.84">8385 2200 540 0,'0'0'0'0,"0"0"0"0,0 0 0 0,0 0 150 0,0 0 0 0,0 0 0 0,0 0 0 0,0 0-1 0,0 0 1 0,0 0 0 0,0 0 0 0,0 0-95 15,0 0 1-15,0 0-1 0,0 0 1 0,0 0-56 0,0 0-1471 16</inkml:trace>
  <inkml:trace contextRef="#ctx0" brushRef="#br0" timeOffset="82064.03">8493 1831 216 0,'0'0'0'0,"0"0"0"15,0 0 0-15,0 0 149 0,0 0 0 0,-8-10 0 16,8 8 1-16,0 0-1 0,-4-2 0 0,4-1 0 16,0 1 1-16,0 0-70 0,0 0 1 0,4 0-1 0,-4 2 1 15,4-2-1-15,0 0 0 0,0 4 0 0,0-4 1 16,2 4-43-16,3 0 1 0,-1-4 0 0,0 4 0 16,0 0-1-16,2 0 1 0,2 4 0 0,-4 0 0 15,3 0-11-15,-3 0 1 0,0 6-1 0,0-2 1 16,-4 3-1-16,4 5 1 0,-6 1-1 0,2 1 1 0,-2 5-33 15,0-1 1-15,3 3 0 0,-5 1 0 0,0 1-1 16,4 0 1-16,-4-1 0 0,4-3 0 0,-4 0 11 16,4-1 1-16,-4-1-1 0,0-3 1 0,0-18-9 0,0 0-1950 15</inkml:trace>
  <inkml:trace contextRef="#ctx0" brushRef="#br0" timeOffset="82229.73">8489 2051 540 0,'0'0'0'16,"0"0"0"-16,0 0 0 0,0 0 189 0,0 0 1 0,-4-9-1 16,4 5 1-16,4 0-1 0,0 0 1 0,0 0-1 15,4-2 1-15,3 2-132 0,1-5 0 0,2 1 0 16,6 2 1-16,-1-2-1 0,5 0 0 0</inkml:trace>
  <inkml:trace contextRef="#ctx0" brushRef="#br0" timeOffset="84180.93">7178 4350 480 0,'0'0'0'0,"0"0"0"0,0 0 0 0,-4 8 154 0,0 2 1 0,-4-2-1 0,2 3 1 0,-2 5-1 0,0 3 1 15,0 3-1-15,-7 1 1 0,3 5-83 0,0 3 1 0,-6 0-1 16,5 6 1-16,-5-6-1 0,6-1 1 0,-4 1-1 16,1 0 1-16,3-9-74 0,0 1 1 0</inkml:trace>
  <inkml:trace contextRef="#ctx0" brushRef="#br0" timeOffset="84465.2">6761 4549 664 0,'0'0'0'0,"0"0"0"0,0 0 0 0,-8 6 166 15,4-2 0-15,0 4 0 0,-4 0 0 0,6 1-90 16,-2 1 1-16,0 2 0 0,-1 2 0 0,5 3-1 16,0-3 1-16,0 7 0 0,5-3 0 0,3-3-36 0,2 1 1 15,2-2-1-15,0 3 1 0,3-7-1 16,1 2 0-16,0 1 0 0,2-9 1 0,3 2-12 0,1-2 0 15,-6-4 0-15,3-6 0 0,-5 0-1 16,-2-1 1-16,-4-5 0 0,0 0 0 0,-3 2-14 0,-1-5 1 16,-4 3 0-16,-4-2 0 0,-5 1-1 0,1-3 1 15,0 2 0-15,-2-1 0 0,-2 3-23 0,0 0 0 16,-3-1 0-16,-1 3 0 0,-2-2 0 0,5 1 0 16</inkml:trace>
  <inkml:trace contextRef="#ctx0" brushRef="#br0" timeOffset="84645.19">7294 4668 544 0,'0'0'0'0,"0"0"0"16,0 0 0-16,13 6 181 0,-9-2 1 0,0 4 0 0,2-4 0 15,2 4-1-15,0 1 1 0,0 1 0 16,0-2 0-16,3 2-129 0,1 3 1 0</inkml:trace>
  <inkml:trace contextRef="#ctx0" brushRef="#br0" timeOffset="84795.99">7195 4916 608 0,'0'0'0'0,"0"0"0"0,0 0 0 0,0 8 165 0,0-4 0 15,2 2 0-15,2 0 0 0,4 1-1 0,-4 1 1 16,4-4 0-16,4 4 0 0,-2 2-109 0,7-1 0 16</inkml:trace>
  <inkml:trace contextRef="#ctx0" brushRef="#br0" timeOffset="85179.36">7630 5078 400 0,'0'0'0'0,"0"0"0"0,0 0 0 15,0 0 173-15,-14 0 1 0,10 0-1 0,-4 0 1 16,4 0-1-16,-4 2 0 0,-1 2 0 0,3 4 1 15,-6-4-125-15,4 5 0 0,-2 5 0 0,2-2 1 16,-1 0-1-16,1 3 0 0,0-1 0 0,2 7 1 16,2-3-8-16,4-1 1 0,0 1 0 0,2 0 0 0,6-1-1 15,0-7 1-15,5 2-1 0,1-1 1 0,2-3-13 16,2-4 0-16,3-4 0 0,-5-4 0 0,2-6 0 16,1-3 0-16,1-1 0 0,-8-2 0 0,0-3-38 15,-1-3 0-15,-3-3 0 0,-4 2 1 0,-4 1-1 16,0-5 1-16,0 3-1 0,-8 1 1 0,4 5 18 0,-7-1 1 15,3 3 0-15,-4 5 0 0,0-1-1 16,-2 8 1-16,1-2 0 0,1 6 0 0,12 0-12 0,0 0-2097 16</inkml:trace>
  <inkml:trace contextRef="#ctx0" brushRef="#br0" timeOffset="85328.63">7805 5431 668 0,'0'0'0'0,"0"0"0"16,0 0 0-16,0 0 190 0,-8 10 0 0,4-10 0 15,4 4 0-15,-4-4-1 0,4 4 1 0</inkml:trace>
  <inkml:trace contextRef="#ctx0" brushRef="#br0" timeOffset="85846.39">8068 5383 652 0,'0'0'0'0,"0"0"0"0,0 0 0 0,0 0 187 0,0 0 1 16,0 0-1-16,0 0 1 0,-4-10-1 0,4 8 0 15,0 0 0-15,0 2 1 0,4 0-122 0,0 0 1 16,0 0-1-16,0 0 1 0,4 0-1 0,2 0 0 16,-2 2 0-16,5 2 1 0,-3 0-20 0,2 5 1 15,0-5 0-15,-4 2 0 0,3 0-1 0,1 0 1 16,-4 2 0-16,-4 1 0 0,2-3-17 0,-2 6 0 15,-4-4 0-15,0 0 0 0,-4 3-1 0,0 1 1 0,-2-4 0 16,2 2 0-16,-4 3-37 0,-5-3 1 0,3 2 0 16,2-1 0-16,0 1-1 0,0-4 1 0,0 2 0 15,2-1 0-15,2 3 13 0,-1-6 1 0,5 6 0 16,0-4 0-16,0 1-1 0,5 1 1 0,-1-2 0 16,2 2 0-16,2 3-4 0,-4-1 1 0,4-4 0 15,4 7 0-15,-4-5-1 0,3 2 1 0,-3 2-1 0,-4 3 1 16,4-5-3-16,-6 3 0 0,2-3 0 15,-2-2 1-15,-2 2-1 0,0-1 0 0,-2-3 0 0,-2 0 0 16,-2-4-2-16,2 4 1 0,-4-8-1 0,-5 2 1 16,3-2-1-16,-6 0 1 0,0 0-1 0,-3 0 1 15,1-2 0-15,-2-2 0 0,-1-4 0 0,3 4 0 16,0-4 0-16,1 2 0 0,1-3 0 0,-2-3 0 16,18 12-2-16,0 0-2578 0</inkml:trace>
  <inkml:trace contextRef="#ctx0" brushRef="#br0" timeOffset="88980.18">12773 2108 440 0,'0'0'0'0,"0"0"0"0,0 0 0 0,-8-12 125 0,8 8 1 0,-4-1 0 0,0 1 0 0,-4 2-1 0,4-2 1 0,-2 4-1 0,2 0 1 16,4 0-42-16,-4 0 0 0,4 0 0 0,4 4 1 15,0 7-1-15,2 5 0 0,6 2 0 0,0 5 1 16,4 8-10-16,13 16 1 0,8 6-1 0,9 11 1 15,20 18-1-15,29 20 0 0,17 5 0 0,16 6 1 0,13 2-28 16,11-5 1-16,7-3 0 0,0 0 0 0,-6-3-1 16,-11-7 1-16,-8-3-1 0,-9-6 1 0,-18-6-57 15,-9-6 1-15,-12-4-1 0,-11-6 1 0,-12-1-1 16,-6-7 1-16,-10-5 0 0,-9-4 0 0,-3-10 29 16,-11-4 0-16,-5-4 0 0,-11-13 0 0,-8-18-22 15,0 0-2355-15</inkml:trace>
  <inkml:trace contextRef="#ctx0" brushRef="#br0" timeOffset="90011.29">12254 6358 312 0,'0'0'0'0,"0"0"0"0,0 0 0 0,0 0 244 0,0 0 1 0,0 0 0 0,0 0 0 0,0 0-1 0,0 0 1 0,4-9-1 0,4 1 1 0,5 0-186 0,1-2 0 16,6-7 0-16,11-5 1 0,12-11-1 0,12-6 0 15,14-18 0-15,18-5 1 0,29-22-24 0,8-2 0 0,5-4 0 16,5-3 0-16,4-3-1 0,7-5 1 0,-3 3 0 15,-1-5 0-15,5 7-20 0,-7-4 0 0,-7 3 0 16,-8 7 1-16,-10 10-1 0,-8 10 0 0,-14 9 0 16,-7 11 0-16,-14 7-15 0,-4 8 1 0,-8 5 0 15,-6 1 0-15,-4 4-1 0,0-1 1 0,-6 3-1 16,-5 1 1-16,-7 5-3 0,-3-1 1 0,-5 5 0 0,-3 3 0 16,-6 2 0-16,-1 0 0 0,-5 0 0 15,-6 5 0-15,-2 3 0 0,-4 0 0 0,0 0 0 0,-2 3 1 16,6-3-1-16,0 0-2379 0</inkml:trace>
  <inkml:trace contextRef="#ctx0" brushRef="#br0" timeOffset="96428.56">15680 3827 336 0,'0'0'0'0,"0"0"0"0,0 0 0 0,0 0 121 0,0 0 0 0,0 0 0 0,0 0 1 0,0 0-1 0,0 0 0 0,12-6 0 0,-8 6 0 0,4 4-36 0,2 2 0 16,2 2 0-16,-3 4 0 0,1 7-1 0,-2 7 1 15,4 5 0-15,-4 8 0 0,0 10-26 0,1-1 0 16,-3 5 0-16,2 0 0 0,-4-4-1 0,-4-1 1 0,4-3 0 15,0-6 0-15,-2-9-28 0,0-7 1 0,2-4-1 16,0-11 1-16,-4-8-32 0,0 0-1936 0</inkml:trace>
  <inkml:trace contextRef="#ctx0" brushRef="#br0" timeOffset="96946.23">16087 3892 244 0,'0'0'0'0,"0"0"0"0,0 0 0 0,0 0 216 0,0-6 1 15,0-2-1-15,2 4 1 0,0-4-1 16,0-3 0-16,0 3 0 0,2 4 1 0,2-6-150 0,-2 2 1 16,4-1-1-16,-4 1 1 0,2 2-1 0,0 2 1 15,3-4-1-15,1 4 1 0,-2 0-25 0,2 4 0 16,2 0 0-16,1 0 0 0,-3 0 0 0,2 4 0 16,0 0 0-16,0 0 0 0,-1 2-15 0,1 2 0 15,-4 0 0-15,-4 3 0 0,2 1-1 0,-4-4 1 0,-2 5 0 16,0 1 0-16,-4 0-32 0,0 3 0 0,0-1 0 15,-4-2 0-15,2 1 0 0,0 1 0 0,1-6 0 16,1 3 0-16,2-5 11 0,2-2 0 0,0 2 0 16,4-4 1-16,0 1-1 0,3-1 0 0,1 0 0 15,0 0 1-15,4 2 4 0,0 2 1 0,3 4 0 16,-3-3 0-16,0 5-1 0,6-4 1 0,-3 7-1 16,1-7 1-16,-2 6-3 0,2 1 1 0,-3 1-1 15,-3-3 1-15,-2 1-1 0,-4-2 0 0,0 3 0 16,-8 1 1-16,0-3-3 0,-2 1 0 0,-2-8 0 0,-5 7 1 15,-1-7-1-15,2 0 0 0,0-6 0 0,-7 0 1 16,3-2-2-16,4-2 0 0,-4 0 0 0,1-2 1 16,1 0-1-16,2-4 0 0,0 1 0 0,-3 3 1 15,5-4-3-15,0 4 0 0</inkml:trace>
  <inkml:trace contextRef="#ctx0" brushRef="#br0" timeOffset="97495.13">17129 3921 120 0,'0'0'0'0,"0"0"0"0,0 0 0 0,0 0 242 0,0 0 0 0,0-8 0 0,0 4 0 0,0 0 0 0,0 0 0 0,0-1 0 16,0-3 0-16,0 6-200 0,0-6 0 0,0 4 0 15,0 0 0-15,0 0 0 0,0 4 0 0,-2-4 0 0,0 2 0 16,0 2-1-16,-2 0 0 0,-1 2 0 0,-3 2 1 16,2 4-1-16,-2 0 0 0,0 0 0 0,0 7 1 15,0-1-23-15,0 2 1 0,-1 7 0 0,3 4 0 16,2-5-1-16,0 5 1 0,4 2-1 0,4-1 1 16,0-1-20-16,4 2 1 0,5-3-1 0,1-3 1 0,2-1-1 15,2-1 0-15,3-3 0 0,1 1 1 0,3-7-1 16,-1 3 1-16,0-7 0 0,-1 0 0 0,-3-2-1 15,-3-4 1-15,1-2 0 0,-4 0 0 0,-2-2 12 16,-4-4 0-16,1 2 0 0,-5-4 1 0,-4-5-1 16,0 3 0-16,0 2 0 0,-4-6 1 0,-5 1 6 0,3 1 1 15,-2 2-1-15,0-5 1 0,0 3-1 0,-6 4 1 16,1-5-1-16,1 7 1 0,0-2-1 0,2 4 1 16,-2 0-1-16,-1 4 1 0,-1 0-1 0,2 0 0 15,4 0 0-15,-4 4 1 0,12-4-21 0,0 0-2491 0</inkml:trace>
  <inkml:trace contextRef="#ctx0" brushRef="#br0" timeOffset="98529.13">17725 4350 440 0,'0'0'0'0,"0"0"0"0,0 0 0 0,0 0 202 0,0 0 0 0,0 0 0 0,0 0 0 0,-10 4 0 0,6-2 0 0,2 0 0 16,-2 0 0-16,2 2-140 0,2-4 1 0,-4 4-1 15,4-4 1-15,-4 4-1 0,4-4 1 0,-5 0-1 16,5 0 1-16,-4 0-23 0,4 0 0 0,0 0 0 15,0 0 0-15,0 0-1 0,0-4 1 0,0 4 0 16,0-4 0-16,0 4-19 0,4-6 0 0,-4 2 0 0,0 2 1 16,5 0-1-16,-5 2 0 0,4-4 0 0,-4 4 1 15,4 0-23-15,-4 0 1 0,2 0-1 0,0 0 1 16,0 0-1-16,0 0 1 0,0 4-1 0,0-4 1 16,-2 0 1-16,0 2 1 0,0 0-1 0,0 0 1 15,0-2-1-15,0 2 1 0,-2 0-1 0,-2 2 1 0,4-4-1 16,0 0 1-16,0 0 0 0,0 0 0 0,0 0-1 15,-41 19 1-15,33-15 0 0,4 0 0 0,4-4-2 16,0 0-2301-16</inkml:trace>
  <inkml:trace contextRef="#ctx0" brushRef="#br0" timeOffset="98912.03">18116 3847 576 0,'0'0'0'0,"0"0"0"0,0 0 0 0,0 0 201 0,0 0 1 0,0-8-1 0,0 8 1 0,4-4-1 0,-4 0 0 0,4 0 0 0,2 2 1 15,4-2-139-15,4-1 0 0,-3 1 0 0,3 0 0 16,4 0 0-16,-1 0 0 0,5 2 0 0,-4-2 0 0,7 4-23 15,-5-4 0-15,0 4 0 0,5 0 0 0,-25 0-40 16,0 0-2139-16</inkml:trace>
  <inkml:trace contextRef="#ctx0" brushRef="#br0" timeOffset="99428.14">18173 3812 564 0,'0'0'0'0,"0"0"0"0,0 0 0 0,0 0 185 0,0 0 0 0,0 0 0 15,0 0 1-15,0 0-1 0,0 0 0 0,0 0 0 16,0 0 0-16,0 0-123 0,0 0 0 0,0 0 0 15,0 0 1-15,-2 9-1 0,4-1 0 0,0 6 0 16,2-6 1-16,0 11-15 0,2-3 1 0,-6 3-1 16,8 3 1-16,-4-5-1 0,2 5 0 0,-2-3 0 0,3-1 1 15,-3-1-15-15,-2-1 1 0,2-2 0 0,-4-3 0 16,4 1-1-16,-4-4 1 0,0-4-1 0,0 2 1 16,0-2-44-16,4 1 1 0,-4-5-1 0,4 0 1 15,0 0-1-15,2 0 1 0,2 0 0 0,0-5 0 0,5 1 21 16,-1 2 0-16,2-2 0 0,0 0 1 0,-1 0-1 15,3 0 0-15,0 4 0 0,2 0 0 0,-3 4-1 16,1-4 0-16,0 4 0 0,3 4 1 0,-3-4-1 16,-2 7 0-16,2-3 0 0,1 0 0 0,-1 6-2 15,-2-1 1-15,-2 5-1 0,-3-1 1 0,-3 1-1 16,-4 0 1-16,-2 5-1 0,-6 2 1 0,-3-3-1 0,-1 1 0 16,-6 3 0-16,0-3 0 0,-3-3-1 0,-1 3 1 15,0-4 0-15,-1-3 0 0,-1-2-6 0,2-1 1 16,-3-7-1-16,3 2 1 0,-1-4-1 0,3-4 1 15,0 4-1-15,2-4 1 0,-3 0-1 0,3 0 1 16,4-4 0-16,-5 4 0 0,7-4-1 0,-2 4 1 16</inkml:trace>
  <inkml:trace contextRef="#ctx0" brushRef="#br0" timeOffset="146995.71">1264 693 300 0,'0'0'0'0,"0"0"0"16,0 0 0-16,0 0 124 0,-8-11 0 0,8 7 0 0,-4 0 0 0,4 0 0 0,-4 0 0 0,4 4 0 0,-4-4 0 0,4 4-38 0,0 0 0 16,0 0 0-16,4 4 1 0,-4 4-1 0,4 5 0 15,0 5 0-15,0 5 0 0,0 7-26 0,2 9 1 16,2 6 0-16,-4 5 0 0,4 5-1 0,-4 2 1 16,5-3-1-16,-5-1 1 0,2 0-22 0,2-7 0 15,-4 1 0-15,0-8 1 0,0-8-1 0,0-3 0 0</inkml:trace>
  <inkml:trace contextRef="#ctx0" brushRef="#br0" timeOffset="147460.44">1608 754 132 0,'0'0'0'0,"0"0"0"0,0 0 0 15,0 0 233-15,10 0 0 0,-6 0 0 0,4 4 1 16,-4-4-1-16,4 0 0 0,-3 0 0 0,-1 0 1 0,0 4-170 16,2-4 0-16,-2 0 0 0,0 5 0 0,0-5-1 15,-4 4 1-15,0-4 0 0,0 2 0 0,0 2-31 16,-4 0 1-16,0 0-1 0,0 0 1 0,-6 4-1 15,1-2 1-15,-3 3-1 0,-2-1 1 0,-2 0-13 0,-5 2 1 16,3-6-1-16,2 5 1 0,-7-1-1 0,7 2 0 16,-6-2 0-16,-1 3 1 0,3 1-22 0,-2 0 1 15,1 3 0-15,3-7 0 0,-2 6-1 0,1 3 1 16,3-5-1-16,4 2 1 0,2-2 0 0,5-1 1 16,1-3 0-16,4 0 0 0,4-2-1 0,1 3 1 15,5 3-1-15,2-2 1 0,4 2-2 0,3 1 1 16,1 1-1-16,2-2 1 0,5 3-1 0,5 1 1 0,-1 3-1 15,-1-1 1-15,1-6 5 0,4 7 0 0,-1-3 0 16,-5-1 0-16,1-3 0 0,-3 2 0 0,-1-6 0 16,3 5 0-16,-7-3 10 0,-2-2 0 0</inkml:trace>
  <inkml:trace contextRef="#ctx0" brushRef="#br0" timeOffset="147693.04">2001 886 612 0,'0'0'0'0,"0"0"0"0,0 0 0 0,0 0 214 0,12 0 1 0,-8 0-1 0,4 0 1 0,4-5-1 0,-2 5 0 0,7 0 0 0,1-4 1 0,2 4-153 0,3-4 1 16,1 4-1-16,3-4 1 0,-5 4-1 0,7 0 0 15</inkml:trace>
  <inkml:trace contextRef="#ctx0" brushRef="#br0" timeOffset="147876.56">2068 1146 716 0,'0'0'0'0,"0"0"0"15,0 0 0-15,0 0 182 0,0 0 0 0,-4 6 0 16,4-2 1-16,4-4-1 0,0 0 0 0,0 0 0 16,2 0 1-16,6 0-121 0,5 0 1 0,1 0 0 15,2-4 0-15,7-2-1 0,3 2 1 0</inkml:trace>
  <inkml:trace contextRef="#ctx0" brushRef="#br0" timeOffset="148410.34">2691 543 508 0,'0'0'0'0,"0"0"0"0,0 0 0 0,0 0 189 0,0 0 0 0,0 0 0 0,0 0 1 0,2 12-1 0,0-3 0 0,0 5 0 0,2-2 1 16,4 11-121-16,-4 8 0 0,8 7 0 0,-2 16 0 15,3 7-1-15,-1 7 1 0,0 6 0 0,2-2 0 0,-2-11-20 16,-1 5 1-16,1-13-1 0,-4-10 1 0,-4-8-1 15,0-8 1-15,0-13-1 0,-4-2 1 0,4-12-22 16,-4 0 0-16</inkml:trace>
  <inkml:trace contextRef="#ctx0" brushRef="#br0" timeOffset="148860.34">3374 719 204 0,'0'0'0'0,"0"0"0"16,0 0 0-16,0-10 203 0,5 6 1 0,-5 0 0 16,4 0 0-16,-4-4-1 0,0 1 1 0,0-1 0 15,0 0 0-15,0 0-138 0,0 2 1 0,-4-2 0 16,4 3 0-16,-5-3-1 0,1 2 1 0,0 2-1 15,-4 0 1-15,4 4-23 0,-6 0 0 0,2 4 0 16,0 0 0-16,-5 2 0 0,3 2 0 0,-2 5 0 0,0-3 0 16,-2 6-21-16,1 3 1 0,1-1-1 0,-2 9 1 15,2 2-1-15,-5 8 0 0,7 2 0 0,-2 2 1 16,4 6-24-16,4 2 0 0,4-2 0 0,0 2 0 0,8-3 0 16,0 1 0-16,4-6 0 0,3-2 0 0,5-4 3 15,-2-5 0-15,9-3 0 0,1-4 1 0,3-11-1 16,3-2 0-16,-3-6 0 0,3-4 1 0,-1-8 8 15,2-2 0-15,-9-7 0 0,1-5 1 0,-7-5-1 16,-2 0 0-16,-2 1 0 0,-7-1 1 0,-3-4-2 0,-6 5 1 16,-2-1-1-16,-6 0 1 0,-5 7-1 0,1 1 1 15,-6 1-1-15,-3 6 1 0,-1 3 2 0,0-1 0 16,1 6 0-16,-1 4 1 0,-2 0-1 0,1 0 0 16,3 4 0-16,1 2 0 0,3 3 2 0,2-1 0 15</inkml:trace>
  <inkml:trace contextRef="#ctx0" brushRef="#br0" timeOffset="149192.7">3784 801 544 0,'0'0'0'0,"0"0"0"0,0 0 0 0,-9 0 229 0,5 2 0 0,2 3 0 0,-6 3 0 0,4 0-1 0,-4 2 1 0,4 3 0 16,-4 5 0-16,4 3-161 0,2 5 0 0,-2 5 0 0,-1 6 0 16,5 2 0-16,5 0 0 0,1 2 0 0,2-6 0 15,4 0-29-15,4-9 0 0,-1 1 0 0,9-5 0 16,-2-5-1-16,9-7 1 0,-3-2 0 0,3-8 0 16,4-8-14-16,-1-2 1 0,1-11-1 0,-9-1 1 15,5-5-1-15,-3-4 0 0,-5-8 0 0,-7 2 1 0,2-6-26 16,-10-2 1-16,-4-4 0 0,0 6 0 0,-8 0-1 15,0 6 1-15,-8 2-1 0,-6 8 1 0,-3 5-1 16,-5 5 0-16,-5 9 0 0,-3 6 1 0,-1 8-1 16,-3 3 0-16,3 7 0 0,-2 2 1 0,1 23-1 15,36-41-2580-15</inkml:trace>
  <inkml:trace contextRef="#ctx0" brushRef="#br0" timeOffset="158159.17">18104 1962 48 0,'0'0'0'0,"0"0"0"0,0 0 0 0,0 0 23 0,0 0 0 0,0 0 0 0,0 0 1 0,0 0-1 0,0 0 0 0,0 0 0 0,0 0 1 0,0 0-33 0,0 0 1 16,4-8-1-16,0 4 1 0,-4 0-1 0,0 0 1 15,4-2-1-15,-4 2 1 0,0-5 13 0,0 1 1 16,0 2 0-16,0-2 0 0,0 4-1 0,0-5 1 16,0 5-1-16,0-6 1 0,-4 6-4 0,4-4 1 15,0 0-1-15,0 1 1 0,0-1-1 0,0 0 1 0,0 0-1 16,0 2 1-16,0 2-4 0,0-5 1 0,0 5 0 15,0-4 0-15,0 2-1 0,0 2 1 0,0 0 0 16,0 0 0-16,0 0 0 0,0-3 1 0,0 3 0 16,0 0 0-16,-4 4-1 0,2-4 1 0,0 0-1 15,0 0 1-15,0 0 0 0,0 0 1 0,-1 2-1 16,1 2 1-16,0-4-1 0,0 4 1 0,0-5-1 16,2 5 1-16,-2 0-1 0,2 0 1 0,-4 0 0 0,4 0 0 15,-4 0-1-15,4 0 1 0,-4 5 0 16,-2 1 0-16,2 6 0 0,0 0 0 0,0 3 0 0,0 3 0 15,0 7 0-15,0 1 0 0,-1 9 0 0,-3 2 0 16,4 10 29-16,0-2 1 0,2 3-1 0,2-3 1 16,0 0-1-16,2-2 1 0,2-4-1 0,4-2 1 0,-4-2 14 15,5 0 1-15,-1-9 0 0,0 1 0 0,6-9-1 16,-2-1 1-16,3-7-1 0,1-2 1 0,2-4 1 16,3-8 1-16,-5-2-1 0,2-2 1 0,-2-4-1 15,7-7 0-15,-3-8 0 0,3 1 1 0,-5-3-3 0,2-4 0 16,-6-2 0-16,3-8 1 0,-5 6-1 15,-4-6 0-15,0 2 0 0,-2 2 0 0,-2-4-5 0,-4 6 0 16,-4-2 0-16,0 4 0 0,-2 1 0 0,-2 1 0 16,0 4 0-16,-4 0 0 0,-1 5-7 0,3 1 1 15,-2 5 0-15,-4 5 0 0,2 5-1 0,-1 4 1 16,1 2-1-16,0 4 1 0,0 2-5 0,-1 4 0 16,5 1 0-16,-4-1 0 0,2 6 0 0,-1-1 0 15,-3 5 0-15,2-2 0 0,2 7-2 0,0 4 0 0,-1-5 0 16,3 5 1-16,0-5-1 0,4 1 0 0,2-3 0 15,2-1 0-15,2-3-8 0,2-1 0 0</inkml:trace>
  <inkml:trace contextRef="#ctx0" brushRef="#br0" timeOffset="158976.6">18266 1685 72 0,'0'0'0'0,"0"0"0"0,0 0 0 0,0 0 232 0,0 0 0 0,0 0 0 0,0-10 0 0,0 8-1 0,0 0 1 0,0 2 0 15,-4-4 0-15,4 0-204 0,-2 0 0 0,0 0 0 0,0-2 1 16,0 1-1-16,0 5 0 0,-2-4 0 0,2 0 1 15,-2 4-10-15,2 0 0 0,-2-4 0 0,0 0 0 16,0 4 0-16,0 0 0 0,0-4 0 0,-2 4 0 16,-1 0-12-16,1 4 1 0,2 0-1 0,-4 0 1 15,0 0-1-15,-2 5 0 0,2 1 0 0,-5 2 1 0,-1-2 2 16,2 7 1-16,0-3-1 0,2 3 1 0,-3 1-1 16,1 5 1-16,2 1-1 0,0 3 1 0,2 6-9 15,-3 6 0-15,3-5 0 0,2 7 0 0,0 3-1 16,0-3 1-16,2 2 0 0,4 0 0 0,0-2-1 15,0 2 1-15,0-6 0 0,4 2 0 0,2 0-1 16,0-4 1-16,4-5-1 0,-1-3 1 0,3 0 13 0,0-5 1 16,6-3 0-16,-1-3 0 0,1-6-1 0,0-1 1 15,3-5 0-15,-5-4 0 0,2 0 2 0,3-9 0 16,1-1 0-16,-4 2 0 0,3-13-1 0,-1 3 1 16,2-9 0-16,-5 1 0 0,5-5 0 0,-6-4 1 15,3 4-1-15,-5-6 1 0,-2 2-1 0,0-4 1 16,-4-2-1-16,-2 3 1 0,-1-6 0 0,-3 3 1 0,-2-6-1 15,-2 6 1-15,-3-6-1 0,-1 6 0 16,-2 2 0-16,-4 4 1 0,0 4-4 0,-2 9 0 0,-5-1 0 16,3 7 0-16,-4 6 0 0,3 6 0 0,-1 4 0 15,0 4 0-15,1 0-2 0,-3 2 0 0,2 2 0 16,-1 0 0-16,3 1-1 0,4 1 1 0,-2-2 0 16,1 4 0-16,-1-1 2 0,2 1 0 0</inkml:trace>
  <inkml:trace contextRef="#ctx0" brushRef="#br0" timeOffset="166209.56">16895 4963 84 0,'0'0'0'0,"0"0"0"0,0 0 0 0,0 0 89 0,0 0 1 0,-8-8-1 0,8 4 1 0,-5 0-1 0,5-3 0 0,0 1 0 0,0 0 1 15,0 2-6-15,0-4 1 0,0-2 0 0,0 5 0 16,5-7-1-16,3 4 1 0,-2 2-1 0,2-7 1 16,4 5-12-16,0 0 1 0,-1 2-1 0,1-2 1 15,0 4-1-15,0 0 0 0,2 1 0 0,-1 3 1 0,-1 7-22 16,2-3 1-16,-2 8-1 0,-2-2 1 0,1 7-1 15,-1-3 0-15,-6 5 0 0,2 5 1 0,-4-1-63 16,-2-1 0-16,0 3 0 0,-4 4 1 0,-4-1-1 16,-6-1 0-16,1 0 0 0,-3-1 1 0,-2-3 37 15,1-5 0-15,-1 1 0 0,-2 1 0 0,-1-9-1 0,3 1 1 16,2-4 0-16,2-2 0 0,1-6-16 0,1 0 1 16,6 0-1-16,2 0 1 0,-4-2-1 0,8-2 1 15,-4 0-1-15,4 0 1 0,4-4-4 0,0 1 1 16,0 3 0-16,4 0 0 0,2 0-1 0,7 4 1 15,-3 0-1-15,6 0 1 0,-1 0-1 0,5 0 0 16,-2 0 0-16,1 0 0 0,5 4-1 0,-1-4 1 0,1 4 0 16,-1 0 0-16,-1 3 5 0,-4 1 0 15,3-4 0-15,-7 4 1 0,3-4-1 0,-5 6 0 0,-2-1 0 16,-2 1 1-16,-12-10-15 0,0 0-2242 0</inkml:trace>
  <inkml:trace contextRef="#ctx0" brushRef="#br0" timeOffset="166678.14">17501 4955 664 0,'0'0'0'0,"0"0"0"0,0 0 0 0,-4-8 197 0,4 3 1 0,0 1 0 0,4-2 0 0,-4 2-1 0,8-4 1 0,-4-2-1 0,7 1 1 0,1 5-121 16,0-4 1-16,0 4 0 0,7 0 0 0,-5 4-1 0,2 4 1 15,0 0 0-15,-3 0 0 0,1 4-28 0,-2 7 0 16,-2-3 0-16,2-2 0 0,-3 7-1 0,-5-5 1 16,0 2 0-16,-2 1 0 0,-2 1-24 0,-2-3 1 15,-2 1 0-15,0 0 0 0,-5 3-1 0,-1-9 1 16,0 6 0-16,4-1 0 0,-2-5-28 0,0 2 1 15,4-6 0-15,4 4 0 0,2-6-1 0,4-2 1 16,2 0 0-16,0 0 0 0,2 0 3 0,6-2 0 16,3 2 0-16,1 0 1 0,3 0-1 0,1 0 0 0,-2 2 0 15,1 2 0-15,-3 5-1 0,-2-1 0 16,-1 0 0-16,-5 6 0 0,-2-1-1 0,-4 1 1 0,-2-2 0 16,-4 3 0-16,-6 1 1 0,0-6 1 0,-2 7-1 15,-6-7 1-15,-3 2-1 0,1 1 1 0,-4 1-1 16,1-6 1-16,-1-4-2 0,2-2 1 0,-3 0-1 15,3-2 1-15,0 0-1 0,6-2 1 0,-3-4-1 16,3 2 1-16,4-4-2 0,4 0 0 0,4 2 0 16,0-3 0-16,4-1-1 0,0 2 1 0</inkml:trace>
  <inkml:trace contextRef="#ctx0" brushRef="#br0" timeOffset="167029.31">18301 5238 632 0,'0'0'0'0,"0"0"0"0,0 0 0 0,-8 4 240 0,2 0 0 0,0-4 0 0,0 4 0 0,1-4-1 0,-5 2 1 0,4 0 0 0,0 0 0 0,0 0-182 0,0-2 0 16,2 0 0-16,0 0 0 0,0 0 0 0,4 0 0 15,0 0 0-15,0-2 0 0,4 0-16 0,-4 0 0 16,4 0 0-16,4-2 0 0,-4 0-1 0,2 0 1 0,0-2 0 16,-2 0 0-16,2 3-23 0,-2-1 1 15,1 4 0-15,-1 0 0 0,-2-4-1 0,2 4 1 16,-2 0-1-16,0 0 1 0,0 0-20 0,0 0 0 0,0 4 0 16,0-4 1-16,0 4-1 0,-2-4 0 0,0 3 0 15,0-1 1-15,0 2-1 0,0-2 0 0,-2 2 0 16,0-4 0-16,-2 4 0 0,0-4 0 0,-2 4 0 15,0-4 0-15,6 0 0 0,0 0 0 0</inkml:trace>
  <inkml:trace contextRef="#ctx0" brushRef="#br0" timeOffset="167359.84">18792 4867 376 0,'0'0'0'0,"0"0"0"0,0 0 0 0,-9-5 266 16,3 1 0-16,2 4 0 0,-4-4 0 0,-2 2 0 16,2-2 0-16,2 2 0 0,0 0 0 0,1 2-190 0,1-4 0 15,0 4 0-15,2-4 0 0,2 4-1 0,0 0 1 16,2-4 0-16,2 4 0 0,5 0-27 0,1-4 1 15,2 4 0-15,4 0 0 0,0 0-1 0,3 0 1 16,1 0-1-16,3 4 1 0,-9-4-28 0,6 4 1 16,-2-4 0-16,3 4 0 0,-5-4-1 0,2 4 1 15,-1-4 0-15,-3 0 0 0,2 0-23 0,-6 0 1 16,1 0 0-16,-1 0 0 0,-2 0-1 0,-4 0 1 0,2 0 0 16,-2 2 0-16,-2 0 0 0,0 0 1 0</inkml:trace>
  <inkml:trace contextRef="#ctx0" brushRef="#br0" timeOffset="167810.57">18682 4920 536 0,'0'0'0'0,"0"0"0"0,0 0 0 15,0 0 235-15,0 0 1 0,0 0 0 0,0 0 0 16,0 0-1-16,0 0 1 0,0 0 0 0,0 0 0 0,0 0-171 16,0 0 0-16,0 0 0 0,-6 12 0 0,8-8-1 15,0 7 1-15,2 1 0 0,0 6 0 0,0-3-16 16,0 5 0-16,0-1 0 0,-4 3 0 0,2 3 0 0,0-3 0 16,0 1 0-16,0-5 0 0,0 3-19 0,0-3 1 15,0-5-1-15,0 1 1 0,-2-6-1 0,4 0 0 16,2-3 0-16,-2-3 1 0,5-2-36 0,1 0 0 15,2-4 0-15,0-3 0 0,4 3 0 0,3-4 0 16,1 0 0-16,3 2 0 0,-5-3 12 0,6 1 1 16,-3 2-1-16,1 2 1 0,0 4-1 0,-3 0 0 15,-3 4 0-15,2 2 1 0,-1 2 0 0,-5 5 0 16,0 1 0-16,0-2 1 0,-2 7-1 0,-1-5 0 0,-3 7 0 16,-4-3 1-16,-2 3-3 0,-2 1 1 0,0-3-1 15,-7-1 1-15,-1 3-1 0,-2-3 1 0,0-1-1 16,-6 1 1-16,1 1 0 0,-5-3 0 0,2-2 0 15,-5-1 0-15,3-7 0 0,-5 0 0 0,3 0 0 16,6-2 0-16,-5-4-2 0,7-4 0 0,0-4 0 16,5 2 0-16,11 6-5 0,0 0-2842 0</inkml:trace>
  <inkml:trace contextRef="#ctx0" brushRef="#br0" timeOffset="169776.53">18120 7754 56 0,'0'0'0'0,"0"0"0"0,0 0 0 0,0 0 47 0,0 0 0 0,0 0 0 0,0 0 1 0,6-10-1 0,-4 6 0 0,0-4 0 0,0 2 1 15,0 2 21-15,0 0 0 0,-2-7 0 0,2 3 0 16,-2 0-1-16,-2 0 1 0,0 2 0 0,0-1 0 16,-2 5 1-16,0-2 0 0,0 0 0 0,-4 4 1 15,2 0-1-15,-2 4 0 0,-3 0 0 0,1 0 0 16,0 7-18-16,0-3 0 0,2 4 0 0,2 3 1 0,-3-1-1 16,5 6 0-16,2-1 0 0,2 3 1 0,6-1-65 15,3 1 0-15,-1 5 0 0,4-4 0 0,6 1 0 16,3 3 0-16,1 0 0 0,4-3 1 0,-3 5 42 0,-3-2 0 15,1-1 0-15,-3-3 0 0,-4 4-1 0,-2-3 1 16,-4-1 0-16,1 1 0 0,-9 1-11 0,0 2 1 16,-9-9-1-16,-1 3 1 0,-2-3-1 0,-4-2 0 15,-3-1 0-15,-1-7 1 0,2-4-1 0,-3-2 0 16,1-4 0-16,2-2 1 0,1-4-1 0,3-7 0 16,6-1 0-16,-2-2 1 0,6-3 4 0,4-2 0 15,2 1 0-15,4-9 1 0,4 4-1 0,0-3 0 16,3-5 0-16,3 4 0 0,2 0-5 0,2-4 0 15,1 5 0-15,1-3 1 0,3 0-1 0,-1 4 0 0,0-1 0 16,-3 3 1-16,1 4-5 0,-8-1 1 0,3 5 0 16,-5 1 0-16,-2 10-1 0,-4-5 1 0,-2 5 0 15,-2 2 0-15,-2-2-5 0,0 4 1 0,0-5 0 16,-2 3 0-16,-2 2-1 0,0-4 1 0,-2 2-1 16,0 0 1-16,2 0-3 0,-4 1 0 0,-2 1 0 15,1-4 0-15,1 4 0 0,0 0 0 0,-2 0 0 0,2 2 0 16,0-2-4-16,0 0 0 0,-1-1 0 0,3 5 0 15,6 0-6-15,0 0-2358 0</inkml:trace>
  <inkml:trace contextRef="#ctx0" brushRef="#br0" timeOffset="171478.53">19078 7672 132 0,'0'0'0'0,"0"0"0"0,0 0 0 0,0 0 246 0,0 0 1 0,0 0-1 0,0-8 1 0,0 4-1 0,0 0 1 0,0-2-1 0,0 2 1 0,0 0-191 0,0 0 1 0,0-1-1 16,-4 5 1-16,4-4-1 0,-6 0 0 0,2 0 0 15,0 2 1-15,-2 0-39 0,0 2 1 0,2 0-1 0,-4 0 1 16,-2 2-1-16,-1 0 1 0,1 2-1 0,2 4 1 16,-6-1-16-16,4 5 0 0,-1 4 0 0,-5-1 0 15,2 5-1-15,2 3 1 0,-7 7 0 0,3 7 0 16,2 2 3-16,0 4 1 0,3 3 0 0,3 1 0 16,4-2-1-16,4-4 1 0,2 2-1 0,4-6 1 15,3-2-12-15,3-2 0 0,6-7 0 0,-2-3 0 0,7-5 0 16,-1-7 0-16,3-5 0 0,-3-4 0 0,0-6 4 15,3-3 1-15,-5-5 0 0,2-2 0 0,-5-5 0 16,1-1 0-16,-6-3 0 0,-2-1 0 0,-1 1 0 16,-7-4 0-16,-2 1 0 0,-6 3 1 0,-3 1-1 15,-1 1 0-15,2 3 0 0,-10 3 1 0,1 7 7 0,-1 0 1 16,2 0-1-16,-4 6 1 0,1 2-1 0,1 0 1 16,2 2-1-16,-1 2 1 0,17-4-9 0,0 0-2106 15</inkml:trace>
  <inkml:trace contextRef="#ctx0" brushRef="#br0" timeOffset="171993.05">19630 8312 320 0,'0'0'0'0,"0"0"0"0,0 0 0 0,0 0 217 0,0 0 0 0,0 0 0 0,0 0 0 0,0 0 0 0,0 0 0 0,0 0 0 0,0 0 0 0,0 0-164 15,0 0 1-15,0 0 0 0,0 0 0 0,0 0-1 16,0 0 1-16,0 0 0 0,-6-8 0 0,8 8-19 16,0-4 0-16,2 4 0 0,0-4 0 0,2-2 0 15,-2 0 0-15,4-1 0 0,1 3 0 0,-1-4-15 0,0 2 1 16,0 2 0-16,-2 0 0 0,2 2-1 0,-4 0 1 16,2-2 0-16,-1 4 0 0,-1 0-21 0,0 0 0 15,0 4 0-15,0-4 1 0,0 4-1 0,0-2 0 16,-2 4 0-16,2 0 1 0,0-2-1 0,0 0 1 15,-2 0-1-15,2-1 1 0,-2 1-1 0,2-2 0 16,-4 0 0-16,0 0 1 0,0 0 11 0,-4 2 0 0,2-4 0 16,-2 4 0-16,-2-4 0 0,0 4 0 15,2-4 0-15,-4 4 0 0,0-4 3 0,2 0 1 0,-1 0 0 16,1 2 0-16,2-2-1 0,0 2 1 0,0-2 0 16,0 0 0-16,2 0-3 0,0 0 1 0,2 0-1 15,0 0 1-15,0 0-14 0,0 0-2410 0</inkml:trace>
  <inkml:trace contextRef="#ctx0" brushRef="#br0" timeOffset="172830.12">20269 7633 468 0,'0'0'0'0,"0"0"0"0,0 0 0 0,0 0 229 0,0 0 1 0,0 0-1 0,0 0 1 0,0 0-1 0,0 0 1 0,4-8-1 15,0 8 1-15,2-6-173 0,5 2 0 0,-1 0 0 16,6 0 1-16,0 0-1 0,3 0 0 0,1 4 0 15,2-5 1-15,1 5-21 0,-3 0 0 0,7 0 0 16,-5 0 1-16,0 5-1 0,1-1 0 0,-3 0 0 16,-2-2 1-16,1 2-23 0,-3 0 0 0,-2-2 0 0,-2 4 0 15,-3-6 0-15,-3 4 0 0</inkml:trace>
  <inkml:trace contextRef="#ctx0" brushRef="#br0" timeOffset="173344.15">20169 7590 388 0,'0'0'0'0,"0"0"0"0,0 0 0 0,0 0 205 0,-4-8 1 16,0 6 0-16,4-2 0 0,0 4-1 0,0-4 1 15,0 4-1-15,0 0 1 0,0 4-146 0,0-4 1 16,0 4-1-16,0 2 1 0,0 7-1 0,-4-1 0 16,4 6 0-16,-4-3 1 0,4 5-12 0,-4 3 1 15,0-1-1-15,2 1 1 0,0 1-1 0,0 3 0 0,0-4 0 16,0-1 1-16,0 1-20 0,0-3 1 0,2-1-1 16,0-5 1-16,0 3-1 0,0-7 0 0,0 0 0 15,0 0 1-15,2-6-36 0,0 3 0 0,0-3 0 16,0-4 0-16,2 0 0 0,2 0 0 0,2-2 0 15,-4-2 1-15,6-1 13 0,-1-3 0 0,3 2 0 16,0-2 0-16,0 4 0 0,2-4 0 0,-1 3 0 16,-3-1 0-16,2 4 7 0,0 2 0 0,0 0 0 15,1 2 0-15,1 4 0 0,-2 3 0 0,2-3 0 0,1 4 0 16,1 0-2-16,0 3 0 0,-4 1 0 0,5-6 1 16,-3 7-1-16,-2 1 0 0,0 2 0 0,3-3 0 15,-5 5-2-15,0-5 0 0,-4 3 0 0,2 3 1 16,-8-1-1-16,0-1 0 0,-4 3 0 0,-2-3 1 15,-2 1-3-15,-2 3 0 0,0-9 0 0,-7 5 0 0,3 1 0 16,-2-6 0-16,-3-1 0 0,3-3 0 0,-4-6-3 16,6 0 1-16,-5-4-1 0,3 0 1 0,2-4-1 15,-1 2 0-15,1-2 0 0,-2-4 1 0,2 4-1 16,-3-5 0-16,3 3 0 0,2 2 0 0,-2 0-1 16,1 0 1-16</inkml:trace>
  <inkml:trace contextRef="#ctx0" brushRef="#br0" timeOffset="185009.22">15155 4323 224 0,'0'0'0'0,"0"0"0"0,0 0 0 0,0 0 104 0,0 0 0 0,0 0 0 0,-5-8 1 0,5 8-1 0,0 0 0 0,-4-4 0 0,4 4 0 16,0 0-14-16,0-4 0 0,0 4 0 0,4-4 1 15,-4 4-1-15,5-5 0 0,-1 3 0 0,0 0 0 16,0 0-27-16,0 2 0 0,0 0 0 0,0 0 0 15,2 0 0-15,-2 0 0 0,-4 2 0 0,4 2 0 16,-4 1-15-16,0-1 1 0,0 4-1 0,-4-4 1 0,0 2-1 16,0 2 1-16,-2-4-1 0,-2 1 1 15,0-1-59-15,-1-4 0 0,5 4 0 0,-6-4 1 0,2-4-1 16,0 0 0-16,4-1 0 0,-4-5 1 0,4 2 33 0,0-4 0 16,2-1 0-16,-1 3 0 0,3-2 0 15,0 2 0-15,3-3 0 0,-1-1 0 0,2 2-12 0,4 1 0 16,-4 3 0-16,4 0 1 0,-2 0-1 0,2 2 0 15,0-1 0-15,1 1 1 0,1 2 1 0,-2 0 0 16,0 4 0-16,0 0 0 0,-4 0-1 0,4 4 1 16,-6 0 0-16,0 0 0 0,-2 5 2 0,0 1 1 15,-4-2 0-15,0 4 0 0,-4 3-1 0,0-7 1 16,-2 2 0-16,2 2 0 0,-5-5-5 0,5-1 0 16,-2 0 0-16,2-2 1 0,4 0-1 0,-4-4 0 0,4 0 0 15,-2-4 0-15,4 0-1 0,2 0 0 0,0-2 0 16,2 2 1-16,4-5-1 0,-2 5 0 0,0-4 0 15,4 2 1-15,-4 2-3 0,4 0 1 0,2 0-1 16,-6-1 1-16,9 5-1 0,-5 0 0 0,2 0 0 16,2 5 1-16,-4-1-2 0,-4 0 1 0,3 2 0 15,-3 2 0-15,-2 0-1 0,0 3 1 0,-2 1 0 16,-2-4 0-16,-4 2-2 0,-1 3 0 0,3-1 0 16,-8-4 0-16,2 2 0 0,-2-1 0 0,0-5 0 0,3 0 0 15,-5-4-1-15,6 0 1 0,0-4 0 0,0 0 0 16,0-5-1-16,1 1 1 0,3-2-1 0,2-2 1 15,2-1 1-15,0 3 0 0,2-6 0 0,2 1 0 16,3 1-1-16,1 2 1 0,0-3 0 0,0 3 0 0,0 8-2 16,2 0 1-16,-2 4 0 0,5 0 0 0,-5 8-1 15,2 2 1-15,2 7-1 0,-4-3 1 0,-4 7-1 16,5 1 1-16,-3 1-1 0,2-1 1 0,-4 3-1 16,-4-3 1-16,0 5-1 0,0-4 1 0,-4-1-1 0,0-5 1 15,-4-3-1-15,-1 2 1 0,-1-5-1 0,-2-3 0 16,0 0 0-16,2-8 1 0,-7 0-2 0,5-4 0 15,2 0 0-15,-2-6 0 0,-2-3-1 0,3 1 1 16,5-2 0-16,-2-3 0 0,4-1 2 0,4-3 1 16,0 3-1-16,0-1 1 0,4 3-1 0,0 2 1 15,4-3-1-15,-2 7 1 0,5 2-2 0,3-1 1 16,-4 7-1-16,2 2 1 0,0 7-1 0,1-3 0 16,-3 8 0-16,2 2 1 0,0 3-1 0,0 1 1 0,-1-1-1 15,1 5 1-15,-4 5-1 0,2-5 0 0,-2 5 0 16,5-4 1-16,-3 20-7 0,-10-43-2991 0</inkml:trace>
  <inkml:trace contextRef="#ctx0" brushRef="#br0" timeOffset="185824.55">16408 6963 316 0,'0'0'0'0,"0"0"0"0,0 0 0 0,-10 4 176 0,4-4 1 0,2 2-1 0,-4-2 1 0,4 0-1 0,-4 0 1 0,1 0-1 0,1 0 1 0,0-2-100 0,2 2 0 0,-4-4 0 16,4 0 1-16,-2 0-1 0,2-5 0 0,0 3 0 15,2-6 0-15,2 4-21 0,0-3 1 0,2-1 0 16,0-2 0-16,2 6-1 0,0-5 1 0,0 5-1 16,0 2 1-16,4 2-28 0,-4 0 1 0,2 4 0 15,0 0 0-15,1 0-1 0,-3 4 1 0,0 0 0 16,0 4 0-16,0 2-30 0,0 3 1 0,0-5-1 0,-4 6 1 16,0-6-1-16,-4 3 0 0,4-3 0 0,-4 0 1 15,0-2 6-15,0 0 0 0,0 1 0 0,0-7 0 16,-1 0-1-16,1 0 1 0,0-7 0 0,2 1 0 15,2 0-4-15,-4-2 1 0,4 0 0 0,-4-3 0 16,4 3-1-16,-4-4 1 0,4 2-1 0,0 1 1 16,0 1 13-16,0 0 1 0,0 2-1 0,0-2 1 0,0-1-1 15,4 1 0-15,4 2 0 0,-4-2 1 0,2 2-2 16,1 0 0-16,3-1 0 0,-2 7 0 0,-4-4 0 16,2 4 0-16,0 4 0 0,-2 1 0 0,-2-1-2 15,-2 6 0-15,0-2 0 0,-2 4 0 0,-2-1-1 16,-2 3 1-16,0 2 0 0,-2-3 0 0,0 5-4 15,-5-5 1-15,3 1-1 0,-2-2 1 0,0 3-1 0,0-7 1 16,1 0-1-16,-1-2 1 0,4-2-2 0,2-4 1 16,2-4-1-16,0-2 1 0,0-2-1 0,0-7 0 15,4 3 0-15,0 0 1 0,4-3-3 0,-4-3 0 16,4 2 0-16,0 1 1 0,0 3-1 0,2 4 0 16,-2-3 0-16,2 5 0 0,0 4-2 0,3 2 0 15,-5 0 0-15,2 2 0 0,2 2 0 0,-2 3 0 0,4-1 0 16,-2-2 0-16,2 4 5 0,-1 0 1 0,-1 2-1 15,0-1 1-15,-4-3-1 0,-2 6 1 0,-2-4-1 16,0 3 1-16,-2 1-3 0,-6-4 1 0,0 2 0 16,0 3 0-16,-3-3-1 0,-1 0 1 0,2 0-1 15,-2-1 1-15,0-3-2 0,3-4 0 0</inkml:trace>
  <inkml:trace contextRef="#ctx0" brushRef="#br0" timeOffset="186975.21">16496 922 264 0,'0'0'0'16,"0"0"0"-16,0 0 0 0,0 0 112 0,0 0 1 0,-10 9-1 0,10-9 1 0,0 4-1 0,0 4 0 0,0-4 0 0,0 6 1 0,0 3-20 16,2 1 0-16,2 2 0 0,-4 3 0 0,4-1-1 15,-4 7 1-15,0-3 0 0,0 1 0 0,0-4-25 16,0 1 0-16,-4 3 0 0,-2-5 0 0,-1-2-1 0,1-1 1 15,2 1 0-15,-4-1 0 0,0-3-24 0,-2-4 0 16,0 2 0-16,-1-6 1 0,3-4-1 0,0 0 0 16,2 0 0-16,0-4 0 0,4-6-49 0,-2-2 0 15,4-1 0-15,0-1 1 0,4-2-1 0,2 1 1 16,0-1-1-16,4 2 1 0,-2 1 22 0,1-1 1 16,-3 6 0-16,2-3 0 0,0 7-1 0,-4 0 1 15,4 4 0-15,-4 4 0 0,-2 0-9 0,0 3 0 0,0 1 0 16,0 4 0-16,-2-2-1 0,0 3 1 0,0-3 0 15,-2 2 0-15,-2 1 6 0,2 1 0 0,-6-2 0 16,0 3 1-16,0 1-1 0,-2-6 0 0,-3 3 0 16,1-5 0-16,0 2-1 0,2-6 1 0,-2 4-1 15,-3-4 1-15,3-4-1 0,4 0 0 0,0-4 0 16,0-4 1-16,2 4-3 0,2-6 1 0,4 2-1 16,0-1 1-16,0-5-1 0,0 2 1 0,2 3-1 15,2-1 1-15,0-2-1 0,2 4 0 0,-2 2 0 0,2 1 1 16,2 1-1-16,2 4 0 0,1 0 0 0,-1 0 0 15,2 4-4-15,-2 1 1 0,2 1 0 0,1 2 0 16,-5 4-1-16,0-2 1 0,2 3 0 0,-6-3 0 16,0 2-1-16,-4 1 0 0,0 1 0 0,-4-2 0 15,-4 3 0-15,0-3 0 0,0 2 0 0,2-5 0 16,-7-1-2-16,5-4 0 0,0 0 0 0,2-4 1 0,-2 0-1 16,4-4 0-16,4 0 0 0,0-4 0 0,0-5-2 15,0 3 0-15,4-6 0 0,4 1 1 0,-4-3-1 16,2 1 0-16,2-1 0 0,4 1 0 0,-3-1-2 15,3 2 0-15,2 1 0 0,-2 7 1 0,-4-6-1 16,7 5 0-16,-3 1 0 0,-2 2 0 0,0 6-1 0,0 0 1 16,3 6 0-16,-7-2 0 0,2 5-1 0,0 1 1 15,-4 2-1-15,0 0 1 0,0 7-3 0,-4-1 1 16,0 3 0-16,0 1 0 0,0 1-1 0,-4 0 1 16,0 1 0-16,-4-5 0 0,2 3 0 0,0-5 1 15,0 1 0-15,2-4 0 0,-5-1-1 0,5-9 1 16,0 0 0-16,4-4 0 0,0-4 0 0,0-8 0 0,4 1 0 15,4-5 0-15,-3-7-1 0,5 1 1 0,0-1 0 16,4-8 0-16,-6 5-2 0,5 1 1 0,-3 3-1 16,-2-1 1-16,-4 5-1 0,2 1 1 0,-2 5-1 15,-4 2 1-15,0 5-1 0,0 1 1 0,-2 0-1 16,0 4 1-16,0 4-1 0,2 0 0 0</inkml:trace>
  <inkml:trace contextRef="#ctx0" brushRef="#br0" timeOffset="-161823.89">3030 9611 188 0,'0'0'0'0,"0"0"0"16,0 0 0-16,0 0 44 0,0 0 0 0,0-13 0 0,0 9 0 0,0 0 0 0,0-2 0 0,0 2 0 0,0 0 0 0,5-4 22 0,-1 1 0 0,-2 3 0 0,6 0 0 15,-4 0-1-15,4 4 1 0,-4 4 0 0,4 0 0 16,-4 7 0-16,2 1 1 0,-2 6-1 0,1 5 1 16,-1 8-1-16,-4 6 0 0,4 12 0 0,-4 10 1 15,-4 11-17-15,4 8 0 0,-4 4 0 0,-5 18 0 16,5-7-1-16,-2-9 1 0,2-8 0 0,0-6 0 0,-4-17-62 15,4-6 0-15,-4-2 0 0,2-10 0 0,-3 0 0 16,1-6 0-16,0-1 0 0,0-9 1 0,8-19 11 16,0 0-1427-16</inkml:trace>
  <inkml:trace contextRef="#ctx0" brushRef="#br0" timeOffset="-161473.49">3104 9849 100 0,'0'0'0'0,"0"0"0"16,0 0 0-16,0 10 213 0,0-2 1 0,0 0 0 16,0 5 0-16,4 1-1 0,-4-2 1 0,8 3 0 15,2-3 0-15,2 2-166 0,1-1 1 0,5-3-1 16,2-2 1-16,3-4-1 0,3-4 1 0,-1 0-1 15,5-8 1-15,5 0-17 0,3-3 1 0,-3-5-1 16,0 2 1-16,3-5-1 0,-7 3 0 0,1-7 0 16,-5-3 1-16,-1 3-11 0,-10-2 0 0,-1 1 0 0,-3-1 0 15,-8-2 0-15,-4 1 0 0,-4 1 0 0,-4 1 0 16,-6-1-27-16,1 0 0 0,-7 1 0 16,2 5 1-16,-9-1-1 0,3 5 1 0,-3 1-1 0,-3 6 1 15,1 4 9-15,3 0 1 0,-1 8-1 0,1 0 1 16,2 4-1-16,1 2 1 0,7 3-1 0,-2-1 1 15,18-12-6-15,0 0-1980 0</inkml:trace>
  <inkml:trace contextRef="#ctx0" brushRef="#br0" timeOffset="-160289.52">3427 10599 136 0,'0'0'0'0,"0"0"0"0,0 0 0 0,-10 0 59 0,6 0 1 0,-4 0-1 0,4 0 1 0,-4 0-1 0,2 0 0 0,-2 0 0 0,3 0 1 0,1 0-1 0,-4-4 0 15,4 4 0-15,0-4 0 0,-2 0-1 0,6-2 1 16,-4 2 0-16,4-5 0 0,4 1 5 0,-2 0 0 16,2 2 0-16,4-8 1 0,0 1-1 0,5-1 0 15,1 0 0-15,6-1 1 0,-1 1-41 0,1 2 0 16,2-5 0-16,3 3 0 0,-3 1 0 0,0 3 0 16,-1 2 0-16,1 2 0 0,-6 2-17 0,3 4 0 15,-7 0 0-15,4 2 0 0,-6 2-1 0,3 4 1 0,-5 0 0 16,-4 7 0-16,2 1-1 0,-4 3 0 0,-2 1 0 15,-2 5 0-15,-4 1 0 0,-2 3 0 0,0 6 0 16,-7 0 0-16,3-2-5 0,4 1 1 0,-4-3 0 16,2-8 0-16,1 1-1 0,1-3 1 0,0-5 0 15,4-5 0-15,4-1 4 0,0-4 1 0,4-6-1 16,4 0 1-16,0-8-1 0,5-3 1 0,5 3-1 0,-2-8 1 16,7-3-1-16,-1-3 0 0,2-1 0 0,3-5 1 15,-1-1-1-15,3 0 0 0,1 5 0 0,-3-1 0 16,-3 6-2-16,-5 3 1 0,-3 10 0 0,-2-2 0 15,-2 8-1-15,-3 8 1 0,-5-4 0 0,0 8 0 0,-4 3 2 16,0-1 1-16,0 7 0 0,0 1 0 16,-4 1-1-16,4-1 1 0,-4 3-1 0,4-5 1 0,0 1-5 15,0-1 1-15,0-1-1 0,0-1 1 0,0-18-4 16,0 0-1590-16</inkml:trace>
  <inkml:trace contextRef="#ctx0" brushRef="#br0" timeOffset="-159989.5">4716 10285 152 0,'0'0'0'0,"0"0"0"0,0 0 0 0,8-4 144 0,0 4 0 0,-2 0 0 0,6-4 1 0,1 0-1 0,-3 2 0 0,6 2 0 15,-4 0 0-15,-12 0-144 0,0 0-979 0</inkml:trace>
  <inkml:trace contextRef="#ctx0" brushRef="#br0" timeOffset="-159806.39">4732 10417 444 0,'0'0'0'0,"0"0"0"0,0 0 0 0,-12 2 106 0,8 2 0 15,0-4 0-15,4 0 0 0,-4 0 0 0,4 0 0 16,4 0 0-16,0 0 0 0,4-4-72 0,0 2 1 16,6-2 0-16,7 2 0 0,-3-3-1 0,2 3 1 15</inkml:trace>
  <inkml:trace contextRef="#ctx0" brushRef="#br0" timeOffset="-159189.65">4742 10265 12 0,'0'0'0'0,"0"0"0"0,0 0 0 0,0 0 108 0,-8-8 1 0,6 6-1 0,2-2 1 0,-4-1-1 0,0-1 1 0,0 2-1 15,0 0 1-15,4 0-62 0,-4 0 0 0,0 0 0 0,4 4 1 16,0-4-1-16,0 2 0 0,0 2 0 0,0 0 1 15,4 0-30-15,0 0 0 0,4 2 0 0,0 2 0 16,2-4-1-16,2 4 1 0,5-4 0 0,-3 4 0 16,-14-4-18-16,0 0-1051 0</inkml:trace>
  <inkml:trace contextRef="#ctx0" brushRef="#br0" timeOffset="-158953.72">4742 10450 293 0,'0'0'0'16,"0"0"0"-16,0 0 0 0,0 0 73 0,0 0 0 15,0 0 0-15,0 0 1 0,0 0-42 0,0 0 0 16,8 0 0-16,-4 0 1 0,5 0-1 0,-1 0 0 15,6 0 0-15,2-5 0 0,2 3-11 0,3-2 0 0,1 0 0 16,5 0 1-16,1 0-1 0,3 4 0 0</inkml:trace>
  <inkml:trace contextRef="#ctx0" brushRef="#br0" timeOffset="-156320.91">5807 10271 84 0,'0'0'0'0,"0"0"0"0,0 0 0 0,0 0 32 0,0 0 0 0,-9 0 0 0,5 0 0 0,4 0 0 0,-4 0 0 0,0 0 0 16,4 0 0-16,-4 0 33 0,4 0 0 0,0 0 0 16,0 0 0-16,4 0-1 0,0 0 1 0,4 0 0 15,5 0 0-15,5 0-24 0,-2 0 1 0,7 0 0 16,-1 0 0-16,7 0-1 0,1 2 1 0,1 2-1 15,3 0 1-15,1-4-9 0,1 0 1 0,3 4 0 16,0-4 0-16,1 0-1 0,-1 0 1 0,0 0 0 0,-9-4 0 16,3 4-41-16,-3 0 1 0,-7-4-1 0,-7 4 1 15,-2-6-1-15,-1 2 1 0,-9 0-1 0,0 0 1 16,-4 0 24-16,-4 0 0 0,-5-1 0 0,1-3 1 16,-2 2-1-16,-2-2 0 0,-6-2 0 0,1-1 0 15,-5 1-16-15,-2 2 1 0,1-4-1 0,-3 1 1 0,-3 1-1 16,-1 0 1-16,-1 4-1 0,1-5 1 0,1 5 10 15,3 2 0-15,-5 2 0 0,5 0 0 0,1 2-1 16,7 2 1-16,-2 2 0 0,1 0 0 0,7 2 4 16,0 3 0-16,-2 1 0 0,1 2 1 0,1 5-1 15,2 1 0-15,6 3 0 0,-4 3 0 0,4 5-1 0,0 2 0 16,0 6 0-16,4 2 1 0,4-2-1 0,0 2 0 16,8-1 0-16,2-3 1 0,7-4-2 0,1 0 1 15,8-4-1-15,5-5 1 0,2 1-1 0,3-7 1 16,3 3-1-16,0-5 1 0,4 2 0 0,-5-8 1 15,1 3 0-15,0-3 0 0,-4-4-1 0,-5-2 1 16,1-2-1-16,3-4 1 0,-3-2-1 0,0-9 1 16</inkml:trace>
  <inkml:trace contextRef="#ctx0" brushRef="#br0" timeOffset="-155090.49">6254 9641 380 0,'0'0'0'16,"0"0"0"-16,0 0 0 0,0 0 114 0,13-4 0 0,-9 4 0 0,2 0 0 0,2 0 0 0,0 0 0 0,0 0 0 0,4 4 0 0,3-4-80 0,1 4 1 0,2-4 0 15,3 3 0-15,1-1-1 0,0 0 1 0</inkml:trace>
  <inkml:trace contextRef="#ctx0" brushRef="#br0" timeOffset="-154040.54">6810 9477 20 0,'0'0'0'0,"0"0"0"0,0 0 0 0,0 0 29 0,0 0 1 0,0 0 0 0,0 0 0 0,0 0-1 0,-6 2 1 0,2-2 0 0,0 0 0 15,0 2-15-15,0 0 1 0,-5 1 0 0,3-3 0 16,2 0-1-16,0 0 1 0,0 0 0 0,0 0 0 15,0 2 21-15,0 2 1 0,0-4-1 0,-2 4 1 16,2 0-1-16,0-2 0 0,0 4 0 0,-1 4 1 16,1-1-10-16,0 3 0 0,0 2 0 0,0-1 0 0,4 1-1 15,0 4 1-15,4-1 0 0,0-1 0 0,0 1-37 16,5-1 0-16,3-8 0 0,2 2 0 0,-2-1 0 16,7-1 0-16,1-4 0 0,-2-4 0 0,3-4 27 15,-3 0 1-15,2-4 0 0,3-3 0 0,-3-1-1 16,-2 0 1-16,-6-3-1 0,1-5 1 0,-3 1 4 0,-2 1 0 15,-8-1 0-15,0 1 1 0,-8 2-1 0,2-5 0 16,-2 3 0-16,-5 5 0 0,1 3 4 0,-2-4 1 16,2 5 0-16,-5 5 0 0,3 0-1 0,-2 0 1 15,2 4 0-15,1 4 0 0,13-4-28 0,0 0-1043 0</inkml:trace>
  <inkml:trace contextRef="#ctx0" brushRef="#br0" timeOffset="-153773.62">7282 9801 308 0,'0'0'0'0,"0"0"0"0,0 0 0 0,0 0 168 0,-8 0 1 0,6 2 0 0,-2-2 0 0,4 0-1 0,-4 0 1 0,0 0-1 0,0 2 1 16,4-2-118-16,-4 0 1 0,4 0 0 0,0 0 0 0,0 0-1 16,0 0 1-16</inkml:trace>
  <inkml:trace contextRef="#ctx0" brushRef="#br0" timeOffset="-153389.28">7638 9629 128 0,'0'0'0'15,"0"0"0"-15,0 0 0 0,0 0 169 0,-8-6 0 0,2 4 0 16,2 0 1-16,-4 0-1 0,4 0 0 0,-4 2 0 15,0 0 0-15,-1 0-136 0,-1 2 1 0,2 2 0 16,-4 2 0-16,4 4-1 0,2-2 1 0,-3 3 0 16,1 1 0-16,4-4 0 0,0 3 0 0,4 1 0 15,0-4 0-15,4 0 0 0,0-2 0 0,9 3 0 16,-3-5 0-16,6-2-14 0,0-2 0 0,3 0 0 16,-3 0 1-16,2-2-1 0,3-2 0 0,-3-1 0 15,2 1 1-15,-1-4-25 0,-3 0 0 0,-2-2 0 0,2-1 0 16,-3 1 0-16,-5 0 0 0,2-2 0 0,-6 1 1 15,-4-3 9-15,0 2 0 0,-4-1 0 0,-2 1 1 16,-2 2-1-16,-5 2 0 0,1-3 0 0,-2 3 0 16,-2 0 0-16,-1 2 1 0,3 0 0 0,-2 4 0 0,-2-2-1 15,5-1 1-15,-1 5 0 0,2 0 0 0,4 0 15 16,0 5 0-16,4-5 0 0,-3 0 1 0,7 0-23 16,0 0-1760-16</inkml:trace>
  <inkml:trace contextRef="#ctx0" brushRef="#br0" timeOffset="-145907.06">8115 9457 372 0,'0'0'0'0,"0"0"0"0,0 0 0 16,0 0 115-16,0 0 0 0,0 0 0 0,0-10 0 0,0 5 0 0,0 1 0 0,-5 0 0 0,5-4 0 0,0 4-59 0,0-2 1 0,0 2 0 0,-4 0 0 0,4-1-1 16,-4-1 1-16,4 6 0 0,-4-2 0 0,0 0-4 15,0 0 0-15,0 2 0 0,-2 0 0 0,2 2-1 16,-4 2 1-16,4-2 0 0,-4 7 0 15,-1-1-11-15,3 6 0 0,-2-2 0 0,0 1 1 0,0 3-1 16,2 1 0-16,0 3 0 0,4 3 0 0,2 3-55 0,0-3 1 16,0 4 0-16,6-3 0 0,2 1-1 15,4-5 1-15,2 3 0 0,3-7 0 0,3 3 34 0,-2-9 1 16,3-2-1-16,-3-4 1 0,2-4-1 0,3 0 0 16,-5-4 0-16,2-4 1 0,-3-2-13 0,-3-3 1 15,-2-1-1-15,-4 2 1 0,0-5-1 0,-2 3 0 16,-1 2 0-16,-1 1 1 0,-4-3-2 0,-4 4 0 15,-5 4 0-15,3 2 0 0,-6-3 0 0,0 5 0 16,-2 2 0-16,-3 0 0 0,1 2 3 0,-2 5 1 16,-1-3 0-16,3 0 0 0,0 0-1 0,4 0 1 0,-3 2 0 15,3 2 0-15,0-4 3 0,2 3 1 0,2-1-1 16,4 4 1-16,4-10-17 0,0 0-2183 0</inkml:trace>
  <inkml:trace contextRef="#ctx0" brushRef="#br0" timeOffset="-141556.72">8660 9159 132 0,'0'0'0'0,"0"0"0"0,0 0 0 0,0 0 67 0,0 0 0 0,0 0 0 0,0 0 1 0,0 0-1 0,-8 0 0 0,8 0 0 0,-4 2 0 0,4 1 23 0,-4 3 0 0,4-2 0 15,-4 4 0-15,4 2 0 0,-4 3 0 0,0 3 0 16,-1 2 0-16,3 1-23 0,0 8 0 0,-2-3 0 0,2 7 1 15,2 6-1-15,-4-2 0 0,4 2 0 0,0 0 0 16,0-1-16-16,4 1 0 0,-2-2 0 0,4-2 1 16,1-2-1-16,1-2 0 0,4-3 0 0,-2-1 1 15,-10-25-52-15,0 0-1752 0</inkml:trace>
  <inkml:trace contextRef="#ctx0" brushRef="#br0" timeOffset="-141040.28">9057 9063 192 0,'0'0'0'0,"0"0"0"0,0 0 0 0,0 0 218 0,0 0 1 0,0 0-1 0,0 0 1 0,0 0-1 0,0 0 0 0,0 0 0 0,0 0 1 0,0 0-157 16,0 0 1-16,4 6-1 0,-4 0 1 0,0 5-1 0,0 1 0 16,4 2 0-16,-4 1 1 0,0 1-25 0,-4 5 0 15,4 3 0-15,0 1 1 0,-4 1-1 0,-2 1 0 16</inkml:trace>
  <inkml:trace contextRef="#ctx0" brushRef="#br0" timeOffset="-140773.86">8841 9397 340 0,'0'0'0'0,"0"0"0"15,0 0 0-15,0 0 144 0,0 0 0 0,0 0 0 0,4-6 1 16,0 4-1-16,-2 0 0 0,4 0 0 0,1-2 0 16,1 4-79-16,4-4 0 0,-2 4 0 0,6 0 0 15,1 0-1-15,1-4 1 0,2 4 0 0,7 0 0 16,3 0-21-16,5 0 0 0,-1 0 0 0,9 0 0 16,20 0-44-16,-63 0-1641 0</inkml:trace>
  <inkml:trace contextRef="#ctx0" brushRef="#br0" timeOffset="-139342.12">9008 9447 368 0,'0'0'0'0,"0"0"0"0,0 0 0 0,0 0 149 0,0 0 1 0,0 0-1 0,0 0 1 0,0 0-1 0,-8-5 0 0,8 1 0 0,-4 4 1 16,4 0-95-16,-4 0 0 0,4 0 0 0,-4 0 1 15,0 4-1-15,0-2 0 0,-1 3 0 0,1 1 0 16,0 4-5-16,2-4 0 0,-2 4 0 0,0 1 0 15,0 1-1-15,0 2 1 0,0-1 0 0,0-1 0 0,4 2-19 16,-4-3 1-16,4 1 0 0,0-4 0 0,0 0-1 16,0-2 1-16,0 3 0 0,4-5 0 0,-4 0-38 0,4 0 0 15,-4 0 0-15,4-2 1 0,0 2-1 16,0 0 1-16,0-4-1 0,2 4 1 0,0-4 17 0,1 4 1 16,1-4-1-16,-4 3 1 0,4-3-1 0,-4 0 0 15,4 0 0-15,2 0 1 0,-2-3-1 0,1-1 0 16,-3 0 0-16,6-4 0 0,-8 0-1 0,4-2 1 15,0-1 0-15,0 1 0 0,3 0-3 0,-7 2 0 16,4-1 0-16,-4 3 0 0,0-2 0 0,0 0 0 0,-2 2 0 16,-2 2 0-16,0 4 2 0,0-4 0 15,0 4 0-15,0 0 0 0,-2 4-1 0,2-2 1 0,-4 2 0 16,4 2 0-16,-4 4-2 0,0 3 0 0,0 1 0 16,0-2 0-16,0 7 0 0,-1-3 0 0,3 2 0 15,0 1 0-15,0-5-2 0,2 3 0 0,-2-3 0 16,2 2 1-16,0-5-1 0,0-1 0 0,2-4 0 15,0 2 0-15,-2-8-7 0,0 0-2321 0</inkml:trace>
  <inkml:trace contextRef="#ctx0" brushRef="#br0" timeOffset="-139025.18">9370 8967 384 0,'0'0'0'0,"0"0"0"0,0 0 0 0,0 8 207 0,4-4 1 0,0 4 0 0,1 6 0 0,-1-1-1 0,2 5 1 0,0 1-1 0,0 5 1 0,6 7-148 0,-4 6 1 16,2 2 0-16,-1 6 0 0,-1 4-1 0,-4 1 1 16,0 5 0-16,-8-2 0 0,0-1-19 0,-4 3 0 15,-5-4 0-15,-1 2 1 0,-6-7-1 0,-3 1 0 16,-1-8 0-16,2-2 0 0,-1-7-25 0,1-7 0 0</inkml:trace>
  <inkml:trace contextRef="#ctx0" brushRef="#br0" timeOffset="-136525.5">9973 9527 76 0,'0'0'0'0,"0"0"0"0,0 0 0 0,0-13 197 0,0 7 1 0,0-2 0 0,0-4 0 0,0 1-1 0,0-1 1 0,0 0-1 0,0 1 1 0,0-5-160 0,2 4 1 15,0 1-1-15,2 1 1 0,-4 2-1 0,4 0 1 16,0 4-1-16,0 4 1 0,0 0-12 0,4 8 0 16,-4 2 0-16,2 2 0 0,3 9-1 0,-5 6 1 15,4 5 0-15,-4 7 0 0,2 11-15 16,0 1 0-16,-4 6 0 0,-2 5 1 0,-2 1-1 0,-4 3 0 16,0-4 0-16,-6-1 1 0,-5-8-11 0,-1 1 0 15,-6-1 0-15,1-10 0 0,-3-8 0 0,1-8 0 16,3-9 0-16,4-8 0 0,6-7-2 0,-1-8 0 0,5-3 0 15,2-8 1-15,2 1-1 0,4-3 0 0,-4 0 0 16,4 1 1-16,4-3 5 0,2-1 0 0,2 1 0 16,0-1 1-16,1 5-1 0,1-1 0 0,2 3 0 15,4 2 1-15,-4-1 2 0,7 5 0 0,-3 2 0 16,-2 6 0-16,7 0-1 0,-7 2 1 0,2 4 0 16,-2 4 0-16,3-1 2 0,-5 5 0 0,-2 2 0 15,2 3 1-15,-4 1-1 0,-4 5 0 0,1 2 0 0,-1-1 0 16,-4 7-1-16,0 4 1 0,-4 2 0 0,-1 2 0 15,-3 6-1-15,-4 0 1 0,2 1 0 0,-6 3 0 16,-1-2-4-16,3 2 1 0,-4 3 0 0,2-5 0 16,-1 0-1-16,3-4 1 0,2-4 0 0,4-4 0 15,-1-6-3-15,5-9 1 0,4-7 0 0,9-5 0 16,-5-6-1-16,4-4 1 0,4 0-1 0,-2 0 1 0,-10 0-6 16,0 0-2025-16</inkml:trace>
  <inkml:trace contextRef="#ctx0" brushRef="#br0" timeOffset="-135255.33">10801 10033 172 0,'0'0'0'0,"0"0"0"0,0 0 0 0,0-12 84 0,0 8 0 0,-4-4 0 0,4-1 1 0,0 3-1 0,0-2 0 0,0-2 0 0,0 4 1 0,0-1-8 16,0 7 0-16,0 0 0 0,0 5 0 0,0 5 0 16,0 6 0-16,0 3 0 0,-4 7 0 0,0 17-14 0,-2 7 1 15,0 15-1-15,-4 15 1 0,-3 2-1 0,-5 23 1 16,2-7-1-16,1-7 1 0,3-11-23 0,0-7 0 16,0-9 0-16,4-9 0 0,2-12-1 0,1-10 1 15,1-8 0-15,4-9 0 0,0-16-41 0,0 0-1723 0</inkml:trace>
  <inkml:trace contextRef="#ctx0" brushRef="#br0" timeOffset="-134974.75">10707 10224 448 0,'0'0'0'0,"0"0"0"16,0 0 0-16,0 12 170 0,0-6 0 0,3 3 0 15,3-5 1-15,-2 6-1 0,4 2 0 0,2-8 0 16,2 5 1-16,9-1-117 0,-3-2 1 0,6 2-1 15,-1-8 1-15,7 0-1 0,-1 0 0 0,1-8 0 0,1 0 1 16,-1-3-16-16,-3 3 1 0,1-10-1 0,-9-1 1 16,1 3-1-16,-2-7 0 0,-1 1 0 15,-9-3 1-15,0 3-16 0,-2-5 0 0,-6 0 0 0,0-4 1 16,-4 1-1-16,-2 3 0 0,-2 0 0 0,-1 3 1 16,-3 5-29-16,-4 5 1 0,2 0-1 0,-7 7 1 0,7 3-1 15,-6 4 1-15,1 4 0 0,1 3 0 0,2 3 9 16,-4-4 0-16,5 4 0 0,3 1 0 0,12-11-6 15,0 0-2064-15</inkml:trace>
  <inkml:trace contextRef="#ctx0" brushRef="#br0" timeOffset="-134756.31">11570 9522 444 0,'0'0'0'16,"0"0"0"-16,0 0 0 0,0 0 188 0,0 0 1 16,0 0-1-16,0 0 1 0,0 11-1 0,0-1 0 15,-4 4 0-15,0 5 1 0,-2-3-138 0,0 9 0 0,0 6 0 16,-2 3 0-16,0 9-1 0,-2-4 1 0,1 7 0 16,1-3 0-16,0 2-36 0,4-6 1 0</inkml:trace>
  <inkml:trace contextRef="#ctx0" brushRef="#br0" timeOffset="-134557.45">11373 9709 216 0,'0'0'0'0,"0"0"0"0,0 0 0 15,8-6 168-15,-4 2 1 0,4 0-1 0,3-2 1 0,1 1-1 16,0 3 0-16,2 0 0 0,7 2 1 0,-5 0-130 15,6 2 0-15,1 0 0 0,1 1 0 0,3 1 0 16,-1 0 0-16,0 0 0 0,3 0 0 0,1-2-25 0,-7 0 0 16</inkml:trace>
  <inkml:trace contextRef="#ctx0" brushRef="#br0" timeOffset="-134207.83">11876 9514 52 0,'0'0'0'16,"0"0"0"-16,0 0 0 0,0 0 136 0,0 0 0 16,-8-8 0-16,4 4 0 0,-1 2 0 0,-1-2 0 0,2 4 0 15,-4-4 0-15,4 4-119 0,-6 0 0 0,0 0 0 16,0 0 1-16,-3 4-1 0,-1 0 0 0,2 0 0 16,-4 4 1-16,1 2 8 0,-5-1 1 0,4 1-1 15,-3 2 1-15,1 1-1 0,-2-3 0 0,1 2 0 16,-1 0 1-16,2-1-30 0,1-1 0 0,-1-2 0 15,2 0 0-15,4-4 0 0,-5 0 0 0,7-1 0 16,-2-3 0-16,0-3 5 0,6 3 0 0,-3-4 0 0,5 0 0 16,-4-2-1-16,2 2 1 0,4-2 0 0,0 2 0 15,0 2-7-15,2-2 0 0,0 0 0 0,0-3 1 16,4 3-1-16,0 2 0 0,4 0 0 0,0 0 1 16,3 2 2-16,1 2 1 0,4 0 0 0,0 4 0 0,3 1-1 15,-5 3 1-15,2 2 0 0,1 4 0 16,-3-1 0-16,2-1 1 0,-4 7 0 0,3-5 0 0,1 3-1 15,-4-1 1-15,2-4 0 0,3-1 0 0,-7-1 14 16,6-2 0-16</inkml:trace>
  <inkml:trace contextRef="#ctx0" brushRef="#br0" timeOffset="-133956.95">11788 9305 76 0,'0'0'0'16,"0"0"0"-16,0 0 0 0,0 0 166 0,-8-4 1 0,4 4 0 15,4 0 0-15,-4 0-1 0,4 2 1 0,-4 2 0 16,4 0 0-16,-4 8-113 0,0-1 0 0,4 5 0 16,-4 1 0-16,-2 3 0 0,-1 5 0 0,1 1 0 15,2 1 0-15,-4 4-12 0,-4 0 0 0,2-1 0 16,-2-3 0-16,-1 4-1 0,-3-1 1 0,2-1 0 15,-5 0 0-15,3-2-29 0,0-1 0 0,2-3 0 0,-3 1 1 16,17-24-14-16,0 0-1673 0</inkml:trace>
  <inkml:trace contextRef="#ctx0" brushRef="#br0" timeOffset="-133772.62">11324 9461 432 0,'0'0'0'0,"0"0"0"0,0 0 0 0,10 0 143 15,-6 0 0-15,0 4 0 0,5 0 0 0,1 2-1 16,2 5 1-16,0-1 0 0,0 4 0 0,3 7-79 16,1 1 0-16,2 1 0 0,-1 3 1 0,5 5-1 15,-2 0 0-15,7 0 0 0,-5-1 1 0,3-3-18 0,-3 0 1 16,2-3-1-16,3-1 1 16,-27-23-48-16,0 0-1710 0</inkml:trace>
  <inkml:trace contextRef="#ctx0" brushRef="#br0" timeOffset="-132224.65">12069 9805 328 0,'0'0'0'0,"0"0"0"0,0 0 0 0,0-12 86 0,-4 6 1 0,4 2 0 0,-4-6 0 15,0 4-1-15,0-1 1 0,0 3 0 0,-2 0 0 0,2 4 17 0,-1 8 0 0,-3-1 0 0,4 9 0 0,-6 4-1 16,2 11 1-16,-4 10 0 0,-5 13 0 0,3 11-33 16,-2 9 1-16,-6 8-1 0,-1 23 1 0,7-13-1 15,0-6 0-15,5-8 0 0,7-10 1 0,4-13-36 16,2-6 1-16,4-10 0 0,5-10 0 0,1-4-1 0,0-13 1 15</inkml:trace>
  <inkml:trace contextRef="#ctx0" brushRef="#br0" timeOffset="-131907.41">12323 10078 552 0,'0'0'0'0,"0"0"0"16,0 0 0-16,-10 0 172 0,6 0 0 0,0 0 0 15,-4 4 0-15,0 0-1 0,0 5 1 0,-2 1 0 16,1 2 0-16,-5 7-107 0,2 7 0 0,0 1 0 16,-2 4 0-16,1 8 0 0,1 0 0 0,-2 6 0 15,8-8 0-15,2 2-21 0,4 0 1 0,2-9 0 0,4-3 0 16,6-4-1-16,4-7 1 0,-1-2-1 16,5-9 1-16,-2-5-17 0,7-5 0 0,5-9 0 0,1-2 0 15,-1-15 0-15,1-4 0 0,1-4 0 0,-5-6 0 16,-3 0-32-16,-5-8 0 0,-9 3 0 0,-2 3 0 15,-4 0 0-15,-4 6 0 0,-6 2 0 0,-2 4 1 16,0 6 10-16,-5 5 1 0,-5 5-1 0,2 5 1 16,-7 8-1-16,3 6 1 0,-6 4-1 0,5 4 1 0,-1 4 2 15,-1 5 0-15,3 1 0 0,-2 1 0 0,22-19-10 16,0 0-2323-16</inkml:trace>
  <inkml:trace contextRef="#ctx0" brushRef="#br0" timeOffset="-131690.08">12684 9650 592 0,'0'0'0'16,"0"0"0"-16,0 0 0 0,12 0 225 0,-8 0 1 16,0 2 0-16,2 4 0 0,2 0-1 0,-4 6 1 15,5 7 0-15,-5-1 0 0,0 13-169 0,-2 8 0 0,-2 12 0 16,-2 9 0-16,-6 14-1 0,-5 10 1 0,-5 22 0 15,-8-5 0-15,1-5-20 0,-1-1 0 0,-3-11 0 16,3-6 0-16,-5-11-1 0,5-9 1 0,1-7 0 16,-1-10 0-16,1-6-21 0,3-4 1 0</inkml:trace>
  <inkml:trace contextRef="#ctx0" brushRef="#br0" timeOffset="-130958.24">13689 9955 464 0,'0'0'0'0,"0"0"0"0,0 0 0 0,0 0 146 0,0 8 0 0,0-3 0 0,0 1 1 0,-4 6-1 0,4 2 0 0,-4 3 0 0,-4 5 0 0,0 7-66 0,-2 8 1 16,-7 6 0-16,1 8 0 0,-2 11-1 0,-5 1 1 0,-1 5-1 15,6-2 1-15,-3-9-80 0,3-4 1 0</inkml:trace>
  <inkml:trace contextRef="#ctx0" brushRef="#br0" timeOffset="-130824.81">13414 10378 504 0,'0'0'0'0,"0"0"0"16,0 0 0-16,0 0 154 0,13-8 1 0,-7 3-1 0,6-1 1 15,0-2-1-15,4 0 0 0,3 0 0 0,3-5 1 16,3 3-110-16,1 2 0 0</inkml:trace>
  <inkml:trace contextRef="#ctx0" brushRef="#br0" timeOffset="-130537.46">14513 9840 580 0,'0'0'0'15,"0"0"0"-15,0 0 0 0,0 0 161 0,0 0 0 16,0 0 0-16,0 0 1 0,-8 0-1 0,4 4 0 0,0 3 0 15,-4 5 0-15,2 6-102 0,-2 7 0 0,-4 6 0 16,-1 10 0-16,-3 6-1 0,2 10 1 0,-2 1 0 16,5 1 0-16,-1 3-6 0,8-5 0 0,0-1 0 15,8-3 0-15,0-10-1 0,4-2 1 0,0-6 0 16,7-4 0-16,-15-31-53 0,0 0-2073 0</inkml:trace>
  <inkml:trace contextRef="#ctx0" brushRef="#br0" timeOffset="-130223.72">14937 9939 340 0,'0'0'0'0,"0"0"0"0,0 0 0 0,0 0 210 0,0 0 0 15,0 0 0-15,-6 10 1 0,2-4-1 0,0 4 0 16,-1 3 0-16,-3 3 1 0,0 3-132 0,-2 3 0 16,-2 9 0-16,2 8 1 0,-7 0-1 0,1 10 0 15,0 0 0-15,1 3 0 0,-1-1-33 0,4-4 0 16,6-2 0-16,-2-8 0 0,4-4-1 0,4-8 1 15</inkml:trace>
  <inkml:trace contextRef="#ctx0" brushRef="#br0" timeOffset="-130057.46">15053 10175 688 0,'0'0'0'0,"0"0"0"16,0 0 0-16,0 0 171 0,0 0 0 0,2-9 0 0,2 9 0 15,2-4 0-15,2 0 0 0,4-2 0 0,-2 0 0 16,7 2-112-16,1-2 1 0,2 2 0 0,1-5 0 16,22 3-60-16,-43 6-1722 0</inkml:trace>
  <inkml:trace contextRef="#ctx0" brushRef="#br0" timeOffset="-129858.16">15657 9947 648 0,'0'0'0'0,"0"0"0"0,0 0 0 0,-12 2 183 0,6 0 1 16,0 2-1-16,0 4 1 0,2 1-1 0,-5 5 0 15,5-2 0-15,-6 7 1 0,0 3-113 0,0 13 1 16,-2 2-1-16,-5 14 1 0,3 7-1 0,-6 3 0 16,1 11 0-16,-1 2 1 0,2 0-24 0,-5 10 1 15,7-12-1-15,2-7 1 0,2-15-1 0,4-12 0 16,3-5 0-16,1-8 1 0,4-25-49 0,0 0-2305 0</inkml:trace>
  <inkml:trace contextRef="#ctx0" brushRef="#br0" timeOffset="-129640.33">15413 10345 572 0,'0'0'0'0,"0"0"0"16,0 0 0-16,0 0 204 0,0 0 1 0,0 0 0 16,0 0 0-16,0 0-1 0,0 0 1 0,0 0 0 15,0 0 0-15,12 4-139 0,0 0 1 0,3 0-1 16,1-2 1-16,6 0-1 0,1-2 1 0,5 0-1 15,7-4 1-15,-1-2-19 0,1 0 1 0,-4-4-1 0,1-3 1 16,-1-1-1-16,-5 0 1 0,-4 1-1 0,-1-7 1 16,-11 1-21-16,0 1 0 0,-6-5 0 0,-4 5 1 15,-2-3-1-15,-2 1 0 0,-2 1 0 0,-2 1 0 16,0 4-31-16,-4 1 0 0,-1-1 0 0,-1 4 0 16,-2 3 0-16,-3 3 0 0,1-2 0 0,2 4 0 15,16 2 3-15,0 0-2499 0</inkml:trace>
  <inkml:trace contextRef="#ctx0" brushRef="#br0" timeOffset="-129422.68">16170 9668 304 0,'0'0'0'15,"0"0"0"-15,0 0 0 0,2-4 239 0,0-2 1 16,0 4 0-16,0 0 0 0,-2 2-1 0,2 0 1 15,-2 4-1-15,0 2 1 0,0 2-173 0,-2 7 0 16,-2 3 0-16,0 7 0 0,-2-3 0 0,-2 9 0 0,0 4 0 16,-2 2 0-16,-1 2-25 0,1-4 1 0,2 1 0 15,-4-1 0-15,4-6-1 0,-2 2 1 0</inkml:trace>
  <inkml:trace contextRef="#ctx0" brushRef="#br0" timeOffset="-129208.08">15971 9797 460 0,'0'0'0'0,"0"0"0"0,0 0 0 16,12-6 208-16,-6 2 1 0,6 0-1 0,-4 0 1 15,5-2-1-15,1 2 1 0,2-3-1 0,2 1 1 16,-1 2-151-16,5 4 1 0,-2-6-1 0,3 2 1 16,-1 2-1-16,3 2 0 0,-7 0 0 0,2 2 1 15,1 2-17-15,-3 2 1 0,0-2 0 0,-1 0 0 0,-5 5-1 16,0 1 1-16,2 2 0 0,-4-4 0 0,3 3-26 15,-1-3 0-15,-2 0 0 0,0 0 1 0,0-2-1 16,-2-2 0-16</inkml:trace>
  <inkml:trace contextRef="#ctx0" brushRef="#br0" timeOffset="-128989.3">16355 9822 196 0,'0'0'0'0,"0"0"0"0,-6 0 0 0,-2 0 216 0,0 0 1 16,-4 0-1-16,-3 2 1 0,-5 0-1 0,2 0 0 16,-3 0 0-16,-1 2 1 0,-2-2-173 0,-3 2 1 15,1-4-1-15,-5 4 1 0,1 1-1 0,1-3 0 16,-1 2 0-16,-1-2 1 0,5 0-32 0,-3 0 1 15,7-2 0-15,-1 0 0 0,3 0-1 0,2-4 1 16,6 2 0-16,-3-2 0 0,5 2-21 0,4-7 0 0,2 5 0 16,0-2 0-16,4 0 0 0,4 0 0 0,0-2 0 15,4-1 0-15,2 1 18 0,3 2 1 0,3-4 0 16,2 4 0-16,-2-1-1 0,3 5 1 0,1 2 0 16,-2 2 0-16,1 5-32 0,1 1 1 0,-2 4 0 15,3-2 0-15,-5 3 0 0,2 1 0 0,-1 2 0 16,1-1 0-16,2 1 6 0,-3-1 0 0</inkml:trace>
  <inkml:trace contextRef="#ctx0" brushRef="#br0" timeOffset="-128841.33">16001 9736 506 0,'0'0'0'0,"0"0"0"0,0 0 0 16,0 0 126-16,0 0 0 0,-8-2 0 0,8 4 1 15,-6 2-93-15,4 2 1 0,0 0-1 0,0 2 1 0,2 3-1 16,0 1 0-16,2 2 0 0,2 3 1 0,2-1-10 15,6-2 1-15</inkml:trace>
  <inkml:trace contextRef="#ctx0" brushRef="#br0" timeOffset="-128475.28">16482 9797 340 0,'0'0'0'0,"0"0"0"16,0 0 0-16,4-10 116 0,2 6 0 0,-2-2 0 16,4 0 1-16,-4-1-1 0,4 3 0 0,2 0 0 0,2 0 0 15,1 4-81-15,1 0 1 0,-2 4-1 0,0 7 1 16,-1 5-1-16,1 0 0 0,-4 9 0 0,-4 8 1 16,0 12 22-16,-4 0 1 0,-4 10-1 0,-4 5 1 15,-8 5-1-15,1 5 0 0,-9-2 0 0,-7 10 1 16,5-13-31-16,-5-11 0 0,5-9 0 0,1-6 0 0,25-39-28 15,0 0-1599-15</inkml:trace>
  <inkml:trace contextRef="#ctx0" brushRef="#br0" timeOffset="-126406.18">16899 9976 276 0,'0'0'0'0,"0"0"0"0,0 0 0 0,-8-4 127 0,8 0 0 0,-4-1 0 0,-1 1 0 0,1 0 0 0,0-4 0 0,2 0 0 0,0-2 0 0,2-1-50 0,0-1 1 0,0 0-1 0,2-1 1 16,4 3-1-16,-2-4 0 0,5 6 0 0,-5-1 1 15,4-1-17-15,2 4 1 0,2 2 0 0,-4 2 0 16,3 4-1-16,1 2 1 0,0 4-1 0,0 4 1 15,2 1-19-15,-5 5 0 0,3 5 0 0,0 3 0 16,2 5 0-16,-4 4 0 0,1 0 0 0,-5 0 0 0,-2 6-51 16,-4-6 0-16,0 2 0 0,-4-3 1 0,-2 1-1 15,-3 0 0-15,-3-8 0 0,-2 0 1 16,-2-5 27-16,-1-5 0 0,-1-1 0 0,-2-2 0 0,-1-8-1 16,3-1 1-16,0-3 0 0,1-2 0 0,3-5-13 15,4 1 0-15,4 0 0 0,-2-4 1 0,4 2-1 16,4 0 0-16,0 0 0 0,4 2 0 0,4-1-1 0,0-3 1 15,0 6 0-15,6 2 0 0,-1 0-1 0,3 2 1 16,2 2-1-16,1 0 1 0,1 1 0 0,2 1 1 16,1 0-1-16,1 4 1 0,1-6-1 0,1 2 0 15,5 0 0-15,-9-1 1 0,4-1 2 0,-1-2 1 16,-3 2 0-16,3-4 0 0,-25 0-11 0,0 0-2293 0</inkml:trace>
  <inkml:trace contextRef="#ctx0" brushRef="#br0" timeOffset="-125875.1">17613 9947 480 0,'0'0'0'0,"0"0"0"0,0 0 0 0,0 0 207 0,0-10 1 0,0 6-1 0,0 0 1 0,0 4-1 0,4-7 0 0,-4 5 0 0,4-2 1 0,-4 2-145 0,4 0 0 0,0 2 0 0,2 2 1 0,1 2-1 0,-1 2 0 16,2 3 0-16,0-1 0 0,0 6-13 0,0-4 0 15,2 5 0-15,-1 1 0 0,-5 1-1 0,0-1 1 16,-2 2 0-16,-2 1 0 0,-2-3-25 0,-2 3 0 16,-4-5 0-16,-1 3 1 0,1-3-1 0,-2-2 0 15,2 1 0-15,0-3 0 0,0-2-26 0,2-4 1 16,-1 0-1-16,3-2 1 0,2 0-1 0,2 0 1 16,0 0 0-16,0-2 0 0,0 2 3 0,0 3 1 15,4-1-1-15,2 4 1 0,1-4-1 0,-1 6 0 16,2 3 0-16,0-1 1 0,4 2-1 0,2 1 1 0,-1 1-1 15,-3 0 1-15,2 3-1 0,0-3 0 0,-6 1 0 16,3 3 1-16,-3-3 1 0,0 1 0 0,-6 1 0 16,-4-5 1-16,0 2-1 0,-3-1 0 0,-1 1 0 15,0-6 1-15,-6 1-2 0,2-1 1 0,-5-6-1 16,1-2 1-16,2-2-1 0,-6-2 1 0,1 2-1 16,-1-8 1-16,2-1 1 0,1-1 0 0,3-2 0 0,2 0 0 15,12 12-6-15,0 0-2548 0</inkml:trace>
  <inkml:trace contextRef="#ctx0" brushRef="#br0" timeOffset="-125725.34">18203 10370 584 0,'0'0'0'0,"0"0"0"0,0 0 0 0,0 0 238 15,-6 0 1-15,2 0-1 0,4 0 1 0,-4 0-1 16,4 0 1-16,-4 0-1 0,2 0 1 0,2 0-239 0,0 0-1869 15</inkml:trace>
  <inkml:trace contextRef="#ctx0" brushRef="#br0" timeOffset="-125374.71">18529 9771 508 0,'0'0'0'0,"0"0"0"0,0 0 0 15,-8-7 193-15,4 3 1 0,0 0-1 0,2 0 1 16,-2 0-1-16,0 0 1 0,-1-2-1 0,5 2 1 16,-4 0-138-16,4 4 1 0,0 0 0 0,4 0 0 0,-4 0-1 15,9 0 1-15,-5 4 0 0,4-2 0 0,4 2-14 16,2 2 0-16,3 0 0 0,1-2 0 0,0 2-1 16,7 1 1-16,-3-3 0 0,2 2 0 0,3-2-23 15,-7 0 0-15,-1-4 0 0,-1 4 0 0,-18-4-20 16,0 0-2200-16</inkml:trace>
  <inkml:trace contextRef="#ctx0" brushRef="#br0" timeOffset="-125007.78">18503 9752 548 0,'0'0'0'0,"0"0"0"0,0 0 0 0,-15 8 199 0,9-1 0 15,0-1 0-15,-2 4 0 0,0 2-1 0,0 3 1 16,2 1 0-16,-3 2 0 0,5 1-126 0,-4 3 1 0,4 3-1 15,0-2 1-15,2 3-1 0,2-3 1 0,0-1-1 16,2-1 1-16,2-3-25 0,0 1 0 0,0-3 0 16,0-5 0-16,0-3 0 0,0 0 0 0,3-8 0 15,-3 4 0-15,4-4-19 0,0-4 1 0,0 4-1 16,2-8 1-16,2 2-1 0,5-1 1 0,1 1-1 16,2-2 1-16,3 2-35 0,-1 0 0 0,3 2 0 15,1 2 1-15,-2 2-1 0,3 2 0 0,-5 4 0 0,3 2 1 16,1 2 10-16,-5 3 1 0,1 1-1 0,-4 2 1 15,-1 3-1-15,-1-1 1 0,-2 3-1 0,-2-1 1 16,-4 5-3-16,-4-3 1 0,-4-1-1 0,-2-1 1 16,-4 1-1-16,-6-1 0 0,-4 1 0 0,-2 0 1 0,-3-5 3 15,-1-2 0-15,-7-1 0 0,1-3 0 16,-1-2-1-16,3-8 1 0,-3 0 0 0,1-4 0 16,3 0 1-16,1-6 0 0,4-1 0 0,1 1 0 0,5-2 0 15,0 2 0-15</inkml:trace>
  <inkml:trace contextRef="#ctx0" brushRef="#br0" timeOffset="-124424.93">19569 9502 304 0,'0'0'0'0,"0"0"0"0,0 0 0 0,-12-6 275 0,6 6 0 0,2-4 0 0,-5 4 0 0,-5 0 0 0,2 4 0 0,4 0 0 0,-8 0 0 16,1 6-201-16,3 3 1 0,-2 1-1 0,2 4 1 0,-1-1-1 16,5 5 0-16,2 3 0 0,2 0 1 0,4-1-33 15,4 3 0-15,4-5 0 0,7 3 0 0,-3-4-1 16,6-1 1-16,2-4 0 0,3-1 0 0,-1-3-24 15,3-2 0-15,-3-6 0 0,0 1 1 0,3-5-1 16,-9 0 0-16,2-5 0 0,-3 1 0 0,-3-4-18 0,0 2 1 16,-2-2-1-16,-2 0 1 0,1-1-1 0,-3 3 0 15,0 2 0-15,-2 0 1 0,-4 4-4 0,0 4 1 16,0 0 0-16,0 11 0 0,-4-1 0 0,0 6 0 16,0 3 0-16,0 12 0 0,-3 0 1 0,3 4 1 15,2 2-1-15,2 4 1 0,2-2-1 0,2 0 1 16,3 2 0-16,1-10 0 0,0 2-1 0,0-4 1 15,-2 0 0-15,0-5 0 0,0-5 0 0,-2-5 0 0,0-1 0 16,-4-3 0-16,0 0 1 0,-4-1 1 0,4-1-1 16,-6 2 1-16,0-1-1 0,0 1 1 0,0-4-1 15,0 3 1-15,2-1-1 0,0-6 1 0</inkml:trace>
  <inkml:trace contextRef="#ctx0" brushRef="#br0" timeOffset="-120991.04">24059 617 616 0,'0'0'0'0,"0"0"0"0,0 0 0 0,0 0 175 0,0 0 1 0,0 0 0 0,0 14 0 0,2-10-1 0,0 9 1 0,0-3 0 0,2 6 0 0,0 3-94 0,0 1 0 16,4 7 0-16,-4 4 0 0,0 1 0 0,0 7 0 16,1-4 0-16,-1 6 0 0,-2 2-31 0,0-4 0 15,0-2 0-15,0 2 0 0,0-4-1 0,0-4 1 0</inkml:trace>
  <inkml:trace contextRef="#ctx0" brushRef="#br0" timeOffset="-120641.42">24110 617 288 0,'0'0'0'0,"0"0"0"0,0 0 0 15,0 0 159-15,0 8 1 0,0-2-1 0,0-2 1 16,2 9-1-16,0-3 0 0,2 2 0 0,2 0 1 16,2 3-74-16,2 1 0 0,2 3 0 0,3-5 0 0,1-2 0 15,4 1 0-15,1 1 0 0,1-6 0 0,5-4-28 0,-5 0 0 16,6-4 0-16,3-8 0 0,-7 0 0 0,1 0 0 15,-1-7 0-15,-5 3 0 0,1-6-31 0,-10-5 1 16,-2 1-1-16,-4 1 1 0,-6-1-1 0,-4-1 1 16,-4 2-1-16,-2 3 1 0,-7 0-24 0,-1 1 0 15,0 7 0-15,-5-2 0 0,-3 7-1 0,1 1 1 16,-5 4 0-16,3 4 0 0,-1 5 0 0,1-1 0 16,-3 6 0-16,3 3 1 0,5-3-1 0,-1 4 0 0</inkml:trace>
  <inkml:trace contextRef="#ctx0" brushRef="#br0" timeOffset="-120141.68">24787 428 528 0,'0'0'0'0,"0"0"0"0,0 0 0 0,0 0 183 0,0 0 1 0,0 0 0 0,0 0 0 0,0 0-1 0,2 8 1 0,2-4 0 16,1 1 0-16,-1 3-126 0,2 2 0 0,2 2 0 16,0 3 0-16,0-3 0 0,0 6 0 0</inkml:trace>
  <inkml:trace contextRef="#ctx0" brushRef="#br0" timeOffset="-119941.59">24661 494 436 0,'0'0'0'0,"0"0"0"0,0 0 0 0,0 0 185 15,8-4 0-15,-6 4 0 0,4-4 0 0,1 4 0 16,3-7 0-16,0 3 0 0,2 0 0 0,4 0-134 0,3-4 0 15,-1 2 0-15,2 2 1 0,1-5-1 0,1 5 0 16,1-4 0-16,-1 2 1 0,-2 2-18 0,-3-4 0 16</inkml:trace>
  <inkml:trace contextRef="#ctx0" brushRef="#br0" timeOffset="-119808.54">24999 371 420 0,'0'0'0'15,"0"0"0"-15,0 0 0 0,-8 4 176 0,2 0 1 0,-2 0 0 16,-3 4 0-16,1-4-1 0,-2 2 1 0,0 7 0 15,-2-5 0-15,-3 2-131 0,1 3 0 0,0 1 0 16,-3-2 1-16,1 7-1 0,2-7 0 0,-2 6 0 16,1-1 0-16,-5 1-22 0,6-3 1 0</inkml:trace>
  <inkml:trace contextRef="#ctx0" brushRef="#br0" timeOffset="-119641.6">24653 440 404 0,'0'0'0'0,"0"0"0"0,0 0 0 16,0 0 139-16,2 9 0 0,0-5 0 0,2 2 0 0,2 2 0 15,0-4 0-15,3 4 0 0,1-1 0 0,2 1-85 16,-2 0 0-16,2 0 0 0,1 2 0 0,1-1-1 16,0-1 1-16</inkml:trace>
  <inkml:trace contextRef="#ctx0" brushRef="#br0" timeOffset="-119458.14">24832 326 548 0,'0'0'0'0,"0"0"0"0,0 0 0 0,0 0 151 0,-8 8 1 16,6-2 0-16,0 2 0 0,-2 0-1 0,0 7 1 16,0-3 0-16,2 6 0 0,0-1-96 0,2 5 0 15,-2 1 0-15,2 0 1 0,0-3-1 0,-2 3 0 16,0 3 0-16,2-3 1 0,-2-3-18 0,-1-1 0 0</inkml:trace>
  <inkml:trace contextRef="#ctx0" brushRef="#br0" timeOffset="-119324.68">24643 410 484 0,'0'0'0'0,"0"0"0"16,0 0 0-16,0 0 174 0,0 0 1 0,8 0-1 0,-4 0 1 15,2 4-1-15,0 0 1 0,-2 0-1 0,2 2 1 16,3 2-128-16,-1 5 1 0,2-3-1 0,-4 2 1 16,-6-12-48-16,0 0-1553 0</inkml:trace>
  <inkml:trace contextRef="#ctx0" brushRef="#br0" timeOffset="-119107.33">24836 264 432 0,'0'0'0'0,"0"0"0"0,0 0 0 0,-2 12 148 0,2-5 1 16,0 5 0-16,0 0 0 0,0-2-1 0,2 9 1 16,0 1 0-16,0 3 0 0,2-1-107 0,0 9 0 15,3 4 0-15,-1-4 0 0,0 4 0 0,0 0 0 16,0-5 0-16,0 3 0 0,2-2-15 0,-4-8 0 0</inkml:trace>
  <inkml:trace contextRef="#ctx0" brushRef="#br0" timeOffset="-118408.25">25361 797 28 0,'0'0'0'0,"0"0"0"0,0 0 0 0,0 0 206 0,0 0 1 0,0 0 0 0,0 0 0 0,0 0-1 0,0 0 1 0,0 0-1 0,6-4 1 0,3 4-140 0,1 0 0 16,4 0 0-16,-2-4 0 0,7 4 0 0,-5 0 0 15,4 0 0-15,0 0 0 0,5 0-30 0,1 0 1 16</inkml:trace>
  <inkml:trace contextRef="#ctx0" brushRef="#br0" timeOffset="-118040.8">25441 953 48 0,'0'0'0'0,"0"0"0"0,0 0 0 16,-6-4 196-16,2 2 1 0,-5 2 0 0,3-4 0 0,0 4-1 15,2-4 1-15,0 4 0 0,2-4 0 0,2 4-135 16,2-4 1-16,2 4 0 0,2 0 0 0,2-4-1 15,7-1 1-15,-3-1-1 0,4 6 1 0,4-4-14 16,5 4 0-16,-3-4 0 0,3 4 1 0,1 0-1 0,-1 0 0 16,-1 0 0-16,2 0 0 0,1 0-34 0,-3 0 0 15,-1 0 0-15,1 0 0 0,-24 0-15 0,0 0-1932 16</inkml:trace>
  <inkml:trace contextRef="#ctx0" brushRef="#br0" timeOffset="-83325.21">14200 1288 120 0,'0'0'0'0,"0"0"0"0,0 0 0 0,0 0 38 0,0 0 0 0,0 0 0 0,-8 0 0 0,4 4-1 0,4-4 1 0,-4 0 0 0,4 4 0 16,-4-4 7-16,-2 2 0 0,1 2 0 0,3 0 1 15,-2 0-1-15,2-4 0 0,-2 4 0 0,4-4 0 16,0 0-16-16,0 0 1 0,0 0-1 0,0 0 1 16,4-4-1-16,2-4 0 0,3 2 0 0,3-7 1 15,0 5-4-15,-2-6 1 0,2 2-1 0,5-3 1 16,-3-1-1-16,2 1 1 0,-2 3-1 0,3-6 1 0,-1 5-35 15,-2-1 1-15,3-2 0 0,-9 5 0 0,4-1 0 16,2-2 0-16,-6 1 0 0,0 5 0 0,1-2 22 0,-3 6 0 16,2 0 0-16,-8 4 0 0,4 0-1 0,-4 0 1 15,0 4 0-15,-4 0 0 0,0 6-10 0,0-2 0 16,-4 5 0-16,-1-3 0 0,3 2 0 0,-2 3 0 16,0 1 0-16,2-2 0 0,0-1 5 0,2 1 1 15,2-2-1-15,2-3 1 0,0 1-1 0,2-2 1 16,2-4-1-16,2 0 1 0,0 0 1 0,2-4 0 15,4 0 0-15,-1-4 1 0,1 0-1 0,2-4 0 16,2 4 0-16,1-6 1 0,1 1-6 0,-2-3 1 16,2 2 0-16,3-3 0 0,-5-1-1 0,2 2 1 0,1 0 0 15,-3 1 0-15,-4-1 0 0,0 2 1 0,-3 1 0 16,-3 5 0-16,-2 0-1 0,0 4 1 0,-4 4-1 16,0 0 1-16,-4 5-2 0,0 5 0 0,-4-2 0 15,1 3 0-15,1 7 0 0,0-1 0 0,2 1 0 16,0 5 0-16,0-4 1 0,0 3 0 0,4-5 0 15,4 5 0-15,-4-7 0 0,8-1 0 0,-4-1 0 16,6-7 0-16,3 2-2 0,-1-8 1 0</inkml:trace>
  <inkml:trace contextRef="#ctx0" brushRef="#br0" timeOffset="-82792.86">14277 2510 240 0,'0'0'0'0,"0"0"0"0,0 0 0 0,0 0 133 0,0 0 0 0,0 0 0 0,0 0 1 0,0 0-1 0,-8 4 0 0,8 0 0 0,-4 11 0 0,-4-1-87 15,2 6 1-15,-2 3 0 0,0 0 0 0,-5 3-1 16,1 9 1-16,2-4-1 0,-6 4 1 0,1 0-19 16,3-5 1-16,-4 1 0 0,4 0 0 0,2-5-1 15,-3 1 1-15,-1 0 0 0,6-5 0 0,8-22-29 0,0 0-1431 16</inkml:trace>
  <inkml:trace contextRef="#ctx0" brushRef="#br0" timeOffset="-82442.68">13866 2867 236 0,'0'0'0'0,"0"0"0"15,0 0 0-15,-12 10 151 0,6-6 0 0,2 0 0 16,-4 4 1-16,-3-3-1 0,5 5 0 0,0-2 0 15,-2 4 0-15,0 3-111 0,2-3 0 0,4 2 0 16,2-1 1-16,2-3-1 0,4 2 0 0,2-1 0 16,4-3 1-16,1 0-14 0,5-4 1 0,0-4 0 15,3 4 0-15,1-4-1 0,0-4 1 0,3 0-1 16,-9 0 1-16,2 0-6 0,-1-7 0 0,-5 3 0 0,2 0 1 16,-6-6-1-16,-4 1 0 0,0 1 0 0,-2-2 1 15,-2-1-30-15,-4 3 0 0,-2 0 0 0,-2 1 1 16,-6 3-1-16,2 4 1 0,-5-4-1 0,-3 6 1 15,6 2 14-15,-9 0 0 0,7 2 0 0,-4 2 1 0,1 0-1 16,5 0 0-16,2 4 0 0,4-5 1 0,8-3-9 16,0 0-1635-16</inkml:trace>
  <inkml:trace contextRef="#ctx0" brushRef="#br0" timeOffset="-81506.36">13587 5219 104 0,'0'0'0'0,"0"0"0"0,0 0 0 0,-10 7 198 0,6-3 1 0,0 4-1 0,-4-4 1 0,4 4-1 0,-4-6 1 0,2 4-1 16,-3 0 1-16,1 3-164 0,-2-5 0 0,2 2 0 15,4-2 0-15,-4-2 0 0,4-2 0 0,4-2 0 16,0-2 0-16,0-2-25 0,0 2 1 0,4-5-1 0,4-3 1 16,-4 2-1-16,4-4 1 0,2-3-1 0,3-1 1 15,-1-5-9-15,2 3 1 0,2-7-1 0,-1 4 1 16,1 1-1-16,0-3 1 0,2 3-1 0,-3-1 1 15,-1 5-1-15,0 1 1 0,-2 3-1 0,1 2 1 16,1-1-1-16,-6 7 1 0,2 2-1 0,-2 4 1 16,0 4-12-16,-4 0 1 0,1 2 0 0,-1 7 0 0,-2-3 0 15,0 6 0-15,0-3 0 0,-2 5 0 0,2-4 7 16,-2 3 0-16,0-5 0 0,2 3 0 0,0-3 0 16,0-4 0-16,0 2 0 0,0-1 1 0,2-3-1 0,0-2 1 15,4 0-1-15,-4-4 1 0,4 0-1 0,7-6 1 16,-3 0-1-16,2-1 1 0,6-7-1 0,-1 2 1 15,5-7-1-15,-3-1 1 0,1-3-1 0,4-3 1 16,-3-5-1-16,1 0 1 0,-5 4 5 0,1 1 1 16,-8 3 0-16,2 7 0 0,-1 1-1 0,-7 11 1 15,0 4 0-15,0 0 0 0,-2 6-2 0,0 7 0 16,-4-1 0-16,0 2 1 0,0 5-1 0,0 5 0 16,0-1 0-16,0 0 0 0,4 3 8 0,-4-5 0 0,4 1 0 15,4 1 0-15,-8-23-12 0,0 0-1608 0</inkml:trace>
  <inkml:trace contextRef="#ctx0" brushRef="#br0" timeOffset="-80825.68">14756 5970 168 0,'0'0'0'0,"0"0"0"0,0-8 0 0,0 4 81 0,0-2 1 0,4 1 0 0,-4 1 0 0,0 0-1 0,4 4 1 0,-4 4 0 0,4 0 0 0,0 7-29 16,0 1 0-16,-2 2 0 0,2 7 0 0,0 6 0 15,0-1 0-15,0 13 0 0,0-2 0 0,0 6-1 0,0 0 0 16,-4 2 0-16,5-2 1 0,-5-2-1 15,0 3 0-15,-5-3 0 0,5-2 0 0,-4-5-24 0,0 1 1 16,-2-2 0-16,2-10 0 0,4-23-29 0,0 0-1334 16</inkml:trace>
  <inkml:trace contextRef="#ctx0" brushRef="#br0" timeOffset="-80541.13">14458 6423 368 0,'0'0'0'0,"0"0"0"16,-14 6 0-16,6-1 133 0,0-1 0 0,0 0 0 15,-6 2 1-15,1 0-1 0,5 4 0 0,-4-1 0 16,6-1 1-16,0-2-92 0,4 6 1 0,2-6 0 16,4 3 0-16,6-1-1 0,-2-4 1 0,4 2 0 0,7 0 0 15,-3-2-5-15,6 2 1 0,-3-6-1 0,1 0 1 16,2 0-1-16,-1 0 0 0,-3-4 0 0,2-2 1 15,-7 0-7-15,-1 0 0 0,-2-6 0 0,-6 1 1 16,-4 3-1-16,0-4 0 0,-8 2 0 0,-2 1 0 16,-2-3-43-16,-5 6 0 0,-1-2 0 0,-2-1 1 0,1 1-1 15,-3 2 0-15,6 2 0 0,-5 4 1 0,3-4 26 16,2 4 0-16</inkml:trace>
  <inkml:trace contextRef="#ctx0" brushRef="#br0" timeOffset="-21774.24">26540 1041 224 0,'0'0'0'0,"0"0"0"0,0 0 0 0,0 0 44 0,0 0 0 0,0 0 0 0,0 0 0 0,0 0-1 0,0 0 1 0,0 0 0 0,0 0 0 0,0 0-1 0,0 0 1 16,0 0-1-16,12 5 1 0,-8-5-1 0,6 0 0 0,2 0 0 16,3 4 1-16,3-4-2 0,0 0 1 0,3 0 0 15,1 0 0-15,2 0-1 0,1-4 1 0,1 4 0 16,1-5 0-16,-3 1-2 0,3 0 0 0,-1 2 0 16,-1-6 1-16,-1 4-1 0,-6 0 0 0,-1 0 0 15,1-3 1-15,-4-1-57 0,-2 0 0 0,1 0 0 16,-3 2 0-16,0-7 0 0,-6 5 0 0,0 2 0 15,0-2 0-15,-4 0 34 0,0-1 0 0,-2-1 0 16,-2 2 1-16,-2 0-1 0,0 2 0 0,-2 2 0 0,-2-5 0 16,-1 5-16-16,-5 0 1 0,0 0 0 0,-1 4 0 15,1-4-1-15,0 4 1 0,-6 0-1 0,-1 4 1 16,1 0-2-16,-1 0 1 0,3 4 0 0,0-1 0 16,-1 5-1-16,1 0 1 0,2-2-1 0,-1 3 1 15,1 5-1-15,4-1 0 0,4 1 0 0,-3-2 0 16,5 3-1-16,2 4 1 0,2-5 0 0,2 2 0 0,4 3 1 15,4-9 0-15,2 3 0 0,5-3 1 0,3-2-1 16,4 1 0-16,5-7 0 0,5 2 1 0,3-4-2 16,1-4 0-16,3 4 0 0,2-4 1 0,1 0-1 15,-1-4 0-15,0 4 0 0,-1-4 1 0,-5 0 0 0,-1 0 1 16,-1 0 0-16,-3-2 0 0,-1 2-1 0,-5-5 1 16</inkml:trace>
  <inkml:trace contextRef="#ctx0" brushRef="#br0" timeOffset="-21043.83">27112 564 200 0,'0'0'0'0,"0"0"0"0,0 0 0 0,0 0 204 0,0 0 0 0,0-9 0 0,0 5 1 0,0 4-1 0,2-4 0 0,0 4 0 0,2-4 1 0,0 2-155 0,2 2 1 0,0 2-1 16,0 2 1-16,0 0-1 0,2 4 1 0,3 1-1 16,-5-3 1-16,2 2-28 0,-2 4 0 0,2 3 0 0,2-3 0 15,-4-2-1-15,3 3 1 0,-3-5 0 0,0 2 0 16,0-2-13-16,0-4 0 0,0 4 0 0,-4-8 0 16,0 0 0-16,0 0 0 0,-2-4 0 0,0 0 0 15,0-4-8-15,0-6 0 0,0 1 0 0,0-5 0 16,-2 2 0-16,2-3 0 0,0 1 0 0,0-3 0 0,0 3-7 15,2-1 0-15,0 3 0 0,0 1 1 0,2 3-1 16,2 0 0-16,1 6 0 0,-1-3 1 0,0 1 3 16,2 4 0-16,0 0 0 0,0 2 1 0,0 2-1 15,4 0 0-15,1 0 0 0,1 0 1 0,-14 0 0 16,0 0-1855-16</inkml:trace>
  <inkml:trace contextRef="#ctx0" brushRef="#br0" timeOffset="-18061.39">27519 379 100 0,'0'0'0'0,"0"0"0"0,0 0 0 0,0 0 187 0,0 0 1 0,0 0-1 0,10 0 1 0,-6 0-1 0,0 0 0 0,0 0 0 0,0 0 1 0,0 0-169 0,0 4 0 16,0 0 0-16,-2 0 1 0,0 6-1 0,0-1 0 15,1 3 0-15,-1 2 1 0,0 3-9 0,0 1 1 0,0 1 0 16,0-3 0-16,-2 3-1 0,2-3 1 0,-2 2-1 15,2 1 1-15,-2-3-8 0,0-1 0 0,0-3 0 16,2 2 1-16,0-5-1 0,-2-1 0 0,0-2 0 16,0-2 0-16,0-4-4 0,2 0 0 0,-2 0 0 15,0-6 1-15,2 2-1 0,2-9 0 0,-4 5 0 16,4-6 0-16,0 2-3 0,0-3 1 0,0-1 0 16,2 1 0-16,0 3 0 0,1-2 0 0,-1 1 0 0,0 5 0 15,2 2 2-15,-2 2 0 0,2 0 0 0,0 4 1 16,-2 0-1-16,1 4 0 0,-1 0 0 0,0 6 0 15,0-1 0-15,2 5 0 0,-4 2 0 0,-2-1 0 16,2 1 0-16,0 3 0 0,2 1 0 0,-2-1 0 16,3-5 3-16,1-2 0 0</inkml:trace>
  <inkml:trace contextRef="#ctx0" brushRef="#br0" timeOffset="-17260.51">28003 1076 376 0,'0'0'0'0,"0"0"0"0,0 0 0 0,0 0 113 0,0 0 0 0,10-4 0 0,-6 0 1 0,4-2-1 0,3 2 0 0,1 0 0 0,4-4 0 16,2 3-78-16,3-1 1 0,-1 2 0 0,5 0 0 16,-1 0-1-16,2 0 1 0</inkml:trace>
  <inkml:trace contextRef="#ctx0" brushRef="#br0" timeOffset="-14611.68">28701 922 164 0,'0'0'0'0,"0"0"0"0,0 0 0 0,0 0 138 0,0 0 0 0,-8-10 0 0,6 6 1 0,-2 0-1 0,2 4 0 0,0-4 0 0,-2 0 0 0,2 0-137 0,0 2 1 0</inkml:trace>
  <inkml:trace contextRef="#ctx0" brushRef="#br0" timeOffset="-14277.91">29019 395 320 0,'0'0'0'0,"0"0"0"16,0 0 0-16,0 0 71 0,10 11 1 0,-6-7 0 15,-2 8 0-15,4 2-1 0,0 3 1 0,0 5-1 16,-2 1 1-16,2 12-53 0,3 2 1 0,-3 6-1 16,2 0 1-16,0 2-1 0,2 4 0 0,-2-6 0 15,0-2 1-15,3-2-5 0,-5-4 0 0,2-8 0 16,-2 4 1-16,0-9-1 0,-2-6 0 0</inkml:trace>
  <inkml:trace contextRef="#ctx0" brushRef="#br0" timeOffset="-14011.79">28811 931 228 0,'0'0'0'0,"0"0"0"0,0 0 0 15,-10 4 102-15,6 0 0 0,0 0 0 0,0 2 1 0,2 2-1 16,-4 1 0-16,4-1 0 0,-1 2 0 0,3 2-51 16,3-1 1-16,-1 1 0 0,4 0 0 0,4-2-1 15,2 3 1-15,4 1-1 0,3-6 1 0,3 0-5 16,2-3 0-16,3-5 0 0,3 0 1 0,1-5-1 15,-3-3 0-15,-1-4 0 0,-5 2 1 0,-3-7-13 0,-7 3 1 16,-6-2-1-16,-6-3 1 0,-4 1-1 0,-6 1 0 16,-5 3 0-16,-3-3 1 0,-4 3-45 15,-5-2 0-15,-3 5 0 0,-3-1 0 0,3-2 0 0,-5 6 0 16,3 3 0-16,-1 1 1 0,2 4 26 0,7 0 0 0,-4 0 0 16,3 4 1-16,25-4-19 0,0 0-1591 0</inkml:trace>
  <inkml:trace contextRef="#ctx0" brushRef="#br0" timeOffset="-13678.48">26063 1509 496 0,'0'0'0'0,"0"0"0"0,0 0 0 0,0 0 152 0,0 0 1 0,0 0-1 0,3-10 1 0,9 6-1 0,8 0 1 0,13-9-1 0,22-1 1 0,40-9-112 0,50-7 1 15,81-18-1-15,28 3 1 0,19 6-1 0,-2 4 1 16,-7 13-1-16,-12 3 1 0,-20 11-16 0,-18 0 1 16,-18 8 0-16,-15 0 0 0,-10 0-1 0,-11 0 1 15</inkml:trace>
  <inkml:trace contextRef="#ctx0" brushRef="#br0" timeOffset="-13044.37">26735 1817 340 0,'0'0'0'0,"0"0"0"0,-10 0 0 0,4 0 132 0,0 0 0 16,0 0 0-16,-3 0 1 0,1 0-1 0,2 0 0 16,0-4 0-16,4 4 1 0,2-9-81 0,2 1 0 15,2 2 0-15,4-6 1 0,5 4-1 0,3-3 0 0,2-1 0 16,5-2 1-16,1 5-13 0,-2 1 0 16,5 0 0-16,1 2 0 0,-5 6-1 0,-1 0 1 15,-4 0 0-15,-1 0 0 0,-5 6-14 0,-2 2 0 0,-4 0 0 16,-2 1 0-16,-4 1-1 0,0 2 1 0,-4 3 0 15,0 1 0-15,-2-2-31 0,2-1 1 0,-2 1 0 16,2 2 0-16,0-5-1 0,2 1 1 0,2 0 0 16,2-6 0-16,2 3 13 0,2-5 0 0,2-4 0 15,2 0 1-15,2-4-1 0,3-5 0 0,1-1 0 16,2-2 0-16,3-3-5 0,-3-1 0 0,6-2 0 16,-3-1 1-16,1 3-1 0,-2-3 0 0,1-1 0 0,-3 5 1 15,2-1-1-15,1 2 0 0,-1 1 0 0,-2 3 1 16,1 6-1-16,-3 0 0 0,-4 4 0 0,-2 4 0 15,1 2-3-15,-3 6 1 0,-2 1 0 0,-2 5 0 16,0-1-1-16,-2 5 1 0,-2 5 0 0,0-5 0 16,0 5 1-16,0 0 1 0,-2-1-1 0,2-3 1 15,0 2-1-15,0-3 1 0</inkml:trace>
  <inkml:trace contextRef="#ctx0" brushRef="#br0" timeOffset="-12906.21">27781 1739 496 0,'0'0'0'0,"0"0"0"0,0 0 0 0,10 4 154 0,-3-4 0 0,3 0 0 16,2 4 0-16,2-4 0 0,2 4 0 0</inkml:trace>
  <inkml:trace contextRef="#ctx0" brushRef="#br0" timeOffset="-12659.18">28949 1372 416 0,'0'0'0'0,"0"0"0"15,0 0 0-15,-8-4 153 0,4 4 1 0,0-5 0 0,0 5 0 16,-2 0-1-16,2 5 1 0,-2-1-1 0,0 4 1 15,2 6-93-15,0 3 1 0,-5 5 0 0,1 9 0 16,0 4-1-16,2 10 1 0,0 0 0 0,0 2 0 16,2 7-17-16,4-5 0 0,0 2 0 0,0-6 0 15,2-2 0-15,0-2 0 0,2-6 0 0,-2 0 0 0,-2-35-45 16,0 0-1875-16</inkml:trace>
  <inkml:trace contextRef="#ctx0" brushRef="#br0" timeOffset="-12427.83">28534 1888 116 0,'0'0'0'0,"-8"-4"0"0,0 4 0 0,-2-4 211 16,0 2 1-16,-5-2 0 0,-1 4 0 0,0 0-1 0,0 4 1 16,-1-2 0-16,3 6 0 0,2-3-154 0,4 3 1 15,2 0 0-15,4 2 0 0,4 3-1 0,4 1 1 16,2-2 0-16,4-2 0 0,4 3-23 0,5-5 0 16,5-4 0-16,5 6 1 0,1-1-1 0,5-5 0 15,-1 4 0-15,-1-8 0 0,-2 2-17 0,-3-2 1 16,-3-2-1-16,-5-2 1 0,-6 0-1 0,-6-5 0 0,1-5 0 15,-11 6 1-15,0-9-21 0,-8 3 1 0,-1 0 0 16,-5-3 0-16,-4 3-1 0,-3 2 1 0,-3-5 0 16,-6 7 0-16,-1-2 1 0,-4 1 1 0,-1 7-1 15,-1 0 1-15,-10 4-2 0,47 0-2046 0</inkml:trace>
  <inkml:trace contextRef="#ctx0" brushRef="#br0" timeOffset="-11678.42">29884 1019 356 0,'0'0'0'0,"0"0"0"0,0 0 0 0,0 0 195 0,8-8 0 0,-2 1 0 0,2 7 0 0,2-4 0 0,2 0 0 0,5 0 0 0,-1 0 0 0,4 0-151 0,3 0 0 0,3 2 0 15,3 2 0-15,30 2-44 0,-59-2-1569 0</inkml:trace>
  <inkml:trace contextRef="#ctx0" brushRef="#br0" timeOffset="-11508.21">30093 1183 540 0,'0'0'0'0,"0"0"0"0,0 0 0 16,0 0 148-16,0 0 1 0,8-6-1 0,-1 2 1 16,-1 4-1-16,4 0 1 0,2 0-1 0,2 0 1 15,7 0-118-15,-3 0 1 0</inkml:trace>
  <inkml:trace contextRef="#ctx0" brushRef="#br0" timeOffset="-8644.91">30751 820 64 0,'0'0'0'0,"0"0"0"0,0 0 0 0,0 0 162 16,0 0 1-16,0 0-1 0,0 0 1 0,-8 0-1 0,6 0 0 0,-1 0 0 0,-1 0 1 0,2 0-134 0,-2 4 0 0,2-4 0 0,-2 4 1 15,0-2-1-15,0 2 0 0,-2 4 0 0,2-3 1 0,-2 7-11 16,2 2 1-16,0 1 0 0,0 5 0 0,2-1-1 16,2 1 1-16,0 7 0 0,4-5 0 0,2 5-11 15,0 0 0-15,4-5 0 0,2 5 1 0,2-7-1 16,3 3 0-16,-1-5 0 0,4-1 0 0,3-3-8 16,-1-6 1-16,-2 1 0 0,1-3 0 0,-3-6-1 0,3 0 1 15,-3-6-1-15,0 1 1 0,-4-3-2 16,1-6 0-16,-3-3 0 0,-4-1 1 0,-2 2-1 0,-2-7 0 15,-2 0 0-15,-2 1 0 0,-2-3 0 0,0 3 1 16,-2-1-1-16,-2 1 1 0,-2-1-1 0,-4 3 0 16,-1 1 0-16,1 3 1 0,0 1 14 0,0 3 0 15,-2 6 0-15,-1-2 0 0,3 8-1 0,0 0 1 16,0 0 0-16,1 0 0 0,3 4 6 0,2 2 0 16</inkml:trace>
  <inkml:trace contextRef="#ctx0" brushRef="#br0" timeOffset="-8262.08">31489 1288 288 0,'0'0'0'0,"0"0"0"0,0 0 0 16,0 0 181-16,0 0 1 0,0 0-1 0,-8 0 1 0,6 0-1 16,0 0 0-16,-2 0 0 0,2 0 1 0,-2 0-143 15,2-5 0-15,0 5 0 0,0 0 1 0,0 0-1 16,0-4 0-16,0 4 0 0,2-4 1 0,0 4-21 0,0-4 1 16,2 2-1-16,0 0 1 0,0 0-1 15,2 2 0-15,0-4 0 0,0 4 1 0,0 0-12 0,0-4 0 16,0 4 0-16,0 0 0 0,-1 0-1 0,-1 0 1 15,0 0 0-15,0 0 0 0,-2 0-2 0,0 0 0 16,0 0 0-16,2 0 0 0,-2 0-1 0,0 0 1 16,0 0 0-16,-2 4 0 0,0-4-6 0,2 4 1 15,-2-4-1-15,-3 2 1 0,3 0-1 0,-2 0 0 16,2 2 0-16,0-4 1 0,2 0 0 0,0 0 0 16,0 0 0-16,0 0 0 0,0 0 0 0,0 0 0 0</inkml:trace>
  <inkml:trace contextRef="#ctx0" brushRef="#br0" timeOffset="-2895.3">31551 847 100 0,'0'0'0'0,"0"0"0"0,0 0 0 0,0 0 221 0,0 0 0 0,0 0 0 0,0 0 1 0,0 0-1 0,10 0 0 0,-4-5 0 0,2 5 0 0,4 0-162 0,0-4 0 16,5 4 0-16,1-4 0 0,0 4-1 0,3 0 1 15,-3 0 0-15,4 0 0 0,1 0-89 0,-3 0 1 16,2 0-1-16,-1 0 1 0,-3 0-1 0,0 0 1 16,1 4 0-16,-1-4 0 0,-18 0 29 0,0 0-1579 0</inkml:trace>
  <inkml:trace contextRef="#ctx0" brushRef="#br0" timeOffset="-2428.25">31506 859 304 0,'0'0'0'0,"0"0"0"0,0 0 0 16,0 0 64-16,0 0 1 0,0 0 0 0,0 0 0 16,0 0-1-16,0 0 1 0,0 0 0 0,0 0 0 0,6 14-39 15,-4-6 1-15,0-1-1 0,2 5 1 0,2-4-1 16,0 6 1-16,0-5-1 0,2 3 1 0,-1 2-6 16,1-5 1-16,2 1-1 0,-2-2 1 0,0 0-1 15,-2 0 1-15,0-4-1 0,3 3 1 0,-3 1 2 0,2-4 0 16,0 0 0-16,0-4 0 0,2 4-1 0,2-4 1 15,1 2 0-15,-1-2 0 0,2 0-35 0,0 0 1 16,1 0-1-16,-1 0 1 0,0 0-1 0,-2 2 1 16,1 0 0-16,-1 2 0 0,2 1 24 0,-4-1 0 15,4 0 0-15,1 4 1 0,-1-2-1 0,0 2 0 16,-2 5 0-16,3-3 1 0,-3 2 0 0,2-2 0 0,-2 3 0 16,-2-1 1-16,3 2-1 0,-3-1 0 15,0 1 0-15,-2-2 0 0,-2 3-1 0,0-3 0 0,-2 6 0 16,-4-5 1-16,0 5-1 0,0-5 0 0,-4 1 0 15,-2 2 1-15,0-1-4 0,-2-3 0 0,-2 2 0 16,-2-1 0-16,-3-9 0 0,1 4 0 0,-4-2 0 16,-3-2 0-16,-1 0-5 0,-2-4 1 0,-1 0 0 15,5-4 0-15,20 4-7 0,0 0-1334 0</inkml:trace>
  <inkml:trace contextRef="#ctx0" brushRef="#br0" timeOffset="-1944.94">32037 947 152 0,'0'0'0'0,"0"0"0"0,0 0 0 0,0 0 170 0,0 0 1 0,8-8-1 0,-2 4 1 0,0 0-1 0,2 4 1 0,1-4-1 0,-1-1 1 0,4 1-148 0,2 2 0 0,2 2 0 15,3-4 0-15,-1 4-1 0,2 0 1 0,3 0 0 16,-3 0 0-16,1 0 2 0,1 4 0 0,-2-2 0 15,-1 7 0-15,-5-5-1 0,-2 4 1 0,-2 0 0 16,-6 2 0-16,0 3-14 0,-2-3 1 0,-4 2-1 16,-4 7 1-16,0-7-1 0,-4 6 0 0,-2-1 0 15,0 1 1-15,-3-1-13 0,1 1 0 0,0-3 0 16,0 1 0-16,-1 2 0 0,3-5 0 0,2 1 0 16,0-2 0-16,2 3 1 0,0-3 0 0,1 0 0 0,5-1 1 15,0 1-1-15,4-2 0 0,2 2 0 16,3-7 0-16,-1 3 5 0,4 2 1 0,0-2 0 0,4-4 0 15,5 0-1-15,1 1 1 0,2 1 0 0,3-6 0 16,-1 4 2-16,1-4 1 0,-1 4 0 0,2-4 0 16,-26 0-9-16,0 0-1548 0</inkml:trace>
  <inkml:trace contextRef="#ctx0" brushRef="#br0" timeOffset="-1261.5">32725 865 244 0,'0'0'0'0,"0"0"0"0,0 0 0 0,0 0 195 0,0 0 1 0,0 0 0 0,0 0 0 0,-8-6-1 0,4 2 1 0,-2 0 0 0,-1-5 0 16,1 9-155-16,-2-8 0 0,-2 4 0 0,-2-2 1 0,0 2-1 0,-1 0 0 16,1 4 0-16,0-4 0 0,2 4-19 0,0 0 0 15,-1 0 0-15,1 0 0 0,0 4 0 0,2 0 0 16,2 0 0-16,0 2 0 0,2 2-12 0,2 1 1 16,2 3-1-16,0 2 1 0,2-1-1 0,4 1 0 15,0 2 0-15,4 3 1 0,2-1-9 0,0-1 0 0,3 5 0 16,1 1 0-16,2-5-1 0,3 7 1 0,1-3 0 15,0 1 0-15,-1-3-3 0,-3 3 1 0,2 0 0 16,-1-5 0-16,-3-2 0 0,-4 3 0 0,1-1 0 16,-5-1 0-16,-2-3 0 0,-4-2 1 0,-2 1-1 15,-2-3 1-15,-2-2-1 0,-2 0 1 0,-1-3-1 16,-1 1 1-16,-4-6 3 0,0 0 1 0,-2 0 0 16,-1 0 0-16,-1-6-1 0,-2 1 1 0</inkml:trace>
  <inkml:trace contextRef="#ctx0" brushRef="#br0" timeOffset="-827.62">33012 855 304 0,'0'0'0'0,"0"0"0"0,0 0 0 0,0 0 211 0,0 0 1 0,0 0 0 0,8 14 0 0,-4-10-1 0,0 9 1 0,0-3 0 16,0 2 0-16,0 2-153 0,-2 3 1 0,0 5-1 15,0 1 1-15,0 0-1 0,-2 1 0 0,0 3 0 16,0-1 1-16,3-3-31 0,-3 4 1 0,2-5 0 0,0 3 0 15,0-3-1-15,0 1 1 0,0-5 0 0,0 3 0 16,0-7-18-16,2 3 1 0</inkml:trace>
  <inkml:trace contextRef="#ctx0" brushRef="#br0" timeOffset="-225.52">33392 931 740 0,'-59'-19'65'0,"43"15"1"0,0 4-1 15,0-4 1-15,-1 4-1 0,-1 0 0 0,0 0 0 16,-1 0 1-16,3 0-17 0,0 4 1 0,2 4-1 0,1-2 1 15,3-1-1-15,2-1 1 0,4 4-1 0,-2 2 1 16,2 2-15-16,2-3 0 0,2 1 0 0,4 2 0 16,0-4 0-16,2 3 0 0,2-3 0 0,4-4 0 15,5 4-13-15,1-2 0 0,0 3 0 0,3-5 1 16,-1 0-1-16,0 0 0 0,-1-4 0 0,1 0 0 0,0-4-27 16,-1 0 0-16,-1 0 0 0,-2-1 0 0,-2-3 0 15,-1 2 0-15,-1-2 0 0,0 4 0 0,-2-7 17 16,0-1 0-16,1 4 0 0,-3-2 1 0,0 2-1 15,-2-1 0-15,0 5 0 0,0-2 0 0,-2 2 4 16,0 0 1-16,0 4-1 0,-1 0 1 0,-1 4-1 16,-2 0 0-16,0-2 0 0,0 6 1 0,-2 1-3 0,-1 3 0 15,1 6 0-15,-2 1 1 0,2-3-1 0,0 7 0 16,0-1 0-16,0 1 1 0,2-3-3 0,0 7 1 16,2-4-1-16,0-1 1 0,4-3-1 0,1 1 1 15,-1 3-1-15,2-7 1 0,0 3 0 0,4-5 0 16,0 2 0-16,1-5 0 0,-1 1-1 0,0 0 1 15,0-6 0-15,2 3 0 0,-14-9-13 0,0 0-1966 0</inkml:trace>
  <inkml:trace contextRef="#ctx0" brushRef="#br0" timeOffset="1056.06">33584 988 233 0,'0'0'-9'0,"0"0"0"0,-2-10 0 0,2 10 1 0,0 0 2 0,0-2 0 0,-2 2 0 0,2 0 0 0,0 0 0 0,-2 0 0 0,2 0 0 15,0 0 1-15,-2 0-3 0,0 0 1 0,0 0-1 16,0 0 1-16,2 0-1 0,-3 0 1 0,1 2 0 15,0-4 0-15,2 2 3 0,0 0 1 0,-2 0-1 16,0 0 1-16,2 2-1 0,-2-4 1 0,0 4-1 0,2-2 1 16,0 0 3-16,0 0-48 0</inkml:trace>
  <inkml:trace contextRef="#ctx0" brushRef="#br0" timeOffset="1388.95">33527 970 477 0,'0'0'34'0,"0"0"0"0,0 0 0 0,0 0 0 0,0 0-44 0,-10-4 1 16,6 4 0-16,-1 0 0 0,1 0 0 0,-4 0 0 15,4-5 0-15,-2 5 0 0,0 0 0 0,0-4 1 16,0 4 0-16,2 0 0 0,0 0 0 0,0-4 0 16,-1 4 0-16,-1-4 0 0,0 2 43 0,0 2 0 0,0-4 0 15,-2 0 0-15,0 4-1 0,0-4 1 0,-1 0 0 16,1 0 0-16,0-1-37 0,0 1 0 0,-2 2 0 16,2-2 0-16,-2 0 0 0,-1 0 0 0,1 0 0 15,0 4 0-15,-4-4 12 0,2 8 1 0,-3-4-1 16,5 0 1-16,10 0-11 0,0 0-585 0</inkml:trace>
  <inkml:trace contextRef="#ctx0" brushRef="#br0" timeOffset="3938.43">29894 2026 160 0,'0'0'0'0,"0"0"0"0,0 0 0 0,0 0 63 0,0 0 1 0,-8-2 0 0,6-2 0 0,2 4-1 0,0 0 1 0,0-4-1 0,2 4 1 0,2-4 2 0,2 4 1 15,0-5-1-15,2 1 1 0,6-4-1 0,1 6 1 16,-1-2-1-16,0 4 1 0,4 0-23 0,3 0 1 16,-1 0-1-16,0 0 1 0,27 8-45 0,-47-8-1035 0</inkml:trace>
  <inkml:trace contextRef="#ctx0" brushRef="#br0" timeOffset="4105.66">29871 2272 376 0,'0'0'0'0,"0"0"0"15,0 0 0-15,0 0 104 0,0 0 0 0,11 0 0 16,-5 0 1-16,4 0-1 0,2 0 0 0,4 0 0 16,3 4 1-16,1-4-76 0,5 0 1 0</inkml:trace>
  <inkml:trace contextRef="#ctx0" brushRef="#br0" timeOffset="4439.34">30523 2104 224 0,'0'0'0'0,"0"0"0"0,-10 0 0 0,1 4 124 0,-1 0 1 15,2 2 0-15,-2 2 0 0,0 1-1 16,0 5 1-16,1-2 0 0,3 3 0 0,2 1-93 0,4-2 1 16,4 3 0-16,4 1 0 0,7-3-1 15,3 1 1-15,2-2 0 0,13-1 0 0,4-1-4 0,7-6 0 16,1-2 0-16,4-4 1 0,0-6-1 0,0-2 0 16,-5 0 0-16,-5-7 0 0,-2-1-1 0,-5-3 1 15,-7 1 0-15,-5-3 0 0,-6 3-1 0,-8-5 1 0,-4 7 0 16,1-2 0-16,-8 1-41 0,-1 3 0 0,-2 2 0 15,-2-3 1-15,-2 3-1 0,-4 4 1 0,-1 2-1 16,1-3 1-16,0 1 26 0,-3-2 1 0,1 6-1 16,2 0 1-16,-1 4-1 0,1-4 1 0</inkml:trace>
  <inkml:trace contextRef="#ctx0" brushRef="#br0" timeOffset="4589.53">31207 2219 372 0,'0'0'0'0,"0"0"0"16,0 0 0-16,8 4 162 0,-6-4 0 0,0 0 0 0,2 0 1 15,0 4-1-15,2-4 0 0,-2 0 0 0,2 0 0 16,0 0-135-16,-2 0 0 0</inkml:trace>
  <inkml:trace contextRef="#ctx0" brushRef="#br0" timeOffset="4954.66">31748 1989 292 0,'0'0'0'0,"0"0"0"16,-10-12 0-16,6 8 98 0,0-7 1 0,-4 3 0 15,-1 4 0-15,-1-6-1 0,0 6 1 0,0-5-1 16,-2 1 1-16,-3 8-78 0,1-4 1 0,-2 4 0 16,0 0 0-16,1 4-1 0,-1 4 1 0,2 1-1 15,2 1 1-15,3 2-8 0,1 3 1 0,4 1 0 16,6-6 0-16,6 7-1 0,1-3 1 0,5-2 0 16,4-1 0-16,2 1 12 0,7 0 0 0,-1-2 0 15,1 7 1-15,1-3-1 0,1 3 0 0,-3-3 0 16,-3-2 0-16,-3 3-33 0,-6 1 0 0,1-6 0 15,-7 3 1-15,-2-1-1 0,-4-2 1 0,-6-2-1 0,-2 1 1 16,-5 1 14-16,-5 2 1 0,2-4-1 0,-8-4 1 16,-3 3-1-16,-3 1 1 0,-5-4-1 0,0-4 1 15,-1-4 8-15,1 4 0 0,5-4 0 0,5-5 1 16,23 9-19-16,0 0-1270 0</inkml:trace>
  <inkml:trace contextRef="#ctx0" brushRef="#br0" timeOffset="5341.34">31866 2053 140 0,'0'0'0'16,"0"0"0"-16,0 0 0 0,-4-7 214 0,4 3 1 15,2-4 0-15,0 4 0 0,2-2-1 0,4-2 1 0,2-1-1 16,3 5 1-16,3-6-177 0,2 6 0 0,1 0 0 16,3 0 0-16,4 0 0 0,1 0 0 0,-1 4 0 15,-1 0 0-15,1 4-15 0,-1-4 0 0,-3 4 0 16,-2 4 1-16,-1-4-1 0,-5 2 0 0,-4 7 0 16,-2-5 1-16,-6 2-20 0,0-2 1 0,-6 5 0 15,-2 1 0-15,-2-2-1 0,-6 3 1 0,-1 1-1 16,-1 2 1-16,0-3 0 0,0 1 0 0,-1 3 0 15,5-3 0-15,2-2 0 0,0 3 0 0,4 1 0 16,4-5 0-16,2-3-5 0,2 2 0 0,2 0 0 0,2 3 1 16,2-5-1-16,2 2 0 0,0-3 0 0,5-1 0 15,-1-4 0-15,2 2 1 0,2-2 0 0,3-4 0 16,-1-4-1-16,7 4 1 0</inkml:trace>
  <inkml:trace contextRef="#ctx0" brushRef="#br0" timeOffset="5638.33">32607 2030 200 0,'0'0'0'16,"0"0"0"-16,-6-4 0 0,2 4 213 0,-2-2 0 15,-1 2 0-15,-1 0 0 0,2-4 0 0,-2 8 0 16,2-4 0-16,2 0 0 0,-2 6-155 0,2-2 1 15,4 0-1-15,2 0 1 0,0 5-1 0,0 1 0 16,6-2 0-16,2 0 1 0,4 7-21 0,1-3 1 0,1 2-1 16,4-1 1-16,1 5-1 0,-1-2 1 0,0-1-1 15,-1 1 1-15,-5 3-24 0,-2-3 1 0,-6 2 0 16,-2-3 0-16,-2 5-1 0,-6-5 1 0,-2 1 0 16,-4 3 0-16,-4-9-16 0,-3 2 1 0,-3-4-1 15,-2 3 1-15,-5-7-1 0,3 0 0 0,-5 0 0 16,1-8 1-16,3 0-2 0,1-2 1 0</inkml:trace>
  <inkml:trace contextRef="#ctx0" brushRef="#br0" timeOffset="6171.8">32847 2139 332 0,'0'0'0'0,"0"0"0"0,0 0 0 0,0 0 170 0,-8-8 0 0,6 3 0 0,4 1 0 0,-2 0 0 0,0-4 0 0,2 2 0 0,2-2 0 0,0 4-131 0,4-7 1 0,0 7-1 15,0 0 1-15,5-4-1 0,-1 4 1 0,2-4-1 16,0 6 1-16,5-3-22 0,-1 5 1 0,0 5 0 16,3-3 0-16,-3 2-1 0,0 0 1 0,1 4-1 15,-3 0 1-15,0 7-13 0,-2-3 1 0,-5 6-1 16,-1-1 1-16,-6 1-1 0,0 1 0 0,-6-3 0 15,-2 7 1-15,-5-7-3 0,1 7 0 0,-2-9 0 0,-4 2 1 16,-1 3-1-16,1-1 0 0,-2-1 0 16,4-9 0-16,-5 2-4 0,3 2 0 0,4-7 0 0,2-3 0 15,2 2 0-15,3 0 0 0,1-4 0 0,0 0 0 16,6-4 0-16,0 2 1 0,2-2-1 0,3 4 1 16,1-5-1-16,4 1 1 0,0 0-1 0,2 4 1 15,7 0 8-15,-5 0 1 0,4 0-1 0,3 4 1 0,-3 0-1 16,2 3 1-16,1 1-1 0,-5 4 1 0,3-4 3 15,-3 7 1-15,0-3 0 0,-2-2 0 0,3 7-1 16,-3-3 1-16,-2 2-1 0,5-1 1 0,23 7-14 16,-42-22-1823-16</inkml:trace>
  <inkml:trace contextRef="#ctx0" brushRef="#br0" timeOffset="11721.51">29603 1968 100 0,'0'0'0'0,"0"0"0"0,0 0 0 0,0 0 15 0,0 0 0 0,-8-2 0 0,4 0 1 0,2 2-1 0,-3-2 0 0,1 2 0 0,-2 0 1 16,2 0-4-16,-2 0 0 0,4 0 0 0,-2 0 0 15,2 0 0-15,-4 0 0 0,4 0 0 0,0 0 0 0,0 0 33 16,2-4 0-16,-2 4 0 0,2 0 0 0,0-4-1 15,2 0 1-15,0 0 0 0,0-4 0 0,2 2-22 16,2-3 0-16,0 1 0 0,2-2 1 0,2 2-1 16,3-5 0-16,-3-1 0 0,4 6 0 0,0-4-27 15,-1 1 1-15,1 3 0 0,-2 4 0 0,-2 4-1 0,0-4 1 16,-1 4 0-16,-1 4 0 0,2 0 17 0,0 0 0 16,0 0 0-16,2 4 0 0,3-3-1 0,-1 1 1 15,4-2 0-15,1 0 0 0,-1 0-7 0,2 0 1 16,1 0-1-16,-1-2 1 0,0 2-1 0,3 0 0 15,-5-4 0-15,-4 5 1 0,0-5 4 0,1 4 1 16,1-4-1-16,-6 0 1 0,2 0-1 0,-1 0 1 0,-1 0-1 16,2 0 1-16,-2 4 2 0,2-4 1 0,-6 0 0 15,3 0 0-15,1 0-1 0,-2 0 1 0,0 4-1 16,0-2 1-16,-8-2-16 0,0 0-924 0</inkml:trace>
  <inkml:trace contextRef="#ctx0" brushRef="#br0" timeOffset="12192.17">29829 2430 212 0,'0'0'0'0,"0"0"0"0,-10-4 0 0,5 4 132 0,-1-4 0 0,0 4 0 0,0 0 1 0,0 0-1 0,2-4 0 0,0 4 0 0,2-4 0 0,2-1-103 0,2 1 1 15,0-2 0-15,4 2 0 0,0-4-1 0,2-2 1 16,0 1-1-16,3-3 1 0,1 0-17 0,2 6 0 0,2-7 0 16,1-1 0-16,-1 6-1 0,0 0 1 0,-2-3 0 15,1 7 0-15,-1 0-9 0,-4 0 1 0,0 0-1 16,-2 0 1-16,1 4-1 0,-1-4 1 0,-2 4-1 16,2 0 1-16,0 4-3 0,-2-4 0 0,0 0 0 15,0 0 0-15,3 0-1 0,-3 4 1 0,0 0 0 16,2 0 0-16,0 0-3 0,0 0 1 0,2-2-1 15,3 2 1-15,1 1-1 0,0-1 1 0,0 0 0 16,5 0 0-16,1 0 0 0,-2-4 1 0,1 0-1 0,1 0 1 16,2-4-1-16,1 0 0 0,-1 0 0 0,3 0 1 15,23-11-1-15,-48 15-1245 0</inkml:trace>
  <inkml:trace contextRef="#ctx0" brushRef="#br0" timeOffset="21687.48">20489 10086 328 0,'0'0'0'0,"0"0"0"0,0 0 0 0,0 0 94 0,0 0 0 0,-8-4 0 0,8 0 1 0,-2 4-1 0,2-4 0 0,0 0 0 0,4 0 0 0,0 0-8 0,2 0 0 16,6-2 0-16,-2 1 1 0,5 1-1 0,3 0 0 15,-2 0 0-15,3 2 1 0,-1 2-26 0,6 0 0 16,-3 4 0-16,1 2 0 0,0-2 0 0,1 3 0 0,1 1 0 16,-3 0 0-16,19 8-61 0,-40-16-1695 0</inkml:trace>
  <inkml:trace contextRef="#ctx0" brushRef="#br0" timeOffset="21904.58">20505 10400 684 0,'0'0'0'0,"0"0"0"0,0 0 0 16,0 0 127-16,6 0 1 0,0 0-1 0,5 0 1 0,1 0-1 15,2 0 1-15,2 2-1 0,5 0 1 0,1 0-84 16,5 0 0-16,3 1 0 0,3 1 1 0,32 0-45 15,-65-4-1411-15</inkml:trace>
  <inkml:trace contextRef="#ctx0" brushRef="#br0" timeOffset="30387.6">21429 9922 152 0,'0'0'0'0,"0"0"0"0,0 0 0 0,0-10 60 0,4 4 0 0,-4-2 0 0,2-2 1 0,0 1-1 0,0-3 0 0,0-2 0 0,3 1 1 15,-1-1 26-15,0-2 1 0,0-1-1 0,2 3 1 0,-2 2-1 16,0 1 1-16,-2 1-1 0,2 2 1 0,0 4-18 16,0 0 1-16,0-1 0 0,0 5 0 0,-4 5-1 15,2 3 1-15,0 6-1 0,-2 1 1 0,0 9-15 16,0 7 0-16,0 6 0 0,-2 12 0 0,0 2 0 16,-2 7 0-16,0-1 0 0,0 1 0 0,0-1-69 0,2-8 0 15,0-2 0-15,0-4 0 0,2-1 0 0,0-12 0 16,2-3 0-16,0-9 1 0,-2-18 12 0,0 0-1683 0</inkml:trace>
  <inkml:trace contextRef="#ctx0" brushRef="#br0" timeOffset="30988.06">21977 10017 276 0,'0'0'0'0,"0"0"0"0,0 0 0 16,0 0 216-16,0 0 1 0,0 0 0 0,0 0 0 0,-2-4-1 15,2 0 1-15,-4-1 0 0,4 1 0 0,0 0-152 16,-4 2 1-16,4 2 0 0,-5-4 0 0,3 4-1 16,0 0 1-16,0 0-1 0,0 0 1 0,-2 4-25 0,2 0 1 15,-2 2-1-15,0 3 1 0,0 3-1 16,0-2 0-16,-4 7 0 0,4 5 1 0,0-1-19 0,0 1 0 15,2 7 0-15,2 2 1 0,0-1-1 0,4 5 0 16,2 0 0-16,6-4 1 0,0 0-26 0,11-5 1 16,-1-3 0-16,8 0 0 0,1-3 0 0,6-10 0 15,3-1 0-15,1-5 0 0,2-4 4 0,-1-4 0 16,-1-7 0-16,-2-1 0 0,-2-2 0 0,-3-3 0 0,-3-1 0 16,-7-1 0-16,-2-1 0 0,-3-1 1 0,-7-1-1 15,-6 3 1-15,-6-1-1 0,-4-1 0 0,-2 5 0 16,-8-5 1-16,1 5 7 0,-3-1 0 0,0 3 0 15,-2 2 0-15,1-5 0 0,-1 5 0 0,-4 2 0 16,1-2 0-16,1 1 2 0,2 3 0 0,-1 0 0 16,3 2 1-16,0 2-1 0,1-1 0 0,3 5 0 15,0 0 0-15,0 5-2 0,2-1 0 0,1 4 0 16,1 2 1-16,0 2-1 0,2 3 0 0,0-1 0 0,4 3 1 16,2-17-12-16,0 0-2533 0</inkml:trace>
  <inkml:trace contextRef="#ctx0" brushRef="#br0" timeOffset="31837.18">23057 10692 260 0,'0'0'0'0,"0"0"0"0,0 0 0 0,0 0 198 0,0 0 0 0,0 0 0 0,0 0 1 0,0 0-1 0,0 0 0 0,0 0 0 0,0 0 0 0,0 0-147 0,0 0 0 15,0 0 0-15,-8 4 0 0,4-4 0 0,0 2 0 0,0 0 0 16,-2 0 0-16,0 0-18 0,0-2 0 0,0 2 0 15,0 0 1-15,1-2-1 0,-1 0 0 0,2 0 0 16,0-2 0-16,2-2-11 0,0 0 1 0,2-2 0 16,0 1 0-16,0-3-1 0,2 0 1 0,0 2-1 15,2-2 1-15,0-1-28 0,0 3 1 0,3 0-1 16,-3 4 1-16,2-6-1 0,0 4 1 0,0 4-1 16,0 0 1-16,-2 0 9 0,2 4 1 0,-2-4-1 0,0 4 1 15,2 0-1-15,-1-2 1 0,-1 4-1 0,-2 0 1 16,-2-6-1-16,0 0 0 0,0 0 0 0,0 0 1 15,0 0-1-15,-6 46 0 0,-1-40 0 0,1 0 1 16,0 2 0-16,0-4 0 0,2 0 0 0,-2-2 0 16,2 0-1-16,0 0 1 0,0-2 0 0,2 0 0 0,0-2 2 15,0-2 0-15,2 4 0 0,0-8 0 0,0 8-8 16,0 0-2121-16</inkml:trace>
  <inkml:trace contextRef="#ctx0" brushRef="#br0" timeOffset="33354.71">23703 10158 184 0,'0'0'0'0,"0"0"0"0,0 0 0 0,0 0 213 0,10 0 1 0,-6 4 0 0,2-4 0 0,0 0-1 0,2 0 1 0,-4 4-1 0,0-4 1 0,2 0-164 0,3 0 1 0,-1 0 0 0,0 0 0 16,-2-4-1-16,0 0 1 0,0 0-1 0,-2 0 1 0,0 0-17 16,-4-2 0-16,0 2 0 0,-2-7 0 0,-2 1-1 15,0 0 1-15,-2 0 0 0,0-3 0 0,-6-1-22 16,0 0 1-16,-1-1-1 0,1 1 1 0,-4 2-1 15,0-5 1-15,-5 7-1 0,3-4 1 0,0 5-10 16,1 5 1-16,-3 0-1 0,2 4 1 0,-3 4-1 16,3 0 0-16,-4 7 0 0,1 1 1 0,3 2-4 0,2 3 1 15,-3-1-1-15,3 3 1 0,0 3-1 0,1-3 0 16,3 1 0-16,2 3 1 0,4-1 2 0,0-1 0 16,6-3 0-16,2 1 1 0,2-1-1 0,2 3 0 15,4-7 0-15,2-2 0 0,5 1 5 0,-1 1 1 16,2-6-1-16,3-4 1 0,-1 2-1 0,4-4 0 15,3-2 0-15,-5-2 1 0,3-2 3 0,-3-2 0 0,3 2 0 16,-3-4 1-16,-2-4-1 0,-1 1 0 0,-3 3 0 16,2-2 1-16,-10 2-2 0,5-7 0 0,-1 3 0 15,-2 0 0-15,-2-1-1 0,-2 3 1 0,0-2 0 16,0 2 0-16,3-3-2 0,-5 3 1 0,0 2-1 16,0 4 1-16,0-5-1 0,-2 5 1 0,0 0-1 15,0 4 1-15,0 2-3 0,0 2 1 0,-2 3-1 16,0 1 1-16,0 4-1 0,0 7 0 0,-2-1 0 15,2 3 1-15,0 3-3 0,0 3 0 0,0 2 0 0,2 1 1 16,2 3-1-16,0-2 0 0,0 4 0 0,0 0 1 16,0-1-2-16,0-3 1 0,0 0 0 0,1 0 0 15,-3-3-1-15,0-3 1 0,-2 2-1 0,0-9 1 16,0-1-2-16,0-5 0 0,-2-2 0 0,2-4 0 16,0 0-1-16,-2-3 1 0</inkml:trace>
  <inkml:trace contextRef="#ctx0" brushRef="#br0" timeOffset="33888.58">24403 10285 140 0,'0'0'0'0,"0"0"0"0,0 0 0 0,0 0 256 0,8-4 0 0,-4 0 0 0,2 0 0 0,2 0-1 0,0 0 1 0,-2 0 0 0,3-2 0 0,1 2-195 0,0-5 1 0,-4 3-1 16,2 2 1-16,-2 0-1 0,0 0 0 0,-2-4 0 15,1 4 1-15,-5-1-21 0,0 1 0 0,-5 0 0 16,3 2 1-16,-2-2-1 0,-2 4 0 0,-2-4 0 16,2 4 1-16,-8-4-22 0,2 2 0 0,-5 0 0 15,-1 2 1-15,2 0-1 0,-3 0 0 0,-1 2 0 16,-2 4 0-16,1-2-20 0,-3 2 1 0,6 2 0 15,-5 5 0-15,3-3-1 0,-1 2 1 0,1 3-1 0,2 1 1 16,1-2-1-16,3 7 0 0,4-5 0 0,-2 5 1 16,4-1-1-16,2-1 0 0,2 1 0 0,1 3 0 15,6-7 0-15,3-1 0 0,4-1 0 0,2-2 0 16,4 1 0-16,5-5 0 0,-1-2 0 0,4-6 0 16,5 0 5-16,1-6 1 0,-1-2 0 0,3-1 0 0,-1-7-1 15,2 2 1-15,-7-3 0 0,1-1 0 0,-3-1 2 16,-4 1 1-16,-1 2 0 0,-3-1 0 0,-6 3-1 15,-2 1 1-15,0 3-1 0,-6 2 1 0,0 0-1 16,-2 4 0-16,0 4 0 0,-2 2 1 0,0 4-1 16,-6 6 0-16,2-2 0 0,2 7 1 0,-2 5-1 0,-2-1 1 15,2 6 0-15,2 3 0 0,-5 1-1 0,3 6 1 16,2-2 0-16,0-4 0 0,2 1-1 0,0-3 1 16,0 0-1-16,0-2 1 0,0-3-1 0,2-9 0 15,0 1 0-15,0-4 1 0,0 3-2 0,2-7 0 16,0 2 0-16,2-2 0 0,-4-8-7 0,0 0-2641 0</inkml:trace>
  <inkml:trace contextRef="#ctx0" brushRef="#br0" timeOffset="36054.15">25074 10142 352 0,'0'0'0'16,"0"0"0"-16,0 0 0 0,0 0 248 0,0 0 1 0,0 0-1 0,0 0 1 0,0-6-1 0,0 2 0 0,0 4 0 0,0-5 1 0,0 5-200 0,0 0 1 0,0 0-1 0,2 5 1 15,-2-1-1-15,0 2 1 0,0 4-1 0,0 4 1 16,0 5-16-16,0-1 1 0,-2 7-1 0,-2 6 1 15,0 4-1-15,-4 10 1 0,-2-2-1 0,-4 6 1 16,1 0-20-16,5 3 0 0,-2-5 0 0,4 0 1 0,6 6-16 16,0-53-2304-16</inkml:trace>
  <inkml:trace contextRef="#ctx0" brushRef="#br0" timeOffset="36637.38">25903 10292 394 0,'0'0'0'16,"0"0"0"-16,0 0 0 0,0 0 98 0,0 0 0 0,0 0 0 15,0 0 1-15,0 0 1 0,0 0 1 0,0 0-1 16,0 0 1-16,0 0-1 0,0 0 0 0,0 0 0 0,0 0 1 16,0 0-38-16,-2-7 1 0,0 3-1 0,2 4 1 15,-8 0-1-15,1-4 1 0,-1-2-1 0,-4 2 1 16,0 2-23-16,-4-2 1 0,-3 2-1 0,1 0 1 15,-2 2-1-15,-1 0 1 0,3 2-1 0,-2 0 1 16,1 2-18-16,1 2 0 0,2 0 0 0,-5 2 0 16,5 3 0-16,0 1 0 0,-1 2 0 0,5 3 0 0,-4-1-28 15,2 3 1-15,1-1-1 0,3 1 1 0,4 1-1 16,2 3 1-16,4-9-1 0,4 6 1 0,4-5 13 16,5 1 1-16,3-6 0 0,2-1 0 0,2-5-1 15,7-4 1-15,-1 0 0 0,5-8 0 0,4-1 1 0,-1-1 0 16,3-4 0-16,-3-3 0 0,1 3-1 0,-9 2 1 15,3-7 0-15,-5 7 0 0,-1-4 4 0,-5 1 0 16,-6 3 0-16,0 2 1 0,-1 1-1 0,-7 3 0 16,0 0 0-16,-2 4 0 0,-2 2-1 0,-2 4 1 15,-2 6-1-15,0 1 1 0,-9 9-1 0,3 11 0 16,-4 2 0-16,-2 8 1 0,-1 4-6 0,1 4 1 16,0-2 0-16,4-2 0 0,2-4-1 0,3-4 1 0,5-4-1 15,2-8 1-15,6-5-3 0,5-7 0 0</inkml:trace>
  <inkml:trace contextRef="#ctx0" brushRef="#br0" timeOffset="44237.75">9916 2678 272 0,'0'0'0'0,"0"0"0"0,0 0 0 0,0 0 117 0,0 0 0 0,0 0 0 0,-4-10 1 0,4 8-1 0,0 2 0 0,0-2 0 0,0 2 1 0,0-4-34 0,0 4 0 16,0 0 0-16,0 4 0 0,0 0-1 0,0 6 1 16,0-2 0-16,0 3 0 0,0 5-21 15,4 2 1-15,-4 1-1 0,0 6 1 0,0-3-1 0,0 5 1 16,0-1-1-16,0 1 1 0,0 0-28 0,0-3 1 16,0 3 0-16,0-4 0 0,-4-1-1 0,4-5 1 15</inkml:trace>
  <inkml:trace contextRef="#ctx0" brushRef="#br0" timeOffset="44656.05">10028 2758 180 0,'0'0'0'0,"0"0"0"16,0 0 0-16,0 0 223 0,0 0 0 0,0 0 0 0,-8 12 0 15,8-7-1-15,-5-1 1 0,3-2 0 0,-2 2 0 16,2 4-160-16,0-4 0 0,2 4 0 0,-4 1 0 16,4 1-1-16,0 2 1 0,4 2 0 0,-4-1 0 0,4-3-23 15,0 6 0-15,3-1 0 0,-3 1 1 0,4-1-1 16,0-3 0-16,0 0 0 0,2-2 0 0,2-1-19 15,1-1 0-15,1-2 0 0,-2-2 1 0,0-4-1 16,-1-4 0-16,1 0 0 0,0-2 0 0,0-7-21 16,2 3 0-16,-1-2 0 0,-5-5 0 0,2-1 0 0,-6-1 0 15,0 3 0-15,0-2 0 0,-4-1 1 0,0 3 1 16,0-3 0-16,-8-1 0 0,4 10-1 0,-6-7 1 16,2 7-1-16,-1-2 1 0,-3 3 4 0,0 3 0 15,2 2 0-15,-2 4 1 0,-1-4-1 0,3 4 0 16,2 0 0-16,-4 4 0 0,2 0 2 0,2-2 1 15,-1 2 0-15,1 0 0 0,0 5-1 0,2-5 1 0</inkml:trace>
  <inkml:trace contextRef="#ctx0" brushRef="#br0" timeOffset="45369.77">10361 2978 164 0,'0'0'0'0,"0"0"0"0,0 0 0 0,0 0 229 0,0 0 0 0,0 0 0 0,0 0 1 0,0 0-1 0,0 0 0 0,0 0 0 0,0 0 1 0,0 0-178 0,0 0 0 16,0 0 0-16,0 0 1 0,0 0-1 0,0 0 0 16,0 0 0-16,0-9 0 0,0 9-21 0,0 0 0 15,0 0 0-15,0 0 0 0,0 0-1 0,0 0 1 16,0 0 0-16,0 0 0 0,0 0-14 0,0-4 0 15,0 4 0-15,0 0 0 0,0 0-1 0,0 0 1 16,0 0 0-16,3 0 0 0,-3 0-14 0,0 0 1 0,0 0 0 16,0 0 0-16,0 0-1 0,0 0 1 0,0 0-1 15,-3 0 1-15,3 0-4 0,-2 0 1 0,0 0-1 16,2 0 1-16,-2 0-1 0,0 0 1 0,0 0-1 16,0 0 1-16,2 0-1 0,0 0 1 0,0 0 0 15,0 0 0-15,0 0-1 0,0 0 1 0,0 0 0 16,0 0 0-16,0 0 6 0,0 0 1 0,0 0-1 15,0 0 1-15,0 0-1 0,0 0 1 0,0 0-1 0,0 0 1 16,0 0-2-16,0 0 0 0,0 0 0 0,0 0 1 16,0 0-1-16,0 0 0 0,0 0 0 0,0 0 0 15,0 0 3-15,0 0 0 0,0 0 0 0,0 0 1 16,0 0-1-16,0 0 0 0,0 0 0 0,0 0 1 16,0 0-3-16,0 0 0 0,0 0 0 0,0 0 1 15,0 0-1-15,0 0 0 0,0 0 0 0,0 0 1 0,0 0 1 16,0 0 1-16,0 0 0 0,0 0 0 0,0 0-1 15,0 0 1-15,0 0-1 0,0 0 1 0,0 0 0 16,0 0 0-16,0 0 0 0,0 0 1 0,0 0-1 16,0 0 0-16,0 0 0 0,0 0 0 0,0 0-3 0,0 0 0 15,0 0 0-15,0 0 1 0,0 0-1 0,0 0 0 16,0 0 0-16,0 0 1 0,0 0-1 0,0 0 0 16,0 0 0-16,0 0 0 0,0 0-7 0,0 0-2491 0</inkml:trace>
  <inkml:trace contextRef="#ctx0" brushRef="#br0" timeOffset="45974.06">10720 2731 140 0,'0'0'0'0,"0"0"0"0,0 0 0 0,0 0 270 0,0 0 1 0,0 0-1 0,0 0 1 0,0 0-1 0,0 0 1 0,-10-8-1 0,10 6 1 15,-3 2-207-15,1-4 1 0,0 0 0 0,0 0 0 16,-2 0-1-16,0 4 1 0,0-4-1 0,-4 0 1 0,4 2-26 15,-4-1 0-15,2 1 0 0,2 2 0 0,-5 0-1 16,5 0 1-16,-4 0 0 0,-2 2 0 0,2 1-22 16,0 3 1-16,0-2-1 0,-5 0 1 0,5 0-1 15,2 4 0-15,-2-4 0 0,0 2 1 0,-2 3-16 0,4-5 0 16,0 4 0-16,1 2 1 0,-3-2-1 0,4 3 0 16,0-3 0-16,2 4 0 0,0-4-2 0,2 3 0 15,0-3 0-15,2 2 0 0,0-2 0 0,2 1 0 16,4-1 0-16,-4-4 0 0,5 0 0 0,-1-2 0 15,2 2 0-15,-2-4 1 0,4 0-1 0,-4 0 0 16,3-6 0-16,1 2 1 0,-4 0-1 0,0-4 0 16,2 3 0-16,-2-3 1 0,-4 2-1 0,5-2 0 0,-5 0 0 15,2-3 1-15,2 3 2 0,-4 4 0 0,0-4 0 16,0 2 0-16,-4 2-1 0,4 0 1 0,-4-1 0 16,0 1 0-16,0 0-1 0,4 4 0 0,-4-4 0 15,0 4 1-15,0 0-1 0,0 0 0 0,0 0 0 16,0 4 0-16,0 4-2 0,-4-3 1 0,4 3 0 15,0 6 0-15,0-2-1 0,-4 7 1 0,4-1-1 16,0-1 1-16,0 1-1 0,0-1 1 0,0 1 0 16,0 1 0-16,0-3-1 0,0-2 1 0,0-1-1 0,4-5 1 15,-4 2-3-15,4-6 1 0,-4 4-1 0,0-4 1 16,0-1-1-16,2-1 1 0,0 0-1 16,-2-2 1-16,0 0 1 0,0 0-2498 0</inkml:trace>
  <inkml:trace contextRef="#ctx0" brushRef="#br0" timeOffset="46753.04">11033 2740 80 0,'0'0'0'0,"0"0"0"0,0 0 0 0,0 0 229 0,0 0 1 0,0 0-1 0,0 0 1 0,0 0-1 0,0 0 1 0,0 0-1 0,0 0 1 0,0 0-185 0,0 0 1 0,0 0-1 0,0 0 1 0,0 0-1 0,0 0 0 0,0 0 0 16,0 0 1-16,0 0-16 0,0 0 0 0,0 0 0 0,-4-9 1 16,4 5-1-16,0 4 0 0,0 0 0 0,-4-2 0 15,4 2-3-15,-4 0 1 0,4 0-1 0,-6 0 1 16,2-2-1-16,0 2 0 0,0-2 0 0,0 2 1 0,-1 0-30 15,-3 0 1-15,4 0-1 0,-2 0 1 0,0 0-1 16,0 0 1-16,2 0 0 0,-4 2 0 0,4 0 5 16,-4 0 0-16,1 2 0 0,3 1 0 0,-4 3-1 15,0-4 1-15,0 2 0 0,0 2 0 0,2 0 13 16,-2 1 0-16,-1 1 0 0,5-2 1 0,-4 4-1 16,4 3 0-16,0-7 0 0,2 2 0 0,2 3 1 0,0-1 1 15,0-6-1-15,0 6 1 0,4-4-1 0,2-3 0 16,2 1 0-16,0-2 1 0,1 0-5 0,-1-4 1 15,2 0 0-15,2 0 0 0,0 0-1 0,-1-4 1 16,1 4-1-16,0 0 1 0,0-4-3 0,-2 4 1 16,3 0-1-16,-5 0 1 0,0 0-1 0,2 0 1 15,-6 0-1-15,4 0 1 0,-4 0-5 0,0-4 0 0,2 2 0 16,3-3 1-16,-5 1-1 0,4 0 0 0,-4-4 0 16,0 2 1-16,0 2-1 0,-2-4 1 0,0-1-1 15,0-1 1-15,-2 6-1 0,0-4 1 0,0 4-1 16,0 0 1-16,-2 0-4 0,0 2 1 0,0 2-1 15,0 0 1-15,0 0-1 0,-2 2 0 0,4 2 0 16,-4 0 1-16,4 0-5 0,-4 4 1 0,4-4 0 16,0 6 0-16,0-1-1 0,0-1 1 0,0 2 0 15,0 2 0-15,0 3-1 0,0-3 0 0,0 7 0 0,4-3 0 16,-4-2-1-16,0 3 1 0,4 1 0 16,-4-3 0-16,4 1-4 0,-4-2 0 0,2-1 0 15,-2-1 1-15,2-2-1 0,0-2 0 0</inkml:trace>
  <inkml:trace contextRef="#ctx0" brushRef="#br0" timeOffset="49787.2">11314 2814 304 0,'0'0'0'0,"0"0"0"0,0 0 0 0,0 0 123 0,0 0 1 0,0 0-1 0,0 0 1 0,0 0-1 0,0 0 1 0,0 0-1 0,0 0 1 15,0 0-57-15,0 0 0 0,0 0 0 0,-2-9 1 16,2 5-1-16,0 0 0 0,0 0 0 0,0 0 0 16,0 0-14-16,0 2 1 0,0 0-1 0,0 0 1 15,0 2-1-15,0-4 1 0,2 4-1 0,0-5 1 16,0 5-17-16,0-4 1 0,2 0-1 0,2 4 1 16,-2-4-1-16,0 0 0 0,5 2 0 0,-5-2 1 0,2 4-45 15,2-4 0-15,0 4 0 0,0 0 0 0,-4 0 0 16,2 4 0-16,0-2 0 0,1 2 0 0,-3 4 23 15,0-4 1-15,-4 5 0 0,4-1 0 0,-4 2-1 0,0 2 1 16,-4-1-1-16,4 5 1 0,-4-2-9 0,-5 3 0 16,3 1 0-16,2-1 1 0,-4 1-1 0,-4 1 0 15,4-3 0-15,0-2 1 0,2 3 0 0,-3-7 1 16,1 2 0-16,0-4 0 0,2-3-1 0,2 1 1 16,0-6 0-16,0 4 0 0,4-4-1 0,-4 0 1 15,4 0-1-15,-4-4 1 0,4 4-1 0,-4-4 0 16,4 2 0-16,0-3 1 0,0 1-3 0,0 0 0 15,0 0 0-15,0 4 1 0,4-4-1 0,0 0 0 16,0 0 0-16,0 2 0 0,0 0-2 0,2 0 0 0,0 2 0 16,4-4 1-16,-2 4-1 0,3 0 0 0,1 0 0 15,0 0 1-15,0 0-2 0,1 0 1 0,1 0 0 16,-2 4 0-16,-2 0-1 0,-2 2 1 0,0-2 0 16,1 4 0-16,-1-4-1 0,0 3 0 0,-2-3 0 15,2 4 1-15,0-4-1 0,-4 0 0 0,4 0 0 0,-1-2 0 16,1 0 0-16,0 0 0 0,0 2 0 0,0-4 1 15,2 0-1-15,-2 0 0 0</inkml:trace>
  <inkml:trace contextRef="#ctx0" brushRef="#br0" timeOffset="51790.25">11049 2793 28 0,'0'0'0'0,"0"0"0"0,0 0 0 0,0 0 37 0,0 0 1 0,0 0-1 0,0 0 1 0,0 0-1 0,0 0 1 0,0 0-1 0,0 0 1 0,0 0-18 0,0 0 1 15,0 0 0-15,0 0 0 0,0 0-1 0,0 0 1 16,0 0-1-16,0 0 1 0,0 0 18 0,0 0 0 15,0 0 0-15,0 0 1 0,0 0-1 0,0 0 0 16,0 0 0-16,0 0 1 0,0 0-14 0,0 0 0 16,0 0 0-16,0-10 0 0,0 10 0 0,-2 0 0 15,2 0 0-15,-2-2 0 0,2 2-33 0,0-2 1 16,-2 2-1-16,2-4 1 0,0-1-1 0,0 5 1 0,0-4 0 16,0 0 0-16,0 0 22 0,0 0 0 0,0 0 0 15,0 2 0-15,0-2 0 0,0 4 0 0,0-4 0 16,0 4 0-16,0-4-7 0,0 4 0 0,0 0 0 15,0 0 1-15,0 0-1 0,0-5 0 0,0 5 0 16,0 0 1-16,0 0 1 0,0 0 1 0,0 0-1 16,0 0 1-16,0 0-1 0,0 0 1 0,0 0-1 15,0 0 1-15,0 5 3 0,0-5 1 0,0 4 0 0,2 0 0 16,0 0-1-16,0 0 1 0,0 2 0 0,-2 2 0 16,2 1 13-16,-2-3 1 0,3 2-1 0,-3 4 1 15,0-4-1-15,0 3 0 0,0 1 0 0,0-2 1 16,0 3 2-16,0-5 1 0,0 0 0 0,0-2 0 15,0 2-1-15,4-4 1 0</inkml:trace>
  <inkml:trace contextRef="#ctx0" brushRef="#br0" timeOffset="53137.88">2988 11889 680 0,'0'0'0'0,"0"0"0"0,0 0 0 0,0 0 173 0,0 13 1 0,4-5 0 0,-4 4 0 0,4 7-1 0,-4 1 1 0,4 13-1 0,-2 6 1 0,2 14-85 0,0 15 0 16,0 14 0-16,0 6 1 0,-4 27-1 0,0-14 0 0,-4-9 0 15,4-10 1-15,-4-12-40 0,0-13 0 0,-2-8 0 16,2-10 0-16,0-6 0 0,-4-8 0 0</inkml:trace>
  <inkml:trace contextRef="#ctx0" brushRef="#br0" timeOffset="53419.4">2971 12244 688 0,'0'0'0'0,"0"0"0"0,0 0 0 15,5 6 193-15,-1-4 0 0,4 5 0 0,-4-3 1 16,6-2-1-16,2 2 0 0,4 0 0 0,3 0 0 15,1-4-120-15,3 0 0 0,3-4 0 0,7-2 1 16,1-2-1-16,1-7 0 0,-1 3 0 0,5-7 0 16,-4 1-23-16,3-3 0 0,-7-1 0 0,-3-1 1 0,-1-1-1 15,-5-3 0-15,-1 0 0 0,-11 1 0 0,2-5-14 16,-8-6 1-16,0 2 0 0,-4 0 0 0,-8-4-1 16,0 0 1-16,-2 4-1 0,-3 3 1 0,-3 1-46 0,-2 6 1 15,-3 5-1-15,-1 3 1 0,-4 7-1 0,1 4 1 16,-1 6 0-16,-1 4 0 0,3 8 20 0,-7-1 1 15,9 9 0-15,-3-3 0 0,-1 7-1 0,4 3 1 16</inkml:trace>
  <inkml:trace contextRef="#ctx0" brushRef="#br0" timeOffset="53852.84">3710 12361 628 0,'0'0'0'0,"0"0"0"0,0 0 0 0,0 0 225 0,0 0 1 0,0 0 0 0,0 0 0 0,0 0-1 0,0 0 1 0,0 0-1 0,0 12 1 0,4-3-161 0,-4 5 0 16,4 2 0-16,0 7 1 0,1 8-1 0,-1-1 0 16,0 5 0-16,2 4 1 0,-2 2-24 0,0-2 0 15,0-2 0-15,0 2 0 0,0-4 0 0,0 0 0 16,0-2 0-16,-4-7 0 0,4-1-22 0,2-2 0 16</inkml:trace>
  <inkml:trace contextRef="#ctx0" brushRef="#br0" timeOffset="54102.62">3568 12745 568 0,'0'0'0'0,"0"0"0"15,0 0 0-15,-8 8 203 0,8-2 1 0,-4 2 0 16,0 2 0-16,4 3-1 0,0 3 1 0,0 1 0 16,0 1 0-16,4-2-137 0,4 3 1 0,0-3 0 15,6-1 0-15,2-3-1 0,3-2 1 0,1-2 0 0,2-3 0 16,-1-5-23-16,1-3 1 0,3-3-1 0,-7-2 1 15,2-4-1-15,-1-3 1 0,-7-3-1 0,0 0 1 16,-6 1-23-16,-2-1 1 0,-4 1-1 0,-4-3 1 16,-4 3-1-16,-2 3 0 0,-2 4 0 0,-5-3 1 0,3 7-24 15,-6-2 0-15,1 4 0 0,3 0 0 0,-2 4 0 16,-3 0 0-16,3 0 0 0,2 0 0 0,16 0 0 16,0 0-2469-16</inkml:trace>
  <inkml:trace contextRef="#ctx0" brushRef="#br0" timeOffset="54670.12">4634 12628 728 0,'0'0'0'0,"0"0"0"0,0 0 0 0,0 0 176 0,0 0 1 0,0 0-1 0,0 0 1 0,0 0-1 0,0 0 0 0,8 2 0 0,1-2 1 0,-3 0-102 0,6 2 0 0,0-2 0 16,2 0 0-16,7 0 0 0,-5 2 0 0,6-2 0 15,-1 4 0-15,1-4-27 0,0 4 0 0,-1-4 0 16,5 4 0-16,-26-4-48 0,0 0-2199 0</inkml:trace>
  <inkml:trace contextRef="#ctx0" brushRef="#br0" timeOffset="54870.44">4844 12857 704 0,'0'0'0'0,"0"0"0"0,0 0 0 16,-8 0 195-16,4 2 1 0,0 1 0 0,4-3 0 16,0 2-1-16,0-2 1 0,0 4-1 0,0-4 1 15,4 0-127-15,0 4 1 0,8-4-1 0,-2 4 1 16,6-4-1-16,-1 2 1 0,5 0-1 0,-4-2 1 0,3 2-26 16,-3 0 0-16,2 0 0 0,-1 0 0 0,-17-2-44 15,0 0-2251-15</inkml:trace>
  <inkml:trace contextRef="#ctx0" brushRef="#br0" timeOffset="59103.3">5927 12263 608 0,'0'0'0'0,"0"0"0"0,0 0 0 0,0 0 159 0,0 0 0 0,0 0 0 0,0 0 0 0,0 0 0 0,0-11 0 0,6 7 0 0,2 0 0 0,4 0-66 0,0 0 0 0,7 0 0 0,1-4 1 16,2 4-1-16,5 4 0 0,1-3 0 0,3 1 0 0,3 2-42 15,1 2 1-15,0 1-1 0,-5-1 1 16,5 4-1-16,-7-2 1 0,-1 2-1 0,3 0 1 0,-30-6-52 16,0 0-2278-16</inkml:trace>
  <inkml:trace contextRef="#ctx0" brushRef="#br0" timeOffset="59603.56">5927 12281 520 0,'0'0'0'0,"0"0"0"16,0 0 0-16,0 0 195 0,0 0 0 0,0 0 0 16,0 0 1-16,0 0-1 0,-8 4 0 0,8-4 0 15,0 4 0-15,0 0-131 0,4 0 1 0,0 7-1 16,2 1 1-16,2 0-1 0,-4 7 1 0,4-3-1 16,0 5 1-16,0-1-17 0,3 3 0 0,-3-1 0 0,0 1 0 15,-2-3-1-15,0 3 1 0,0-7 0 0,-2 3 0 16,0-5-13-16,0-1 0 0,0-5 0 0,1 0 0 15,-5-2 0-15,4 2 0 0,0-6 0 0,0 0 0 16,2-2-44-16,-2-2 1 0,4 0-1 0,0 2 1 16,0-4-1-16,7 0 1 0,-3 2-1 0,0 0 1 0,6 2 21 15,-5 0 0-15,5 2 0 0,2 4 0 0,-1-2-1 16,1 2 1-16,2 3 0 0,-1 3 0 0,1-4-1 0,-2 2 0 16,7-1 0-16,-5 3 1 0,-1 2-1 15,1 1 0-15,-6 1 0 0,-2 3 0 0,3-3 1 16,-9 2 1-16,-2 5-1 0,-4 2 1 0,-2-3-1 0,-4 5 1 15,-4-1-1-15,-4 1 1 0,-7-2-5 0,3-1 0 16,-6 1 0-16,-3-7 1 0,-1-1-1 0,-5-3 0 16,1-8 0-16,-3 0 0 0,3-6-2 0,-5-4 1 15,9-4-1-15,-7-2 1 0,7-2-1 0,-1-1 1 16,5-3-1-16,1-3 1 0,7 1-3 0,2 0 0 16</inkml:trace>
  <inkml:trace contextRef="#ctx0" brushRef="#br0" timeOffset="60369.85">7121 12767 632 0,'0'0'0'0,"0"0"0"0,-8 0 0 0,4-2 218 0,-4 0 0 0,4 0 0 0,-6 0 0 0,2 0-1 0,4-2 1 0,-5 0 0 0,1 2 0 0,0-4-149 0,2-1 1 0,4 3-1 16,2-4 1-16,4-2-1 0,4 0 0 0,0-1 0 15,5 1 1-15,-3-2-28 0,6 4 0 0,2-1 0 0,7 1 1 16,-5 2-1-16,7 6 0 0,-5 0 0 0,4 4 1 15,3 4-25-15,-3 3 1 0,-3 3 0 0,-3 6 0 16,-4-1-1-16,-1 5 1 0,-3 1 0 0,-8 4 0 16,0 2-17-16,-8 1 1 0,0 3 0 0,-8 0 0 15,-5 0-1-15,3-4 1 0,-4-1-1 0,-3-1 1 0,-1-4-2 16,2-5 1-16,1-5-1 0,3-3 1 0,4-6-1 16,0-2 1-16,6-4-1 0,1-4 1 0,5 0 9 15,0 0 0-15,0-2 0 0,9 0 0 0,-3-1-1 16,6-1 1-16,0 2 0 0,2 0 0 0,3 4-1 0,1-2 0 15,2 4 0-15,-1 0 0 0,5 0 0 16,-6 4 0-16,7-2 0 0,1 2 0 0,-3 0-1 0,5 0 0 16,-1 0 0-16,3 0 0 0,-1 1 0 0,1-3 0 15,-3 2 0-15,-3 0 0 0,3 0 0 0,-9-2 0 16,2 2 0-16,-6 2 0 0,3-6 0 0,-5 4 0 16,-6-2 0-16,2 3 0 0,-8-5-9 0,0 0-2822 0</inkml:trace>
  <inkml:trace contextRef="#ctx0" brushRef="#br0" timeOffset="62137.12">8296 13085 336 0,'0'0'0'0,"0"0"0"0,0 0 0 0,0 0 122 0,0 0 1 0,0 0-1 0,0 0 1 0,-4 8-1 0,4-6 1 0,-4 0-1 0,4 2 1 0,-5-4-37 15,3 0 1-15,0 5 0 0,-2-5 0 0,2 2-1 16,2-2 1-16,-4 0 0 0,4 0 0 0,-4 0-20 16,4 0 0-16,0 0 0 0,-4-2 0 0,4 2-1 0,0-5 1 15,0 1 0-15,0 0 0 0,0-2-24 0,0 0 1 16,4 0 0-16,-4 2 0 0,0 0-1 0,4 0 1 16,-4-1-1-16,4 1 1 0,-2 2-50 0,0 0 1 15,0 2-1-15,0 0 1 0,0 0-1 0,3 0 1 16,-5 2-1-16,0 0 1 0,0 2 23 0,0 3 1 15,0-1 0-15,0 2 0 0,0-4-1 0,0 2 1 0,0 0-1 16,-5 0 1-16,5-6-6 0,0 0 0 0,0 0 0 16,0 0 0-16,0 0-1 0,0 0 1 0,0 0 0 15,0 0 0-15,0 0-1 0,0 0 0 0,0 0 0 16,0 0 1-16,0 0-1 0,0 0 0 0,0 0 0 16,0 0 1-16,0 0-3 0,0 0 1 0,0 0-1 15,0 0 1-15,0 0-1 0,0 0 1 0,0 0-1 16,0 0 1-16,0 0-2 0,0 0 0 0,0 0 0 15,0 0 1-15,0 0-1 0,0 0 0 0,0 0 0 0,0 0 0 16,0 0-2-16,0 0 0 0,0 0 0 0,0 0 1 16,0 0-1-16,0 0 0 0,0 0 0 0,0 0 0 15,0 0-1-15,0 0 1 0,0 0 0 0,0 0 0 16,0 0-1-16,0 0 1 0,0 0 0 0,0 0 0 16,0 0 1-16,0 0 0 0,0 0 0 0,0 0 0 15,-22 39-1-15,22-36 1 0,-4-1 0 0,0 0 0 0,4 0-2 16,-4-2 1-16</inkml:trace>
  <inkml:trace contextRef="#ctx0" brushRef="#br0" timeOffset="62619.25">8988 12642 496 0,'0'0'0'0,"0"0"0"0,0 0 0 0,0-8 239 0,-4 4 0 0,4 0 0 0,0 0 1 0,-4-1-1 0,4-1 0 0,-5 2 0 0,3-4 0 0,0 2-173 0,0 0 0 0,0 4 0 15,0-2 1-15,-2-1-1 0,0 1 0 0,-4 4 0 16,4 0 0-16,-4 0-21 0,2 0 0 0,2 4 0 15,-5 5 0-15,-3-5-1 0,2 6 1 0,2 2 0 16,-4 3 0-16,0 1-23 0,-1 3 0 0,3-1 0 16,-2 7 0-16,-2 3 0 0,6 3 0 0,-5 6 0 0,9 4 0 15,-4 2-22-15,4-2 1 0,4 4-1 0,2-2 1 16,4-4-1-16,6-2 0 0,3-8 0 0,5 0 1 16,6-7-1-16,5-5 0 0,6-7 0 0,-3-4 1 15,9-4-1-15,-2-2 0 0,-3-6 0 0,1-2 0 16,-2-3 7-16,-7-5 0 0,-3 0 0 0,-3-3 1 15,-6 1-1-15,-5-1 0 0,-9 3 0 0,-4-5 1 0,-4 3-1 16,-5 3 1-16,1-1-1 0,-8 4 1 0,2-1-1 16,-9 7 1-16,3 0-1 0,-6 4 1 0,-7 4 4 15,-4 4 1-15,3 7 0 0,-5-3 0 0,-2 6-1 16,1 1 1-16,3 1-1 0,0 3 1 0,5-1-2 0,1-1 0 16,9 1 0-16,2-1 0 0,20-19-11 0,0 0-2805 15</inkml:trace>
  <inkml:trace contextRef="#ctx0" brushRef="#br0" timeOffset="65153.78">9576 12630 320 0,'0'0'0'0,"0"0"0"0,0 0 0 0,-4-11 245 0,0 5 0 0,0 0 0 0,4 0 0 0,-4 0 0 0,4-2 0 0,-4 2 0 0,4-3 0 0,0-1-184 0,0 2 0 0,4-2 0 16,0 1 1-16,0 3-1 0,0 0 0 0,4 2 0 15,-2 4 0-15,0 4-28 0,4 0 1 0,-2 9-1 16,1 3 1-16,-1 0-1 0,-2 7 0 0,2 4 0 0,-4 1 1 16,-4 3-18-16,0 6 0 0,0 2 0 0,0 0 0 15,-4 0-1-15,0-2 1 0,0-6 0 0,0-1 0 16,2-3-9-16,0-7 0 0,0-1 0 0,0-7 1 15,2-2-1-15,0-5 0 0</inkml:trace>
  <inkml:trace contextRef="#ctx0" brushRef="#br0" timeOffset="65852.65">9942 12648 364 0,'0'0'0'0,"0"0"0"0,0 0 0 0,0 0 223 0,0 0 1 0,0 0-1 0,-10 2 1 0,8-2-1 0,0 0 0 0,-2 2 0 0,4-2 1 0,-4 0-146 0,0 0 0 16,4 0 0-16,-4 0 1 0,4 0-1 15,-4 0 0-15,4 0 0 0,0 0 1 0,0 0-47 0,0-2 1 16,0 0-1-16,4 0 1 0,0 0-1 0,0 0 1 16,0-2-1-16,2-4 1 0,6 2-3 0,-4-1 1 15,5 1-1-15,-1 2 1 0,-2-4-1 0,6 2 0 16,-4 0 0-16,3 4 1 0,1-2-29 0,-2-1 0 16,3 1 0-16,-5 4 1 0,2 0-1 0,2 0 0 15,-6 4 0-15,3-4 0 0,-1 9-2 0,0-5 1 16,-2 6 0-16,2 2 0 0,-3 3-1 0,-5 3 1 0,2 3 0 15,2 1 0-15,-4 5 4 0,-4 4 0 0,0 3 0 16,0 5 1-16,0 2-1 0,-4 3 0 0,0-1 0 16,2 2 0-16,0-6 3 0,-2 2 0 0,2-6 0 15,0-3 1-15,0-3-1 0,2-6 0 0,-4-1 0 16,4-3 1-16,-5-3-3 0,5-6 1 0,0 1 0 16,0-1 0-16,0-10-7 0,0 0-2578 0</inkml:trace>
  <inkml:trace contextRef="#ctx0" brushRef="#br0" timeOffset="66056.42">10001 12999 572 0,'0'0'0'0,"0"0"0"0,0 0 0 0,0 0 234 16,-8-8 0-16,8 8 0 0,0-4 1 0,0 4-1 15,0 0 0-15,4 0 0 0,4-4 0 0,0 1-160 16,7 1 0-16,1 0 0 0,2-2 1 0,3 0-1 15,5 0 0-15,1 0 0 0,3-4 1 0,3 2-39 0,1-1 1 16,1 1 0-16,-1 2 0 0,17-2-37 0,-51 6-2390 16</inkml:trace>
  <inkml:trace contextRef="#ctx0" brushRef="#br0" timeOffset="66755.28">11011 12683 260 0,'0'0'0'0,"0"0"0"0,0 0 0 0,0 0 189 0,0 0 1 0,0 0-1 0,0 0 1 0,0 0-1 0,0 0 0 0,-4-8 0 0,4 6 1 0,0-2-118 0,-4 0 1 16,4-3-1-16,-4 1 1 0,-1 0-1 0,1-2 1 15,0 0-1-15,0 0 1 0,-4-1-26 0,2 3 1 16,-6-4-1-16,0 2 1 0,-3 4-1 0,3-5 0 15,-4 5 0-15,-2 4 1 0,1 0-22 0,-1 4 0 0,-2 1 0 16,-3-1 1-16,1 4-1 0,1 6 0 0,-1-4 0 16,2 7 0-16,-3 3-27 0,3 1 1 0,-2 3 0 15,5 3 0-15,1 0-1 0,6-3 1 0,-2 5 0 16,6-2 0-16,6-3 4 0,6 1 1 0,2-2 0 16,4-5 0-16,2-6-1 0,7 1 1 0,1-5 0 15,8-2 0-15,3-6 3 0,2-2 0 0,-1-2 0 16,5-8 0-16,-4-3 0 0,-1 1 0 0,-3-3 0 0,-3-5 0 15,-1-1 8-15,-5 3 1 0,-4 1 0 0,-1-1 0 16,-5 5-1-16,-4 3 1 0,-6 2-1 0,0 2 1 16,0 4-1-16,0 0 0 0,-2 4 0 0,0 2 1 15,0 4-1-15,0 2 0 0,-2 2 0 0,0 7 1 16,0 5-5-16,0 5 1 0,2 2-1 0,-4 7 1 0,4-1-1 16,0 0 1-16,0 2-1 0,0-4 1 0,0-2-5 15,4-3 1-15,-4-5 0 0,4-5 0 0,0-5-1 16,0-1 1-16</inkml:trace>
  <inkml:trace contextRef="#ctx0" brushRef="#br0" timeOffset="77235.98">9997 6971 476 0,'0'0'0'0,"0"0"0"0,0 0 0 16,0 0 133-16,0 0 0 0,0 0 0 0,0 0 0 0,0 0 0 0,0 0 0 0,0 0 0 0,0 0 0 0,0 0-52 0,0 0 0 16,0 0 0-16,0 0 0 0,0 0-1 0,0 0 1 15,0 0 0-15,0 0 0 0,0 0-17 0,4 8 0 0,0-8 0 16,-4 0 0-16,0 2 0 0,0-2 0 0,0 4 0 15,0-4 0-15,0 0-17 0,0 0 1 0,0 0-1 16,0 4 1-16,0-4-1 0,0 0 0 0,0 0 0 16,0 0 1-16,0 0-59 0,0 0 1 0,0 0-1 15,0 0 1-15,0 0-1 0,0 0 1 0,0 0-1 16,0-4 1-16,0 4 32 0,0-4 1 0,-4 2 0 16,4 0 0-16,-4 0-1 0,0 0 1 0,0 0-1 15,0 0 1-15,4 2-11 0,0 0 0 0,0 0 0 0,0 0 0 16,0 0-1-16,0 0 1 0,-39-2 0 0,27 6 0 15,6 0 0-15,-6 2 0 0,4 2 0 0,-3 1 1 16,3-1-1-16,0 2 0 0,0 2 0 0,4-1 1 16,-4 5 0-16,4-4 1 0,0 3-1 0,4-3 1 15,0-2-1-15,0 3 1 0,2 1-1 0,2-6 1 16,2-2-5-16,2 0 1 0,0 1 0 0,2 1 0 16,3-4-1-16,3-2 1 0,-4 2 0 0,2 0 0 0,3-2-4 15,1 0 0-15,-6 2 0 0,0 0 0 0,3 1 0 16,-3-1 0-16,0 2 0 0,2 0 0 0,-6 4-3 0,-4-2 1 15,5-1 0-15,-9 5 0 0,0-4-1 0,0 2 1 16,-4 3-1-16,-5-5 1 0,1 6-3 0,0-6 0 16,-2 3 0-16,-2-3 1 0,-1 0-1 0,3 0 0 15,-2-6 0-15,0-2 0 0,0 0-1 0,2-2 1 16,-3-2-1-16,3-4 1 0,2 2-1 0,-4 0 1 16,4 0-1-16,-1 1 1 0,9 5-1 0,0 0-2733 0</inkml:trace>
  <inkml:trace contextRef="#ctx0" brushRef="#br0" timeOffset="77951.59">10268 7082 344 0,'0'0'0'0,"0"0"0"0,0 0 0 0,0 0 192 0,0 0 0 0,0 0 0 0,0 0 0 0,0 0 0 0,0 0 0 0,0 0 0 0,-4-9 0 0,4 9-136 0,0-4 1 15,0 0-1-15,4 0 1 0,-4 0-1 0,4-2 0 0,-2 2 0 16,2 0 1-16,0-2-21 0,4 1 0 0,-4 1 0 16,4 0 1-16,-3 0-1 0,3 0 0 0,0 4 0 15,2-4 1-15,-2 4-18 0,2 0 1 0,0 0-1 16,1 4 1-16,1 0-1 0,-8 0 1 0,4 4-1 16,2 3 1-16,-2 1-21 0,-4-2 1 0,1 7-1 15,-1-5 1-15,0 2-1 0,-4 5 1 0,0-1-1 16,0 3 1-16,-4-3 1 0,0 1 1 0,-5 1-1 0,1 3 1 15,-2-5-1-15,-2 3 0 0,4-3 0 0,-7-3 1 16,3 1 4-16,4-4 0 0,-4-6 0 0,2 1 1 16,2-5-1-16,-1-2 0 0,5-2 0 0,0-3 0 15,0-1 1-15,0 0 0 0,4-2 0 0,0 0 1 16,0 0-1-16,4 1 0 0,-4-1 0 0,4 2 1 0,0 0 0 16,5 0 0-16,-5 2 0 0,2 0 0 0,2-1 0 15,4 3 0-15,-4-2 0 0,4 2 0 0,3 0-1 16,-3 2 0-16,-4 0 0 0,6 0 0 0,-2 0 0 15,-1 0 0-15,1 2 0 0,0 2 0 0,0 0 1 0,1 1 0 16,-3-1 0-16,-2-4 1 0,0 4-1 0,0 0 0 16,-2-4 0-16,2 2 0 0,-4 0-2 0,5 0 1 15</inkml:trace>
  <inkml:trace contextRef="#ctx0" brushRef="#br0" timeOffset="79653.65">10844 7326 436 0,'0'0'0'0,"0"0"0"0,0 0 0 0,0 0 211 0,0 0 1 0,0 0-1 0,0 0 1 0,0 0-1 0,0 0 1 0,0 0-1 0,0 0 1 0,0 0-151 0,0 0 1 16,8-2-1-16,-6 0 1 0,2 0-1 0,-2 0 0 16,0 0 0-16,2-3 1 0,-4 5-19 0,4-4 1 15,-4 4-1-15,0-4 1 0,4 4-1 0,-4 0 0 16,0 0 0-16,0-4 1 0,0 4-21 15,0 0 1-15,0 0-1 0,0 0 1 0,0 0-1 0,0 0 1 16,0 0-1-16,0 0 1 0,0 0-26 0,0 0 1 16,0 0-1-16,4 0 1 0,-4 0-1 0,0 0 1 0,0 0 0 15,0 4 0-15,0-4 4 0,0 0 0 16,0 0 0-16,0 4 0 0,0-4 0 0,0 0 0 0,0 4 0 16,0-4 0-16,0 0 12 0,0 0 0 0,0 0 0 15,0 0 1-15,0 0-1 0,0 0 0 0,0 0 0 16,0 0 0-16,0 0-2 0,0 0 1 0,0 0 0 15,0 0 0-15,0 0-14 0,0 0-2508 0</inkml:trace>
  <inkml:trace contextRef="#ctx0" brushRef="#br0" timeOffset="80085.42">11188 7020 524 0,'0'0'0'0,"0"0"0"0,0 0 0 0,0 0 246 15,0 0 0-15,0 0 0 0,0 0 0 0,0 0 0 16,0-8 0-16,0 8 0 0,0 0 0 0,-4 0-179 16,4 0 0-16,0 0 0 0,-4 0 0 0,4 0-1 0,-4 0 1 15,4 0 0-15,-7 4 0 0,1 0-23 0,0 0 1 16,2 2-1-16,-4 3 1 0,0 3-1 0,0-4 1 15,-2 6-1-15,1-1 1 0,1 1-23 0,-2 1 0 16,2 1 0-16,0 2 1 0,4 3-1 0,-4-3 0 16,4 1 0-16,-3 1 1 0,3 3-23 0,4-5 0 15,0 3 0-15,2-3 0 0,7-1 0 0,-5 1 0 0,4-8 0 16,4 3 0-16,2-5 0 0,-2-4 0 0,3 0 0 16,1-2 0-16,2-2 0 0,-1-4 0 0,-1-2 0 15,-2 2 0-15,2-8 3 0,-1 1 0 0,-3-5 0 16,0 2 0-16,-4-5-1 0,-2 7 1 0,-2-3 0 15,-2 3 0-15,-4 0 0 0,-2-3 1 0,-2 7 0 16,-2 0 0-16,0 2-1 0,-6 2 1 0,1 4-1 16,1 0 1-16,-6 2-2 0,2 0 1 0,1 2-1 0,-1 2 1 15,4 2-1-15,-2-4 1 0</inkml:trace>
  <inkml:trace contextRef="#ctx0" brushRef="#br0" timeOffset="80335.58">11481 7024 624 0,'0'0'0'0,"0"0"0"0,0 0 0 0,0 0 196 0,-6 8 1 0,4-3 0 0,0 1 0 0,-2 2-1 0,4 4 1 0,-4 3 0 0,4-3 0 0,-5 6-127 0,5-1 1 16,-4 5 0-16,0 3 0 0,4 0-1 0,-4-3 1 0,4 5-1 15,0-5 1-15,-4 1-38 0,4-3 0 16</inkml:trace>
  <inkml:trace contextRef="#ctx0" brushRef="#br0" timeOffset="80622.83">11627 7037 656 0,'0'0'0'0,"0"0"0"0,0 0 0 16,0 0 179-16,0 0 1 0,0 0-1 0,0 0 1 15,0 0-1-15,0 0 1 0,0 0-1 0,13-9 1 16,-5 5-124-16,4 0 0 0,-2 0 0 0,6 4 1 15,-3-4-1-15,-1 0 0 0,6 2 0 16,-6 2 0-16,3 0-12 0,-3 0 1 0,0 2 0 0,-2 2 0 0,-2 0-1 16,1 0 1-16,-5 6 0 0,2 3 0 0,-2 1-18 15,-2 7 1-15,-2-3-1 0,-2 3 1 0,-2 5-1 16,2 1 1-16,-6 4-1 0,3-1 1 0,-3 5-33 16,-2-4 0-16,2 0 0 0,0-2 1 0,0-5-1 15,0-1 0-15</inkml:trace>
  <inkml:trace contextRef="#ctx0" brushRef="#br0" timeOffset="80771.65">11625 7272 684 0,'0'0'0'16,"0"0"0"-16,0 0 0 0,0 0 199 0,0 0 1 0,0 0-1 16,11-6 1-16,-3 2-1 0,0 0 1 0,4 0-1 15,6-4 1-15,-1 2-136 0,1-1 0 0,2 1 0 16,3 2 1-16,-23 4-65 0,0 0-1903 0</inkml:trace>
  <inkml:trace contextRef="#ctx0" brushRef="#br0" timeOffset="81235.05">12266 7086 92 0,'0'0'0'0,"0"0"0"0,0 0 0 16,0 0 257-16,0 0 1 0,0 0-1 0,-4-8 1 0,4 3-1 16,0 5 0-16,0-6 0 0,-4 4 1 0,4-2-201 15,-4 0 1-15,4 2 0 0,-4-2 0 0,0 0-1 16,0 4 1-16,-2-4-1 0,2 4 1 0,0-4-18 0,-8 2 0 16,1 2 0-16,-1 0 0 0,0 2-1 0,0 2 1 15,-2 0 0-15,1 0 0 0,-3 2-11 0,2 2 1 16,2 5 0-16,-5-3 0 0,3 2-1 0,2 0 1 15,0 1 0-15,1 1 0 0,3 0-38 0,-2 3 0 16,4-3 0-16,2 3 0 0,2-5 0 0,-2 2 0 16,4 1 0-16,4 1 1 0,-4-6 16 0,4 3 1 15,2-5 0-15,2 0 0 0,4-2-1 0,-1-2 1 16,5 0 0-16,0-8 0 0,-2 0 9 0,3-2 0 0,1-2 0 16,2 0 1-16,-3-5-1 0,1 3 0 0,-2-2 0 15,-1-3 0-15,-3 3 1 0,0-2 1 0,-8 6 0 16,2-1 0-16,2 1-1 0,-4 2 1 0,-4 2-1 15,4 0 1-15,-4 4-3 0,0 0 1 0,0 0-1 16,0 4 1-16,0 0-1 0,0 6 1 0,-4 3-1 16,4 3 1-16,-4 4-7 0,-2 5 0 0,2-2 0 15,0-1 0-15,2 1 0 0,0 1 0 0,2-1 0 0,0 0 0 16,0-5-8-16,0-2 0 0,2-3 0 0,0-3 0 16,-2-10-4-16,0 0-2822 0</inkml:trace>
  <inkml:trace contextRef="#ctx0" brushRef="#br0" timeOffset="-149024.4">20782 8247 88 0,'0'0'0'0,"-2"-13"0"0,2 3 0 0,0-2 191 0,2-9 1 0,0 1 0 0,2-1 0 0,4-1-1 0,0-1 1 16</inkml:trace>
  <inkml:trace contextRef="#ctx0" brushRef="#br0" timeOffset="-132320.65">2412 15056 520 0,'0'0'0'0,"0"0"0"0,0 0 0 0,0 0 167 0,0 0 0 0,0 0 0 15,-8-10 1-15,8 6-1 0,-4-2 0 0,4-1 0 16,0 3 0-16,0-4-90 0,0 2 1 0,0 2 0 15,0 0 0-15,4 2-1 0,-4 2 1 0,4 2 0 0,0 4 0 16,0 4-20-16,0 3 0 0,2 3 0 0,2 4 1 16,-4 5-1-16,4 2 0 0,-4-1 0 0,5 7 1 15,-5 2-24-15,2-2 0 0,-2 4 0 0,0-2 0 16,0 0-1-16,-4-3 1 0,0-3 0 0,-4 0 0 16,0-7-39-16,4-7 1 0,-4-9 0 0,4-6 0 0,0-6-1 15,0-11 1-15,4-5 0 0,0-7 0 0,0-6 14 16,4-8 0-16,0-2 0 0,-2-4 0 0,3-3-1 15,-1-1 1-15,0 4 0 0,0 4 0 0,2 2-5 16,-2 6 0-16,0 8 0 0,5 7 0 0,-7 3-1 16,6 11 1-16,0 4 0 0,-2 8 0 0,3 0-5 0,-1 6 1 15,0 3 0-15,2 3 0 0,-2 2-1 0,1 5 1 16,1 4 0-16,-2 7 0 0,0-1-1 0,3 10 0 16,-7-2 0-16,0 2 1 0,0 1-1 0,-6-3 0 15,0 2 0-15,-2-2 1 0,-2-4-5 0,0-3 0 16,-2-5 0-16,0-10 1 0,0-11-1 0,0-4 1 15,0-6-1-15,4-2 1 0,0-7-5 0,4-3 1 16,-4-4-1-16,4-3 1 0,4-3-1 0,-2-7 1 0,6-6 0 16,-4 0 0-16,5-8 1 0,1 4 0 0,2-4 0 15,2 4 1-15,-1 2-1 0,-1 2 0 0,2 8 0 16,3 2 1-16,-3 9 2 0,-2 4 1 0,3 3-1 16,-3 9 1-16,2 2-1 0,2 6 1 0,3 3-1 15,-3 5 1-15,-1 4 0 0,-3 3 0 0,6 4 0 16,-5 1 0-16,1 7 0 0,-2 2 0 0,-2 0 0 15,3 0 0-15,-5 0 0 0,-2-1 1 0,-2 1 0 16,0-2 0-16,0 2 0 0,-3 0 0 0,-1-4 0 16,0 1 0-16,-4-32 0 0,0 0-2419 0</inkml:trace>
  <inkml:trace contextRef="#ctx0" brushRef="#br0" timeOffset="-131908.3">3586 14986 540 0,'0'0'0'0,"0"0"0"0,-10 0 0 0,2 0 210 0,0 2 0 0,0 5 0 0,-3-3 1 0,-1-2-1 0,0 4 0 16,0 2 0-16,2 2 0 0,-3 3-149 0,-3-1 0 15,6 4 0-15,-2 5 1 0,-1 1-1 0,-1 1 0 16,6 4 0-16,4 3 0 0,-4-1-18 0,8 4 0 15,4 0 0-15,0 0 0 0,4-3-1 0,2 1 1 16,7-4 0-16,-1-5 0 0,6-1-14 0,1-7 1 0,1-4-1 16,7-5 1-16,-1-7-1 0,1-7 1 0,-3-5-1 15,3-2 1-15,-5-11-37 0,3-2 1 0,-7-4-1 16,-2-1 1-16,-1-1-1 0,-3-4 1 0,-2 2 0 16,-2-6 0-16,-3 6 14 0,-3 2 1 0,2 0-1 15,-8 8 1-15,0 5-1 0,0 7 0 0,-6 9 0 16,2 6 1-16,0 6-1 0,4 7 1 0,-5 5 0 15,5 5 0-15,-4 5-1 0,4 11 1 0,-4 5-1 16,4 5 1-16,-4 0-1 0,4 4 0 0,0-1 0 16,4-3 0-16,-4 0 0 0,4-6 0 0,5-4 0 0,-3-4 0 15,6-4 1-15,-4-7 0 0,4-7 0 0,2-7 0 16,-14-10-9-16,0 0-2606 0</inkml:trace>
  <inkml:trace contextRef="#ctx0" brushRef="#br0" timeOffset="-131741.06">4423 15062 692 0,'0'0'0'0,"0"0"0"0,-4 15 0 0,4-3 219 0,-5 2 0 15,1 5 0-15,0 3 1 0,-4 1-1 16,0 4 0-16,-2 1 0 0,-2 9 0 0,-1-2-149 0,-5 2 0 16,2 6 0-16,-2-8 0 0,5 2 0 0,-7-4 0 15,6-5 0-15,-7-3 0 0,7-7-27 0,-2-7 0 16</inkml:trace>
  <inkml:trace contextRef="#ctx0" brushRef="#br0" timeOffset="-131591.34">4101 15087 544 0,'0'0'0'15,"0"0"0"-15,0 0 0 0,12-4 223 0,-6 0 0 0,7 2 0 16,-1 2 0-16,0 6-1 0,2-2 1 0,7 4 0 16,-3 4 0-16,6 7-159 0,3 3 0 0,-1 9 0 15,-3 4 0-15,5 2-1 0,-5 6 1 0,1 2 0 16,-2 2 0-16,-1-2-19 0,-3 1 0 0,-2-3 0 15,-6-6 0-15,3-5-1 0,-1-3 1 0</inkml:trace>
  <inkml:trace contextRef="#ctx0" brushRef="#br0" timeOffset="-130907.71">5045 14402 400 0,'0'0'0'0,"0"0"0"0,0 0 0 0,-8-8 217 0,4 6 1 0,-4 2-1 0,4 0 1 0,-4 2-1 0,2 2 0 0,2 2 0 0,-4 2 1 16,3 4-146-16,1 1 0 0,4 3 0 15,0 5 1-15,0-1-1 0,0 3 0 0,0 3 0 0,0 5 0 16,4 0-19-16,-4 4 0 0,0 2 0 0,0-5 0 16,0 3 0-16,0-2 0 0,-4 2 0 0,0 2 0 15,-4-6-25-15,2 0 0 0,-2-5 0 0,4-5 1 16,-4-1-1-16,0-3 0 0,-3-9 0 0,3-4 1 0,4-4-30 15,-4-4 0-15,4-4 0 0,4-5 1 0,0-1-1 16,0-7 0-16,4-3 0 0,4-1 1 0,0 1 5 16,2 3 0-16,-1-6 0 0,3 5 0 0,-2 3-1 15,2 7 1-15,5 0 0 0,-5 6 0 0,2 2 0 16,2 4 0-16,-1 4 0 0,1 2 0 0,-2 6 0 0,2 0 0 16,1 9 0-16,1 6 0 0,-2 5-1 0,3 14 0 15,-7-3 0-15,0 12 1 0,2 4-1 0,-10 3 0 16,4 2 0-16,-8-3 1 0,0 1-4 0,0-1 1 15,-4 5 0-15,-4-7 0 0,4-3-1 0,-2-11 1 16,4-4-1-16,0-8 1 0,2-7 1 0,2-9 1 16,2-9 0-16,4-8 0 0,0-2-1 0,0-6 1 15,1 1-1-15,1 1 1 0,6 0-3 0,-4-2 0 0</inkml:trace>
  <inkml:trace contextRef="#ctx0" brushRef="#br0" timeOffset="-129924.05">5821 14712 380 0,'0'0'0'0,"0"0"0"0,0 0 0 0,0 0 120 0,0 0 0 0,0 0 0 0,0 0 0 0,0 0-1 0,-10-5 1 0,6 5 0 15,0-4 0-15,-1 4-26 0,1 0 1 0,-4 0 0 16,4 4 0-16,-2 1-1 0,2 1 1 0,-4 6 0 15,4 2 0-15,0 7-21 0,0 6 1 0,0 12 0 16,-1 14 0-16,5 10-1 0,0 9 1 0,5 6 0 16,-1 0 0-16,8 6-20 0,6-12 0 0,7-11 0 15,1-11 1-15,1-11-1 0,3-11 0 0,7-7 0 16,1-11 0-16,1-10-67 0,0-12 1 0,1-11 0 0,3-7 0 16,-4-16 0-16,-1-5 0 0,1-10 0 0,-8-15 0 15,-7-6 38-15,-6-4 0 0,-5-3 0 0,-13 3 1 16,-9 6-1-16,-5 6 0 0,-10 7 0 0,-3 9 1 15,-7 11-14-15,-1 12 0 0,1 15 0 0,-5 14 0 16,0 8 0-16,1 8 0 0,3 10 0 0,2 11 0 16,3 4 5-16,3 6 0 0,5 0 0 0,6 6 0 0,8-8-19 15,8-39-2590-15</inkml:trace>
  <inkml:trace contextRef="#ctx0" brushRef="#br0" timeOffset="-128972.52">6946 15265 132 0,'0'0'0'0,"0"0"0"0,0 0 0 0,0 0 293 0,0 0 1 15,0 0 0-15,0 0 0 0,0 0-1 0,0 0 1 16,0 0-1-16,0 0 1 0,0 13-222 0,0-1 0 16,-4 0 0-16,4 5 1 0,0 5-1 0,-4 5 0 15,0 6 0-15,0 6 1 0,0 4-26 0,-2-2 0 0,2 2 0 16,4-2 0-16,-4-2 0 0,4-6 0 15</inkml:trace>
  <inkml:trace contextRef="#ctx0" brushRef="#br0" timeOffset="-128191.92">7492 14580 576 0,'0'0'0'0,"0"0"0"0,0 0 0 0,0 0 199 0,0 0 1 0,0 0 0 0,0 0 0 0,0 0-1 0,0 0 1 0,0 0 0 0,8 15 0 0,-4-3-130 0,-2 6 0 16,2 7 0-16,0 6 1 0,0 6-1 0,-4 12 0 16,4 6 0-16,-4 7 0 0,0 8-22 0,0 5 1 15,0-5 0-15,0 2 0 0,-4 2-1 0,4-9 1 16,-4-5-1-16,0-11 1 0,2-2-16 0,0-6 0 0,0-2 0 15,2-8 0-15,0-4 0 0,0-7 0 0,2-5 0 16,2-7 0-16,0-6-40 0,4-2 1 0</inkml:trace>
  <inkml:trace contextRef="#ctx0" brushRef="#br0" timeOffset="-127774.55">7990 14697 676 0,'0'0'0'0,"0"0"0"0,0 0 0 16,0 0 219-16,0 0 1 0,-8-8 0 0,8 8 0 15,0-4-1-15,-4 0 1 0,4 0-1 0,-6 0 1 16,4-1-152-16,-2 3 0 0,2 0 0 0,-2 0 1 0,0 2-1 16,-4 2 0-16,4 2 0 0,-5 5 0 0,3 1-18 15,-2 2 0-15,0 7 0 0,0 1 0 0,0 7 0 16,0 0 0-16,2 9 0 0,-3 5 0 0,5 7-18 15,0 3 0-15,4 0 0 0,0 3 1 0,4 1-1 16,4-4 0-16,3-2 0 0,5 1 1 0,0-7-39 16,7 0 0-16,3-8 0 0,7-5 0 0,-7-3 0 0,9-6 0 15,-1-9 0-15,1-4 1 0,-1-6 13 0,3-8 1 16,-2-4 0-16,-5-5 0 0,5-7-1 0,-9-3 1 16,-1-1-1-16,-3-7 1 0,-4 0-1 0,-5 0 1 15,-5-2 0-15,-8 2 0 0,-4-1-1 0,-4 1 1 16,-7 2-1-16,-1 0 1 0,-10 5 0 0,-1 3 1 0,-1 7 0 15,-3 1 0-15,-3 5-1 0,-1 4 1 0,2 6-1 16,7 2 1-16,-5 4 0 0,1 4 1 0,5 5-1 16,7 1 1-16,6 2-1 0,-2 1 1 0,10-1-1 15,-5-1 1-15,9-5-2 0,0 2 0 0,0-1 0 16,0-1 0-16,0-12-9 0,0 0-2943 0</inkml:trace>
  <inkml:trace contextRef="#ctx0" brushRef="#br0" timeOffset="-127425.49">8597 14822 640 0,'0'0'0'0,"0"0"0"0,-10 0 0 0,4 0 244 0,-5 0 1 0,3 0 0 0,-6 0 0 0,2 2-1 16,4 5 1-16,-4-1 0 0,1 2 0 0,3 2-177 15,-4 2 0-15,4 7 0 0,0 1 1 0,2 11-1 16,2 0 0-16,-5 12 0 0,9 4 0 0,0 4-22 0,4 1 0 16,1 1 0-16,7-6 1 0,6-2-1 0,9-2 0 15,-1-6 0-15,11-10 0 0,3-4-23 0,5-13 0 16,4-4 0-16,6-10 0 0,-4-6 0 0,10-11 0 16,-10-4 0-16,-7-7 0 0,-5-7-23 0,-6-4 0 15,-11-2 0-15,-4-5 0 0,-9-1 0 0,-9 2 0 16,-9 2 0-16,-9 1 0 0,-4 5 0 0,-7 3 0 15,-5 3 0-15,-5 8 0 0,0 0 0 0,-3 7 0 16,-3 5 0-16,2 7 0 0,0 6 7 0,1 2 0 0,3 0 0 16,0 4 1-16,5 2-1 0,1 3 0 0</inkml:trace>
  <inkml:trace contextRef="#ctx0" brushRef="#br0" timeOffset="-126824.44">9688 15079 636 0,'0'0'0'0,"0"0"0"0,0 0 0 0,0 0 224 0,0 0 1 0,0 0 0 0,0 0 0 15,8 0-1-15,-2 0 1 0,6-2-1 0,0 0 1 0,5-3-157 16,1 1 0-16,4 0 0 0,3 0 1 0,1 2-1 15,1-2 0-15,1 2 0 0,3 2 0 0,-5 2-29 16,1 2 1-16</inkml:trace>
  <inkml:trace contextRef="#ctx0" brushRef="#br0" timeOffset="-123238.4">10368 14642 652 0,'0'0'0'0,"0"0"0"0,0 0 0 0,0 0 169 0,0 0 1 0,0 0 0 0,0 0 0 0,0 0-1 0,-4 8 1 16,4 0 0-16,4 5 0 0,-4 1-83 0,4 4 1 15,0 1 0-15,0 5 0 0,0 5-1 0,0 6 1 16,2 8 0-16,-2 2 0 0,0 9-29 0,0-1 0 16,-4 2 0-16,4 5 1 0,-4-5-1 0,4-6 0 15,-4 3 0-15,4-3 1 0,1 0-46 0,-1-6 1 0,0 2-1 16,0-12 1-16,-4-33-15 0,0 0-2433 0</inkml:trace>
  <inkml:trace contextRef="#ctx0" brushRef="#br0" timeOffset="-122908.03">10646 14947 640 0,'0'0'0'0,"0"0"0"0,-8 9 0 16,0-1 202-16,2 2 0 0,2 4 0 0,-4 5 1 15,4 3-1-15,0-1 0 0,0 12 0 0,0 4 0 16,4 2-133-16,4 4 0 0,0 2 0 0,8 2 1 16,0-2-1-16,6 2 0 0,7-6 0 0,1-2 1 15,9-6-22-15,0-4 0 0,7-7 0 0,1-11 1 16,4-5-1-16,2-10 0 0,-3-9 0 0,3-7 0 0,-6-9-21 16,8-10 0-16,-12-12 0 0,-7 0 1 0,-5-3-1 15,-9-5 0-15,-6 1 0 0,-8-1 0 0,-8 2-30 16,-4 3 1-16,-10 5 0 0,-3 6 0 0,-5 4 0 15,1 8 0-15,-1 5 0 0,-5 7 0 0,3 5 6 0,-1 8 1 16,5-1 0-16,-2 7 0 0,1 7-1 0,3-1 1 16,3 2-1-16,3 0 1 0,0 0 3 0,2-4 0 15,-3-2 0-15,5 1 0 0,2-1 0 0,2-2 0 16</inkml:trace>
  <inkml:trace contextRef="#ctx0" brushRef="#br0" timeOffset="-122324.18">11782 14777 568 0,'0'0'0'0,"0"0"0"0,0 0 0 0,0 0 195 0,0 0 0 0,0 0 0 0,0 0 0 15,0-8 0-15,0 6 0 0,2 0 0 0,0-2 0 16,0 0-127-16,0-2 1 0,2-1 0 0,0 1 0 0,0 2-1 16,1-4 1-16,-1 4 0 0,-4 0 0 0,4 0-20 15,-2-1 1-15,0 3-1 0,0-2 1 0,0 4-1 16,-2-4 0-16,0 4 0 0,0 0 1 0,0 0-19 15,0 0 1-15,0 0-1 0,0 0 1 0,0 0-1 16,-2 0 0-16,0 0 0 0,0 4 1 0,0-4-37 0,-2 0 0 16,-5 0 0-16,5 0 0 0,-6 0 0 0,0 0 0 15,0 0 0-15,-2 4 1 0,-3-4 12 0,3 0 1 16,-6 5 0-16,6 1 0 0,-5 0-1 0,-1 4 1 16,2-2 0-16,-1 5 0 0,3 1 7 0,2 2 0 15,-4 5 0-15,2 4 0 0,5 1 0 0,-3 1 0 16,6 4 0-16,4-3 0 0,6-3-1 0,4 2 1 0,4-9-1 15,5 1 1-15,9-7-1 0,1 0 1 0,3-2-1 16,5-3 1-16,-1-1-1 0,3 2 1 0,2-2 0 16,-1 2 0-16,-3 0-1 0,4 5 1 0,-9-3-1 15,1 6 1-15,-3 3-4 0,1-1 0 0,-5 3 0 16,-2 1 1-16,-1 1-1 0,-5 2 0 0,-2-3 0 16,-6 1 1-16,-8-1-3 0,-4 1 0 0,-4-1 0 15,-4-3 0-15,-2 1-1 0,-7-1 1 0,-1-3 0 0,-4-3 0 16,-7-5-6-16,0-2 1 0,1-2-1 0,-3-8 1 15,1 0-1-15,-1-2 0 0,5-5 0 0,-1-1 1 16,31 12-5-16,0 0-2958 0</inkml:trace>
  <inkml:trace contextRef="#ctx0" brushRef="#br0" timeOffset="-121440.75">12555 14291 600 0,'0'0'0'0,"0"0"0"0,0 0 0 0,-8 0 229 0,6 0 0 0,-6 0 0 0,4 0 1 0,-4 2-1 0,0 2 0 16,0 0 0-16,-2 0 0 0,1 7-149 0,-1 1 0 15,0 0 0-15,0 7 0 0,-2 3 0 0,1 5 0 16,3 2 0-16,-4 4 0 0,8 1-28 0,-4-3 1 0,6 2-1 16,4-2 1-16,2-5-1 0,4 1 1 0,0-2-1 15,4-7 1-15,3-1-15 0,-3-5 0 0,0 2 0 16,2-8 1-16,-1 1-1 0,-3-5 0 0,2 0 0 16,0-2 1-16,0-4-48 0,3-3 1 0,-3 1-1 15,-4-2 1-15,2-2-1 0,2-1 1 0,-3 1-1 16,1 0 1-16,-2 2 20 0,0-2 1 0,0 3 0 15,0 3 0-15,-4 4-1 0,0 4 1 0,-2 5 0 0,0 3 0 16,1 2-6-16,-1 5 1 0,0 3 0 0,2 5 0 16,-4 2-1-16,4 8 1 0,0-1 0 0,0 6 0 15,4-1-5-15,-2 2 1 0,6-4 0 0,-4-3 0 16,3 3-1-16,1-4 1 0,0 2-1 0,0-4 1 16,-2-4-2-16,7-3 0 0,-5-1 0 0,0-2 1 15,2-5-1-15,-1 1 0 0,-1-5 0 0,2-2 0 0,-2 0-2 16,-6 1 1-16,3-3 0 0,-1 0 0 0,0 1-1 15,-4-5 1-15,0 0-1 0,-2 0 1 0,0-2-3 16,-2 0 1-16,2-2-1 0,-2 0 1 0,0-2-1 16,0 2 1-16</inkml:trace>
  <inkml:trace contextRef="#ctx0" brushRef="#br0" timeOffset="-120423.28">13361 14941 632 0,'0'0'0'0,"0"0"0"0,-8 0 0 0,4 0 226 0,-4 2 1 0,4 0 0 16,-4-2 0-16,2 0-1 0,2 0 1 0,0 0-1 15,4 0 1-15,0 0-149 0,0 0 1 0,2-2 0 16,4 0 0-16,4 2-1 0,2-4 1 0,0-2 0 15,7 4 0-15,-3 0-31 0,6-2 0 0,-3 2 0 16,5 0 0-16,1 2 0 0,1 0 0 0,0 0 0 0,-3 0 0 16,1 0-29-16,3 0 1 0,-3-2 0 15,3 0 0-15,-27 2-20 0,0 0-2654 0</inkml:trace>
  <inkml:trace contextRef="#ctx0" brushRef="#br0" timeOffset="-120241.1">13410 15302 768 0,'0'0'0'0,"0"0"0"0,0 0 0 0,0 0 205 0,0 0 0 16,0 0 0-16,0 0 1 0,0 0-1 0,0 0 0 16,13 0 0-16,-3-2 0 0,6-2-132 0,4 0 1 15,3 2-1-15,3-4 1 0,3 2-1 0,1 0 1 16</inkml:trace>
  <inkml:trace contextRef="#ctx0" brushRef="#br0" timeOffset="-114975.6">14149 14562 736 0,'0'0'0'0,"0"0"0"0,0 0 0 0,0 0 190 0,0 0 0 0,0 0 0 0,0 0 1 16,0 0-1-16,12-4 0 0,-6 4 0 0,7 0 0 15,3 4-106-15,0-2 0 0,3 4 0 0,1 0 0 0,6 0 0 16,1 0 0-16,3 1 0 0,5-3 0 0,4-2-70 15,3-4 1-15</inkml:trace>
  <inkml:trace contextRef="#ctx0" brushRef="#br0" timeOffset="-114524.49">14041 14558 584 0,'0'0'0'0,"0"0"0"15,0-11 0-15,0 7 187 0,0-2 0 0,0 0 0 16,0 0 1-16,0 0-1 0,0 0 0 0,4 4 0 16,-2-1 0-16,4 3-113 0,1 5 1 0,1-1 0 15,0 10 0-15,0-2-1 0,-4 7 1 0,4 3 0 16,2 3 0-16,-1 6-15 0,-1 6 1 0,-4 4-1 15,2 6 1-15,-2-4-1 0,0 6 0 0,-4-4 0 16,4 0 1-16,-4-6-24 0,0 0 0 0,0-12 0 16,0-2 1-16,0-7-1 0,4-6 0 0,0-3 0 15,0-7 0-15,2-2-43 0,5-2 1 0,-1 0 0 0,2-7 0 16,2-1 0-16,2 2 0 0,3-4 0 0,5 1 0 16,-3 3 17-16,5 0 1 0,0 2-1 0,1 6 1 15,5 0-1-15,5 0 0 0,4 4 0 0,0 2 1 0,5 2-1 16,-3 2 0-16,4 3 0 0,-4 1 0 15,-1 3 0-15,-5-3 0 0,0 2 0 0,-11 3 0 0,-1 1-3 16,-11 3 0-16,-2-1 0 0,-10 3 0 0,-4 4-1 16,-10-1 1-16,-2 3 0 0,-7 2 0 0,-7-2 2 15,-3 0 0-15,-3-3 0 0,-1-5 0 0,-4-5-1 16,1-7 1-16,3-7 0 0,-8-8 0 0,5-7-8 0,3-5 0 16</inkml:trace>
  <inkml:trace contextRef="#ctx0" brushRef="#br0" timeOffset="-114090.93">15102 14574 696 0,'0'0'0'0,"0"0"0"0,0 0 0 0,-9-6 208 0,7 4 1 0,0-2-1 0,0 0 1 0,2 0-1 16,0 0 0-16,4-1 0 0,3 1 1 0,-1 2-118 0,6 0 0 16,-2 0 0-16,6 0 1 0,5 0-1 0,1 2 0 15,0-4 0-15,11 2 1 0,-2 0-37 0,-1 0 1 16,5-2-1-16,-1 2 1 0,-1 0-1 0,-5-3 1 15,5 3-1-15,-7 2 1 0,-26 0-56 0,0 0-2653 0</inkml:trace>
  <inkml:trace contextRef="#ctx0" brushRef="#br0" timeOffset="-113675.18">15108 14463 708 0,'0'0'0'0,"0"0"0"16,0 0 0-16,0 0 208 0,0 0 1 0,-8 4-1 16,8 3 1-16,0-3-1 0,-2 2 0 0,2 4 0 15,0 2 1-15,2 5-128 0,2 3 0 0,4 5 0 0,-4 2 1 16,4 1-1-16,0 5 0 0,2 2 0 0,-2 2 1 16,5 2-29-16,-7-2 1 0,2 2-1 0,0-2 1 15,0-4-1-15,-4-3 1 0,0-3-1 0,-2-2 1 16,0-7-23-16,0-2 0 0,0-7 0 0,1-5 1 15,1 0-1-15,0-4 0 0,0-2 0 0,4 0 1 0,0-4-35 16,2-1 1-16,2-5-1 0,3 2 1 0,1 2-1 16,4-5 1-16,3 5 0 0,1 2 0 0,7 4 8 15,-5 0 0-15,9 4 0 0,3 2 0 0,-3 2 0 16,2 4 0-16,1 5 0 0,1 1 0 0,-2 3 3 16,-1 1 1-16,-1 7 0 0,-5-5 0 0,-3 3-1 0,-7 2 1 15,-2-1-1-15,-3 1 1 0,-5-4-1 0,-6 1 1 16,-6 1 0-16,-6-1 0 0,-2 5-1 0,-11 2 1 15,-1-2 0-15,-5 1 0 0,-5 3 0 0,-5-10 1 16,-1 1 0-16,1-3 0 0,-4-7-1 0,3-3 1 16,3-7-1-16,2-6 1 0,3-9-8 0,3-5 0 15</inkml:trace>
  <inkml:trace contextRef="#ctx0" brushRef="#br0" timeOffset="-88490.48">2377 11623 664 0,'0'0'0'0,"-8"6"0"0,8 0 0 0,-4 4 159 0,4 7 1 0,0 1-1 16,4 5 1-16,-4 7-1 0,8 16 0 0,0 11 0 16,2 17 1-16,3 18-119 0,3 11 1 0,2 12 0 15,3 49 0-15,1-37-1 0,-6 6 1 0,3 0 0 0,-7 5 0 16,2-1-10-16,-2 1 1 0,1-7-1 0,-5-10 1 15,6-12-1-15,-2-15 0 0,2-16 0 0,7-17 1 16,-5-19-10-16,10-12 0 0,-3-15 0 0,1-9 1 16,3-10-1-16,3-5 0 0,1-9 0 0,3-2 1 15,5 1-24-15,8-10 1 0,0 1 0 0,8-3 0 16,10 2-1-16,8 2 1 0,0 7 0 0,17 8 0 0,6-1 0 16,1 7 0-16,-1 6 0 0,6 2 1 0,-3 0-1 15,9 2 0-15,0-2 0 0,4 3 0 0,2-10 4 0,8 3 0 16,-2-2 0-16,8 0 0 0,5-2 0 0,5 0 0 15,1-6 0-15,1 1 0 0,6 3-1 0,-3-4 0 16,8 4 0-16,-1 1 0 0,5-3-1 0,0 4 1 16,-5 2 0-16,5 2 0 0,-1 2 1 0,1 2 1 15,0 2 0-15,4 2 0 0,-1 4-1 0,1 3 1 16,0 1-1-16,0 3 1 0,-1 3-3 0,1 1 0 16,-2 1 0-16,-5 3 1 0,1-1-1 0,0 1 0 15,-1 0 0-15,3-1 0 0,-2 3 4 0,-3 0 0 0,3-1 0 16,0 3 0-16,-11 0 0 0,5 3 0 0,-9 1 0 15,-2 2 0-15,-5-6-4 0,1 4 0 0,-8-3 0 16,-4 1 1-16,-4-4-1 0,0-1 0 0,-4 1 0 16,4-4 1-16,-8-1-3 0,4-1 1 0,-4-3-1 15,0-5 1-15,-2-3-1 0,1-2 0 0,-3-8 0 16,-2 0 1-16,-6-6-2 0,-3-2 1 0,-11-5 0 16,-3-1 0-16,-4-2-1 0,-14-1 1 0,0-1-1 15,-6-1 1-15,-8 1-3 0,-4 1 1 0,-8 3-1 0,-5 4 1 16,-12 0-1-16,3-3 1 0,-9-1 0 0,2-1 0 15,-6-1-3-15,0-2 1 0,1-5 0 0,-1-4 0 16,-2-1-1-16,2-7 1 0,-8-6 0 0,4-6 0 16,-4-5 0-16,-4-5 1 0,0-1-1 0,-4-7 1 15,-2-1-1-15,-3-8 1 0,-5-6 0 0,-2-10 0 16,-3-6 1-16,-1-5 0 0,2-3 0 0,-5 1 1 16,3 9-1-16,-3-1 0 0,-1 5 0 0,5 4 1 0,-3 10-1 15,-5 4 1-15,-3 13-1 0,1 6 1 0,-3 7-1 16,-5 14 1-16,-4 11-1 0,2 7 1 0,1 12 5 15,-5 6 1-15,4 4 0 0,-6 6 0 0,2 3-1 16,-4 1 1-16,1 5 0 0,-1-3 0 0,2-1-1 0,-2-3 1 16,0-1 0-16,2-3 0 0,7-6-1 0,-5-2 1 15,0-2-1-15,2-4 1 0,-2 0 0 0,0 0 1 16,1-2-1-16,-9 2 1 0,2-6-1 0,-2-1 0 16,2 3 0-16,-6-2 1 0,-2 4-2 0,-4-4 0 15,-7 6 0-15,-1-4 0 0,-6 1-1 0,-3-1 1 16,1-4 0-16,0 0 0 0,-5 0-1 0,1-5 1 15,3-1-1-15,-5-1 1 0,1-3-1 0,-3 3 1 16,-5-3-1-16,-2 1 1 0,-3 5 0 0,-3-2 1 0,2 3 0 16,-8 3 0-16,-2-4-1 0,3 1 1 0,-5 3 0 15,-4 2 0-15,4 0 0 0,-8-5 0 0,0 5 0 16,-5 2 0-16,3-2 0 0,-2-2 0 0,0 4 0 16,-6-1 0-16,6-1 0 0,-9 2 0 0,3 0 0 15,-2 0 1-15,-7-7-1 0,3 1 0 0,-2 2 0 0,-3-5 0 16,3 3-1-16,-5 2 0 0,-1 2 0 15,1 0 0-15,-3-1-1 0,-1-1 1 0,1 2 0 0,-5 4 0 16,7-9-2-16,-7 3 0 0,8 2 0 0,-3-4 0 16,-3 3 0-16,7 3 0 0,-5-4 0 0,5 2 0 15,1 2-1-15,-1 4 1 0,4-2 0 0,1-1 0 16,3 5-1-16,-2 0 1 0,5 0-1 0,-1 5 1 0,4 1-1 16,2 0 0-16,1 0 0 0,9 2 1 0,0-2-1 15,9 3 0-15,-3-5 0 0,10 0 0 0,8 0 0 16,7-4 0-16</inkml:trace>
  <inkml:trace contextRef="#ctx0" brushRef="#br0" timeOffset="-67092.38">3069 16779 476 0,'0'0'0'0,"0"0"0"0,0 0 0 0,0 0 158 0,-4-6 0 0,0-2 0 16,0 1 0-16,0-1-1 0,0 0 1 0,4 0 0 0,-4 2 0 15,4 0-68-15,-4 1 1 0,4 3 0 0,0 2 0 16,4 0-1-16,0 2 1 0,0 5 0 0,0 5 0 15,4 2-27-15,0 5 0 0,2 5 0 0,-1 5 0 16,3 10 0-16,-4-2 0 0,2 8 0 0,-2 0 0 16,-4 2-21-16,4-6 0 0,-3 0 0 0,3-4 1 15,-6-6-1-15,2-4 0 0,-4-7 0 0,4-5 0 16,-4-7-50-16,0-2 1 0,0-6 0 0,0-6 0 0,0-4-1 16,0-7 1-16,-4-5 0 0,0-7 0 0,2-8 22 15,-2-8 1-15,0-6 0 0,-1-1 0 0,1 5-1 16,4 0 1-16,0 10 0 0,4 6 0 0,-4 7-8 0,5 9 1 15,3 7 0-15,-2 6 0 0,6 2-1 0,0 4 1 16,2 2-1-16,-1 3 1 0,3-1 0 0,-2 4 0 16,7 4 0-16,-3 3 1 0,-2 1-1 0,2 3 0 15,3 6 0-15,-3 1 0 0,-2-1-1 0,1 2 1 16,-3-4 0-16,-2-3 0 0,-4-7-1 0,-4-5 1 16,2-4-1-16,-1-6 1 0,-1-2-3 0,-4-6 0 15,4 0 0-15,-4-11 1 0,4 3-1 0,-4-13 0 0,4-3 0 16,0-1 1-16,0-12-3 0,6 2 0 0,-2-2 0 15,4 0 1-15,-1 4-1 0,5 2 0 0,0 6 0 16,7 2 1-16,-3 7-2 0,6 7 1 0,-3 9 0 16,1 0 0-16,3 8-1 0,-1 4 1 0,-1 7-1 15,1 5 1-15,0 7-2 0,-1 5 0 0,-3 5 0 16,3 4 0-16,-3 4-1 0,0 4 1 0,-5 3 0 16,-5 3 0-16,2 0 1 0,-6-1 0 0,1-3 0 15,-1-4 0-15,-6-2-1 0,2-4 1 0,0-2 0 0,0-6 0 16,-4-11-3-16,4-7 0 0,0-11 0 0,0-4 0 15,-4 2-1-15,0 0-2877 0</inkml:trace>
  <inkml:trace contextRef="#ctx0" brushRef="#br0" timeOffset="-66525.45">4545 16779 284 0,'0'0'0'0,"0"0"0"0,0 0 0 0,-6-6 262 0,2 0 1 0,-1 2 0 16,-3-1 0-16,4-1-1 0,-4 0 1 0,2 2 0 15,-2 0 0-15,0 2-191 0,0 2 1 0,-1 0 0 0,1 2 0 16,2 6-1-16,-2-4 1 0,0 7 0 0,-4 1 0 15,6 2-33-15,-7 3 0 0,5-1 0 0,-4 7 1 16,2 1-1-16,2 3 0 0,0 6 0 0,-1 2 0 16,1-1-16-16,2 3 1 0,6 0 0 0,0-6 0 15,4 0-1-15,2-7 1 0,7-7-1 0,-1-3 1 16,2-6-25-16,6-6 1 0,-3-4 0 0,1-6 0 0,2-6-1 16,7-3 1-16,-5-5-1 0,5-5 1 0,-3-4-1 15,3 1 0-15,-3-3 0 0,-2 2 1 0,-5 0-1 16,1 3 0-16,-6 3 0 0,-2 6 0 0,-2 5 0 0,-3 4 0 15,-1 4 0-15,-4 4 1 0,4 4-1 0,-4 4 0 16,4 4 0-16,-4 4 1 0,0 5 2 0,0 10 0 16,4 10 0-16,-4 8 0 0,4 6-1 0,0 3 1 15,0-9 0-15,2 2 0 0,2-8-1 0,5-6 0 16,-3-9 0-16,2-9 1 0,4-9-1 0,-2-8 0 16</inkml:trace>
  <inkml:trace contextRef="#ctx0" brushRef="#br0" timeOffset="-66376.81">5192 16857 993 0,'0'0'0'0,"0"0"0"16,2 10 0-16,-2-4 248 0,2 3 0 0,0 1 0 15,-2 0 1-15,4 6-175 0,-4 3 0 0,0 1 0 16,-4 3 0-16,2 0-1 0,-2 1 1 0,0 3 0 16,-4-1 0-16,0 5-23 0,-7 0 1 0,3-2 0 15,-4-1 0-15,-2-3-1 0,1-6 1 0</inkml:trace>
  <inkml:trace contextRef="#ctx0" brushRef="#br0" timeOffset="-66226.33">4952 16756 432 0,'0'0'0'0,"0"0"0"0,4 11 0 16,0-3 234-16,0 2 0 0,6 5 0 0,-2-1 0 0,5 4 0 16,-3 3 0-16,6 3 0 0,0 3 0 0,3 4-168 15,1 6 0-15,-2 0 0 0,3 6 1 0,1 0-1 16,0-4 0-16,-1 0 0 0,1-2 0 0,-2-2-29 0,-5-7 1 15</inkml:trace>
  <inkml:trace contextRef="#ctx0" brushRef="#br0" timeOffset="-65806.2">5566 16268 600 0,'0'0'0'15,"0"0"0"-15,-8 2 0 0,4 2 189 0,0 1 1 0,-2 3-1 16,2 2 1-16,0 2-1 0,-4 3 0 0,4 1 0 16,0 3 1-16,-5 1-139 0,3 5 0 0,2-1 0 15,0 5 0-15,0 2 0 0,0 4 0 0,4-3 0 16,-4 3 0-16,0-4-13 0,4-2 0 0,-4-1 0 16,0-3 0-16,4-8-1 0,-4-1 1 0,4-6 0 15,0-4 0-15,0-2-8 0,4-2 0 0,-4-4 0 16,4-2 1-16,0-2-1 0,0-6 0 0,0 0 0 0,0 1 1 15,4-5-37-15,2-3 1 0,3 3 0 16,-1-2 0-16,2 3 0 0,2-1 0 0,1 1 0 0,1 3 0 16,0 4 12-16,3 4 1 0,-1 6 0 0,2 6 0 15,-3 4-1-15,1 9 1 0,-6 1-1 0,3 9 1 16,-5 6 2-16,-2 4 0 0,-2 0 0 0,-4 2 1 0,0 6-1 16,-4 1 0-16,-4 3 0 0,0-2 0 0,-2 3-2 15,2 1 1-15,-4-2-1 0,0-1 1 0,4-7-1 16,-5-4 0-16,3-6 0 0,2-5 1 0,0-5 2 15,4-9 1-15,0-7 0 0,4-5 0 0,-2-4-1 16,6-2 1-16,-3-2 0 0,3-3 0 0,0-1 0 0,4 0 0 16,2 0 0-16,3-2 1 0,1-1-1 0,2 3 0 15</inkml:trace>
  <inkml:trace contextRef="#ctx0" brushRef="#br0" timeOffset="-65006.66">6293 16810 196 0,'0'0'0'0,"0"0"0"0,-4-6 0 0,0-1 279 0,0-3 1 0,-2-2 0 0,2-2 0 0,-5-5-1 15,5-1 1-15,-4-1-1 0,0-2 1 0,2-1-202 16,2-1 1-16,-4-1-1 0,4 1 1 0,0 0-1 15,0 5 0-15,4 1 0 0,-4 3 1 0,4 4-43 16,0 3 0-16,0 7 0 0,4 9 1 0,-4 5-1 16,4 10 0-16,0 11 0 0,0 14 0 0,4 11-19 0,-2 12 0 15,6 10 0-15,0-2 1 0,1 16-1 0,1-6 0 16,2-14 0-16,3-6 0 0,-7-13-17 0,0-8 0 16,-2-10 0-16,-2-6 0 0,-4-9 0 0,0-11 0 15</inkml:trace>
  <inkml:trace contextRef="#ctx0" brushRef="#br0" timeOffset="-64759.36">6120 16873 356 0,'0'0'0'0,"0"0"0"15,0 0 0-15,10 11 236 0,-2-7 0 0,0 2 0 16,1-2 1-16,5 4-1 0,2 4 0 0,0-1 0 16,11-1 0-16,-1 0-169 0,5-2 1 0,8-1-1 15,3-3 1-15,1-4-1 0,0-4 1 0,0-3-1 16,-1-1 1-16,-3-6-19 0,-4-3 0 0,-5-1 0 15,-8 0 1-15,-5-7-1 0,-5-2 0 0,-6 1 0 0,-4-5 0 16,-6-6-22-16,-4 4 0 0,-4-4 0 0,-7 2 0 16,-1 5 0-16,-2-1 0 0,-3 8 0 0,-1 7 0 15,3 1-29-15,-1 7 0 0,2 4 0 0,-3 6 0 16,7 4 0-16,-3 3 0 0,3 3 0 0,6-2 1 16,-2 7 5-16,5 1 1 0</inkml:trace>
  <inkml:trace contextRef="#ctx0" brushRef="#br0" timeOffset="-64444.05">6912 16812 676 0,'0'0'0'0,"0"0"0"0,-12 12 0 0,-1-6 209 0,3 2 0 15,-2 5 0-15,-4 1 1 0,1 5-1 0,-1-1 0 16,6 7 0-16,-2 5 1 0,0 1-150 0,1 6 0 15,7-2 0-15,4 0 1 0,4-6-1 0,0-1 0 16,11-9 0-16,-3-1 0 0,2-5-23 0,6-9 0 16,-1-4 0-16,1-7 0 0,3-5 0 0,1-2 0 15,-6-3 0-15,5-1 0 0,-3-3-23 0,-2 1 0 0,-1-1 0 16,-5 3 0-16,0-1-1 0,-2 1 1 16,-2 4 0-16,0 1 0 0,1 3-9 0,-5 6 0 0,2 2 0 15,2 2 1-15,0 4-1 0,-4 6 0 0,4 5 0 16,-4 1 1-16,2 5-6 0,-1 3 1 0,-1 3-1 15,0 6 1-15,0-3-1 0,-4 5 0 0,4 0 0 16,0-2 1-16,-4-2-1 0,4-3 1 0</inkml:trace>
  <inkml:trace contextRef="#ctx0" brushRef="#br0" timeOffset="-64127.03">7243 16984 384 0,'0'0'0'0,"0"8"0"0,0 1 0 0,0-1 243 15,0 0 0-15,0-2 0 0,5 0 0 0,-1 2-1 16,0-1 1-16,4 1 0 0,0 0 0 0,0 0-178 16,6-4 1-16,3 2-1 0,1-1 1 0,-2-3-1 0,7-2 0 15,-3-2 0-15,-2-5 1 0,3 1-21 0,-3 0 0 16,-2-8 0-16,-2-1 1 0,3-1-1 0,-5 0 0 16,-6-3 0-16,2 3 0 0,-4-1-22 0,0 1 0 15,-4 2 0-15,0 1 1 0,0 3-1 0,0 6 0 16,0 0 0-16,0 2 1 0,0 4-25 0,0 2 1 15,0 2-1-15,0 6 1 0,4 5-1 0,5 5 1 16,-5 5-1-16,2 6 1 0,2 8 1 0,0 4 1 16,0 4 0-16,-4 0 0 0,2 3-1 0,-2-1 1 15,-4-8-1-15,0 2 1 0,-4-8-2 0,-2 0 0 0,-2-4 0 16,-4-7 1-16,-2-3-1 0,-3-9 0 0,-3-5 0 16,2-9 1-16,-1-7-1 0,-1-5 0 0,0-2 0 15,1-7 1-15,19 21-1 0,0 0-2557 0</inkml:trace>
  <inkml:trace contextRef="#ctx0" brushRef="#br0" timeOffset="-63859.66">7712 17013 592 0,'0'0'0'0,"0"0"0"0,0 0 0 15,0 12 225-15,0-6 1 0,0 2 0 0,0 1 0 0,0-1-1 16,0 2 1-16,8-2 0 0,-4 3 0 15,6 1-162-15,2-2 0 0,0 0 0 0,5 1 1 0,1-3-1 16,4-2 0-16,3-4 0 0,1-2 1 0,-5-2-24 16,1-4 1-16,0-2-1 0,-1-5 1 0,-5-3-1 15,-2-3 0-15,-2 3 0 0,-3-9 1 0,-5 1-21 0,-4-1 0 16,-2 3 0-16,0-3 1 0,-7 3-1 16,-3-3 0-16,-4 4 0 0,2 1 0 0,-7 1-20 0,3 5 1 15,-2 4-1-15,1 4 1 0,-1 6-1 0,2 4 0 16,-1 4 0-16,3 4 1 0,16-12-2 0,0 0-2568 0</inkml:trace>
  <inkml:trace contextRef="#ctx0" brushRef="#br0" timeOffset="-63559.39">8273 16816 700 0,'0'0'0'0,"0"0"0"16,15-8 0-16,-7 4 200 0,4-5 1 0,0-1-1 15,2-2 1-15,3-3-1 0,1-3 1 0,-2-2-1 16,3-1 1-16,-3-4-135 0,-4 1 0 0,2-3 0 16,-6-4 1-16,-3 1-1 0,-5 1 0 0,-5-2 0 0,1-2 0 15,-8 3-20-15,2-3 1 0,-6 2-1 0,1 2 1 16,-1 1-1-16,-4 3 1 0,2 6-1 0,1 5 1 16,-1 8-19-16,-2 6 0 0,1 6 0 0,7 6 1 15,0 7-1-15,2 8 0 0,2 9 0 0,-1 7 0 16,5 15-32-16,4 8 0 0,4 5 0 0,5 5 1 0,3 2-1 15,6 6 0-15,0-10 0 0,3-8 1 0,1-15 9 16,-2-4 0-16,1-10 0 0,-3-4 0 0,-2-8-1 16,-1-5 1-16,-7-6 0 0,0-9 0 0,-8-5-6 15,0 0-2586-15</inkml:trace>
  <inkml:trace contextRef="#ctx0" brushRef="#br0" timeOffset="-63409.24">8157 16834 632 0,'0'0'0'16,"0"0"0"-16,0 0 0 0,0 0 245 0,0 0 1 15,0 9 0-15,2-7 0 0,4 2-1 0,5 0 1 16,1-2 0-16,4 0 0 0,2 2-175 0,5-4 0 16,1 0 0-16,3 0 0 0,7 0 0 0,1 0 0 15,4-6 0-15,7-2 0 0,5-3-30 0,2-1 0 0</inkml:trace>
  <inkml:trace contextRef="#ctx0" brushRef="#br0" timeOffset="-63074.04">8996 16752 576 0,'0'0'0'0,"0"0"0"0,0 0 0 16,-12 0 220-16,12 0 1 0,-4 0-1 0,4 0 1 16,0-2-1-16,4 0 0 0,4 0 0 0,0-6 1 15,6 0-160-15,7-2 0 0,1-3 0 0,2-5 1 16,7-3-1-16,-1-1 0 0,5-1 0 0,-7 1 1 15,-1-5-13-15,-5 2 0 0,-1 5 0 0,-11-1 0 16,-2-1-1-16,-8-1 1 0,-4 5 0 0,-8-3 0 0,-3 1-20 16,-3-1 1-16,-2 5-1 0,-7-7 1 0,3 3-1 15,-7 1 1-15,1 3-1 0,1 6 1 0,7-1-35 16,-4 5 0-16,1 8 0 0,7 4 0 0,-3 5 0 16,3 7 0-16,6 7 0 0,-2 7 1 0,10 9 11 0,-5 13 1 15,9 7-1-15,4 11 1 0,5 6-1 0,5 16 1 16,6-7-1-16,3-7 1 0,5-9 6 0,3-5 0 15,-1-11 0-15,1-7 1 0,-5-7-1 0,-1-5 0 16,-3-9 0-16,-6-4 1 0,3-5 0 0,-7-6 0 16</inkml:trace>
  <inkml:trace contextRef="#ctx0" brushRef="#br0" timeOffset="-62909.45">8888 16906 336 0,'0'0'0'0,"0"0"0"15,-12-4 0-15,8 2 296 0,-4 0 0 0,1 0 0 16,1 0 0-16,0 2-1 0,6-2 1 0,0 0 0 15,0-2 0-15,8 2-222 0,7-3 0 0,1 1 0 16,2 0 0-16,7 0 0 0,1 0 0 0,9 2 0 16,3-4 0-16,1 2-27 0,4-2 0 0,4 2 0 15,-9-1 1-15,5 3-1 0,0 0 0 0</inkml:trace>
  <inkml:trace contextRef="#ctx0" brushRef="#br0" timeOffset="-61809.9">9851 16910 452 0,'0'0'0'0,"0"0"0"0,0 0 0 0,0 0 221 0,0 0 0 0,-4-8 0 0,0 2 1 0,4 2-1 16,-5-2 0-16,5-1 0 0,-4 3 0 0,0-2-151 16,-4 0 0-16,2 0 0 0,-2 0 0 0,0 2-1 15,-4 2 1-15,-1 2 0 0,3 0 0 0,-6 4-11 16,2 2 1-16,-3 0 0 0,1 4 0 0,2 1-1 16,-2 1 1-16,1 2-1 0,-1 5 1 0,4-1-29 15,2 3 0-15,1-1 0 0,5 3 0 0,0-5-1 16,4 1 1-16,4-5 0 0,5-4 0 0,1-2-33 0,2-1 1 15,4-5-1-15,3-4 1 0,-3-3-1 0,6-3 1 16,-1 0 0-16,1-8 0 0,-2-3 7 0,3 1 1 16,-3-1 0-16,-2 3 0 0,-1-3-1 0,-7 3 1 15,2 2 0-15,-4 1 0 0,-8 13-1 0,0 0 1 16,0 0 0-16,0 0 0 0,0 0-1 0,0 0 1 16,0 0 0-16,0 0 0 0,0 0 3 0,0 0 1 15,0 0-1-15,0 0 1 0,0 0-1 0,0 0 1 16,0 0-1-16,27 58 1 0,-27-36-1 0,4 5 1 0,0 2-1 15,0-5 1-15,0 3-1 0,0-2 1 0,-2-3-1 16,0-5 1-16,2 1-2 0,2-4 0 0,-2 1 0 16,0-3 0-16,5 0 0 0,-5-1 0 0</inkml:trace>
  <inkml:trace contextRef="#ctx0" brushRef="#br0" timeOffset="-61245.5">10164 16424 464 0,'0'0'0'0,"0"0"0"0,0 0 0 0,-4-10 258 0,0 4 0 0,4 2 0 0,-4-3 0 0,4 3-1 0,0-4 1 0,-4 2 0 0,4 0 0 15,0 2-188-15,0 2 1 0,4 2 0 0,-4 0 0 16,4 0-1-16,-4 0 1 0,4 2 0 0,0 6 0 15,2 8-24-15,-2 1 0 0,4 12 0 0,1 7 1 16,-1 18-1-16,2 9 0 0,2 9 0 0,0 2 1 16,3-2-24-16,-3-5 1 0,6 7 0 0,2-16 0 15,-3-9-1-15,1-12 1 0,2-10 0 0,3-7 0 0,-5-6-26 16,6-10 0-16,-1-4 0 0,1-6 1 0,-1-6-1 16,-5-6 0-16,-2-3 0 0,5-2 1 0,-7 1 1 15,2-1 1-15</inkml:trace>
  <inkml:trace contextRef="#ctx0" brushRef="#br0" timeOffset="-61075.86">10233 16736 628 0,'0'0'0'16,"0"0"0"-16,-8 4 0 0,4-2 230 0,0 2 0 15,0-2 0-15,4 2 0 0,0 2 0 0,0 1 0 0,4 1 0 16,4-4 0-16,4 2-163 0,3-2 1 0,1 0 0 15,0 0 0-15,7 1-1 0,3-1 1 0,0-4 0 16,3 0 0-16,24-9-68 0,-53 9-2258 0</inkml:trace>
  <inkml:trace contextRef="#ctx0" brushRef="#br0" timeOffset="-57592.49">11363 16455 240 0,'0'0'0'0,"0"0"0"0,0 0 0 0,0 0 131 0,-8-8 1 0,6 4-1 0,0 0 1 0,-2-1-1 0,-1-1 1 15,1 2-1-15,4-4 1 0,-4 4-48 0,0 0 1 16,0-2 0-16,2 1 0 0,0 1-1 0,0 4 1 15,-2 0-1-15,0 0 1 0,0 2-19 0,4 5 0 16,-4 3 0-16,0 4 1 0,0 5-1 16,0 3 0-16,-3 13 0 0,3 6 1 0,2 10-14 0,2 5 1 15,2 1-1-15,5-1 1 0,1-5-1 0,4-2 1 0,0-10-1 16,6-4 1-16,3-6-68 0,1-9 0 16,5-3 0-16,-5-7 1 0,2-6-1 0,-3-6 0 0,1-4 0 15,-1-7 1-15,-3-1 41 0,0-2 0 0,-2-1 0 16,-3-3 1-16,1 1-1 0,-2 1 0 0,0-1 0 15,3 1 1-15,-3-1-15 0,0 3 0 0</inkml:trace>
  <inkml:trace contextRef="#ctx0" brushRef="#br0" timeOffset="-57377.21">11198 16728 604 0,'0'0'0'0,"0"0"0"0,0 0 0 16,-6-11 230-16,2 9 0 0,0-4 0 0,4 0 1 0,0-2-1 16,0 0 0-16,4-1 0 0,4 1 0 15,0 0-156-15,6 0 0 0,3 0 0 0,1 2 1 0,2-1-1 16,3 3 0-16,-3 4 0 0,6 0 1 0,1 0-27 0,3 0 1 16,1 2 0-16,-3 2 0 0,3 1-1 0,0 1 1 15</inkml:trace>
  <inkml:trace contextRef="#ctx0" brushRef="#br0" timeOffset="-56756.73">12161 16953 272 0,'0'0'0'0,"0"0"0"0,0 0 0 0,0 0 220 0,-6-8 0 0,1 4 0 16,1-2 1-16,4 0-1 0,-4 0 0 0,0 1 0 15,4-3 0-15,-4 2-141 0,2 0 1 0,0 2 0 16,0 0 0-16,0 0-1 0,2 2 1 0,-2 0-1 16,2 2 1-16,-2 4-20 0,0 2 1 0,2 4 0 15,-4 6 0-15,0 1-1 0,0 10 1 0,0 3 0 16,0 11 0-16,-7 4-25 0,3 5 0 0,-4-3 0 16,0 0 1-16,2-6-1 0,2-2 0 0,3-8 0 0,-3-9 0 15,8-22-36-15,0 0-2584 0</inkml:trace>
  <inkml:trace contextRef="#ctx0" brushRef="#br0" timeOffset="-52476.52">12610 16691 412 0,'0'0'0'0,"0"0"0"0,0 0 0 0,0 0 127 0,0 0 1 16,9 8 0-16,-5-6 0 0,2 0-1 0,0 0 1 0,4 2 0 15,2-2 0-15,0 2-44 0,7-4 0 0,-5 0 0 16,6 0 0-16,-3 0 0 0,1 0 0 0,-2-4 0 16,-1 2 0-16,1 0-18 0,-4-2 0 0,0 0 0 15,-2-2 1-15,-6 0-1 0,5 0 0 0,-9-1 0 16,0-1 1-16,-4 0-28 0,-5-4 0 0,-1 1 0 15,-2 3 1-15,0-6-1 0,-9 4 0 0,3-1 0 16,-2 3 0-16,-3 2-42 0,1 0 0 0,2 6 0 16,1 2 1-16,-1 4-1 0,8 6 0 0,2 5 0 15,-3 3 1-15,3 3 16 0,4 10 1 0,2-1-1 0,4 3 1 16,2 2-1-16,4 0 1 0,2 0-1 0,5-4 1 16,3 0-9-16,2-3 1 0,2-5-1 0,7-2 1 15,-1-5-1-15,1-4 0 0,1-1 0 0,7-7 1 16,0-6 9-16,-1-4 1 0</inkml:trace>
  <inkml:trace contextRef="#ctx0" brushRef="#br0" timeOffset="-52342.33">13294 16763 252 0,'0'0'0'0,"0"0"0"0,0 0 0 0,0 0 271 15,4-9 0-15,-4 9 0 0,4 0 1 0,-4 0-1 16,0 2 0-16,0 3 0 0,0 1 1 0,-4 2-209 0,0 4 1 16,-4 5-1-16,0-1 1 0,-2 2-1 0,-2 5 0 15,-1 0 0-15,-1-1 1 0,2 3-23 0,-4-1 1 16,1 1-1-16,1-2 1 0,2-1-1 0,0-3 1 15</inkml:trace>
  <inkml:trace contextRef="#ctx0" brushRef="#br0" timeOffset="-52176.04">12981 16685 216 0,'0'0'0'0,"0"0"0"16,0 0 0-16,0-9 250 0,0 5 1 0,0 2 0 16,4 0 0-16,0 2-1 0,0 0 1 0,4 0-1 15,2 4 1-15,3 2-183 0,3 7 1 0,-2 1-1 16,6 3 1-16,3 7-1 0,1 3 0 0,7 4 0 15,-5-1 1-15,3 3-17 0,1 0 0 0,1 2 0 16,-5-2 0-16,-1-3-1 0,1 1 1 0,1 0 0 16,-7-2 0-16,2-3-23 0,-5-1 0 0</inkml:trace>
  <inkml:trace contextRef="#ctx0" brushRef="#br0" timeOffset="-51993.8">13504 16691 708 0,'0'0'0'0,"0"0"0"0,0 0 0 0,0 0 198 16,0 0 0-16,0 0 0 0,0 0 0 0,4 10 0 16,0-2 0-16,2 0 0 0,2 5 0 0,0 3-122 15,5 5 0-15,-3 3 0 0,2 5 1 0,0 8-1 16,3 2 0-16,1 6 0 0,-6 2 0 0,2 4-22 0,0 1 1 16,-3 1-1-16,-3-4 1 0,0 1-1 15,-2-5 0-15,0-2 0 0,-2-6 1 0,-2-37-55 0,0 0-2502 0</inkml:trace>
  <inkml:trace contextRef="#ctx0" brushRef="#br0" timeOffset="-51761.19">13659 17122 524 0,'0'0'0'0,"0"0"0"16,0 0 0-16,0 0 244 0,0 6 1 0,4-6 0 16,2 0 0-16,0 0-1 0,4-2 1 0,2-2-1 15,5-3 1-15,1-1-170 0,2-2 0 0,5-2 0 16,3-3 1-16,-3-5-1 0,1-3 0 0,0 3 0 15,-1-5 0-15,-3 2-23 0,-7 1 0 0,-3-1 0 16,-8 3 1-16,0 1-1 0,-8-1 0 0,0 1 0 16,-8 1 0-16,-3 4-23 0,-1-5 0 0,-6 3 0 15,-1 1 1-15,-1 3-1 0,1 0 0 0,-1 4 0 0,2 3 0 16,-5-1-32-16,7 4 1 0,-1 0 0 0,7 2 0 16,2 0 0-16,2 0 0 0</inkml:trace>
  <inkml:trace contextRef="#ctx0" brushRef="#br0" timeOffset="-51461.12">13913 16863 452 0,'0'0'0'0,"0"0"0"0,12 2 0 0,-6-2 280 15,7 2 0-15,3-2 0 0,0 0 0 0,6 0 0 16,1 0 0-16,1 0 0 0,7-4 0 0,-5 2-208 16,5-6 0-16,1 2 0 0,3-3 1 0,-4 1-1 0,-1-4 0 15,1 0 0-15,-5 1 0 0,-2-3-29 0,-3-2 1 16,-3-1 0-16,-2 1 0 0,-1-1-1 0,-11 1 1 15,0 2 0-15,-8-5 0 0,0 3-23 0,-9-1 1 16,-1 5 0-16,-4-2 0 0,2 1-1 0,-9 3 1 16,3 2-1-16,-5 4 1 0,-3 2-22 0,1 4 1 15,3 4-1-15,-1 4 1 0,3 5-1 0,-2 3 1 0,3 3-1 16,7 5 1-16,-2 5-2 0,5 4 1 0,5 4 0 16,0-6 0-16,4 2-1 0,4-3 1 0,8-1 0 15,0 0 0-15,2-2 0 0,7-7 0 0,1 3 0 16,2-5 1-16,7-1-1 0,3-3 0 0,3-6 0 15,-3-1 0-15,21-14 0 0,-51 5-2847 0</inkml:trace>
  <inkml:trace contextRef="#ctx0" brushRef="#br0" timeOffset="-51094.07">14768 16746 708 0,'0'0'0'0,"0"0"0"0,-12-6 0 15,6 2 242-15,-1 0 0 0,-3 0 0 0,-2 0 0 16,-2 4 0-16,-3 0 0 0,-1 2 0 0,2 4 0 15,-4 2-171-15,1 4 0 0,3 3 0 0,-2 3 0 0,1 3-1 16,-3-1 1-16,6 5 0 0,-1 3 0 16,5-1-24-16,4 4 0 0,6-2 0 0,4-3 1 0,2 1-1 15,5-2 0-15,3-3 0 0,0-3 1 0,6-3-23 0,-3-4 0 16,5-3 0-16,-6-5 1 0,7-4-1 16,-5-2 0-16,2-5 0 0,-1-3 1 0,1-2-28 15,-6-5 1-15,1 3 0 0,-1-6 0 0,-2-1 0 16,0-1 0-16,2 1 0 0,-5-4 0 0,-3 1 2 0,0-1 0 15,-2-2 0-15,-2-5 1 0,-2-5-1 0,0 2 0 16,-2-4 0-16,-2 4 1 0,0 2-2 0,0 2 0 16,0 11 0-16,0 4 1 0,4 3-1 0,-5 7 0 15,5 2 0-15,0 4 1 0,0 4-1 0,5 2 0 16,-5 7 0-16,4-1 1 0,0 4-1 0,2 9 0 16,0 2 0-16,4 3 0 0,-2 5-2 0,-2 0 1 0,2 0-1 15,-1 2 1-15,-1 0-1 0,-2-2 1 0,-4-1 0 16,4-1 0-16,-4 2-9 0,-4-2 1 0,4-2 0 15,-4 0 0-15,4-31 9 0,0 0-2811 0</inkml:trace>
  <inkml:trace contextRef="#ctx0" brushRef="#br0" timeOffset="-50944.34">14672 16925 740 0,'0'0'0'0,"0"0"0"16,0 0 0-16,0 0 191 0,-8-7 0 0,8 7 0 0,0-4 1 15,0 2-1-15,2 0 0 0,4 0 0 0,0 0 0 16,6 0-131-16,1 0 1 0,5-2 0 0,0 0 0 15,3 0-1-15,3-2 1 0,3-1 0 0,3 1 0 16,-3 0-19-16,-1-2 0 0,3 0 0 0,-3 0 0 16,-26 8-42-16,0 0-2193 0</inkml:trace>
  <inkml:trace contextRef="#ctx0" brushRef="#br0" timeOffset="-50660.25">15085 16923 704 0,'0'0'0'0,"0"0"0"0,0 0 0 0,0 0 201 0,0 0 1 15,8 4-1-15,-1-4 1 0,1 0-1 0,4 0 1 16,-2 0-1-16,2-2 1 0,5-5-131 0,-1 1 0 16,2-2 0-16,1-2 0 0,1 2-1 0,0-5 1 15,-1 1 0-15,-3-6 0 0,2 1-16 0,-8 1 0 16,-2 1 0-16,-3 1 0 0,-5 2 0 0,-3-1 0 16,-3 3 0-16,0-4 0 0,-6 4-15 0,0 3 1 0,0-1 0 15,-3 0 0-15,-1 2-1 0,2 4 1 0,-4 2-1 16,1 2 1-16,-1 4-52 0,2 6 1 0,3 3-1 15,-1 5 1-15,2 1-1 0,4 3 1 0,4 1-1 16,4 0 1-16,4-1 26 0,4 1 0 0,6-5 0 16,3-1 0-16,7-7-1 0,4-4 1 0,5-6 0 15,4-4 0-15,3-6-5 0,9-4 0 0</inkml:trace>
  <inkml:trace contextRef="#ctx0" brushRef="#br0" timeOffset="-50110.86">15553 16217 540 0,'0'0'0'0,"0"0"0"0,0 0 0 0,0 0 245 0,0 0 1 0,5-8-1 0,-3 6 1 16,0 2-1-16,0-2 1 0,2 2-1 0,0 2 1 16,0 4-170-16,4 4 0 0,-4 2 0 0,0 7 0 15,2 6-1-15,2 5 1 0,0 7 0 0,1 12 0 0,5 11-25 16,2 8 0-16,2 1 0 0,3-1 0 16,-1-4 0-16,7 5 0 0,-5-11 0 0,-4-11 0 0,3-4-28 15,-5-6 0-15,-4-6 0 0,2-3 1 0,-1-5-1 16,-9-9 0-16</inkml:trace>
  <inkml:trace contextRef="#ctx0" brushRef="#br0" timeOffset="-49894.11">15625 16962 228 0,'0'0'0'0,"-6"-3"0"0,-3-1 0 0,-5 0 280 0,2-2 0 15,-4 0 0-15,-5 0 0 0,7 2 0 0,-6 0 0 16,1 4 0-16,3 0 0 0,6 2-214 0,-2 2 0 16,8 2 0-16,-2 2 1 0,6 2-1 0,2 1 0 15,6-1 0-15,0-2 0 0,6 0-24 0,6 1 1 0,1-3 0 16,1-2 0-16,9-2-1 0,-3-2 1 0,3-4 0 15,-1-2 0-15,-3-1-22 0,-3-3 1 0,-1 2 0 16,-5-4 0-16,-6-1-1 0,-4 1 1 16,-4 2 0-16,-4 0 0 0,-8-1-23 0,0 1 1 0,-4 4 0 15,-2-2 0-15,-3 1-1 0,-1 1 1 0,2 0 0 16,-5 4 0-16,3 0 0 0,-4 2 0 0,1 0 0 16,3 0 0-16,18 0 0 0,0 0-2634 0</inkml:trace>
  <inkml:trace contextRef="#ctx0" brushRef="#br0" timeOffset="-49441.82">16516 16342 680 0,'0'0'0'0,"0"0"0"0,0 0 0 0,2-10 204 0,0 6 1 0,2 0-1 0,2 0 1 0,-2 4-1 0,5 0 1 0,-3 2-1 15,4 4 1-15,0 6-126 0,2 4 1 0,-4 5 0 0,3 10 0 16,1 12-1-16,2 8 1 0,0 11-1 0,1 9 1 15,-3 9-25-15,0-2 1 0,2 13-1 0,-4-11 1 16,1-13-1-16,-5-9 0 0,2-9 0 0,-4-10 1 16,0-6-47-16,-4-13 1 0</inkml:trace>
  <inkml:trace contextRef="#ctx0" brushRef="#br0" timeOffset="-49191.24">16555 16822 572 0,'0'0'0'0,"0"0"0"0,-2 8 0 0,2-2 210 15,0 1 1-15,2-1 0 0,2 2 0 0,2 0-1 0,2 0 1 16,4 1-1-16,3-1 1 0,5-4-141 0,-2 0 1 16,7-2 0-16,1 0 0 0,3-4-1 0,-3-2 1 15,5 0 0-15,-5-6 0 0,-4-3-24 0,3-1 0 16,-7-5 0-16,3-3 0 0,-9-1 0 0,0-3 0 16,-6-5 0-16,-2 2 0 0,-8-6-23 0,-2 0 0 15,-4 3 0-15,0-5 0 0,-9 4 0 0,3 0 0 16,-4 2 0-16,1 7 0 0,-5 3-24 0,2-1 0 15,-3 5 0-15,7 5 1 0,-5 6-1 0,3 2 0 0,2 2 0 16,6 2 0-16,-3 2 1 0,3 2 1 0,4 0 0 16,4 2 0-16,4-6-2 0,0 0-2550 0</inkml:trace>
  <inkml:trace contextRef="#ctx0" brushRef="#br0" timeOffset="-48744.07">17015 16482 1117 0,'0'0'0'0,"0"0"0"0,4 8 0 16,0-2 279-16,2 4 0 0,2 3 0 0,0-1 0 15,0 2-202-15,5 5 1 0,1-1-1 0,-2 5 1 16,2 1-1-16,3-1 1 0,-5 1-1 0,2 1 1 0,-2-2-16 16,-6 1 1-16,0 1 0 0,-1-5 0 0,-3-3-1 15,-2-3 1-15,-2-2 0 0,-3-3 0 0,-1-3-26 16,0-4 0-16,-2-2 0 0,0-4 0 0,-2-4-1 15,4-3 1-15,0-7 0 0,-3-1 0 0,1-1-27 0,2-11 1 16,4 4 0-16,0-10 0 0,2 1-1 16,2 1 1-16,0 0-1 0,0 4 1 0,2 6-12 0,0 1 0 15,5 5 0-15,-5 3 1 0,2 6-1 0,-2-1 1 16,4 3-1-16,0 4 1 0,0-2 5 0,2 4 0 16,3 0 0-16,-1 2 0 0,0 2-1 0,0 0 1 15,2 0 0-15,-3 2 0 0,1 0-5 0,0 2 1 16,-4 1 0-16,2-1 0 0,-1 2-1 0,-1-6 1 15,4 4-1-15,-4 2 1 0,2 3-1 0,2 1 0 0,1 0 0 16,-1 3 1-16,2-1-1 0,-2 2 0 0,3 3 0 16,1 1 1-16,-2 3-7 0,2-1 1 0,1 5-1 15,-5 2 1-15,2 0-1 0,-2-1 1 0,1 1-1 16,-3-2 1-16,-2-5-13 0,-4-3 1 0,2-1-1 16,-2-4 1-16,0-1-1 0,0-3 1 0,0-2 0 15,0-2 0-15,-4-6 17 0,0 0-2695 0</inkml:trace>
  <inkml:trace contextRef="#ctx0" brushRef="#br0" timeOffset="-48526.21">17536 16601 708 0,'0'0'0'0,"0"0"0"0,0 0 0 0,0 0 196 0,0 0 1 0,0 0-1 0,0 0 1 0,0 0-1 16,0 0 1-16,0 0-1 0,0 0 1 0,-4 8-124 15,4-2 0-15,0 2 0 0,4 0 0 0,-4 5-1 16,4 3 1-16,0 2 0 0,0 3 0 0,2 2-21 0,2 1 0 16,0 3 0-16,5-7 1 0,-3 1-1 15,2-1 0-15,4-1 0 0,-4-3 0 0,7-3-24 0,-7-3 1 16,4-6-1-16,3 2 1 0,-19-6-29 0,0 0-2546 16</inkml:trace>
  <inkml:trace contextRef="#ctx0" brushRef="#br0" timeOffset="-48210.6">17910 16627 700 0,'0'0'0'0,"0"0"0"16,0 0 0-16,0 8 228 0,0-3 1 0,0-1-1 15,2 0 1-15,4 0-1 0,-2 2 0 0,1-6 0 16,5 0 1-16,2 0-151 0,4 0 0 0,3-6 0 16,1 0 1-16,-4-3-1 0,7 1 0 0,-9-4 0 15,6 0 0-15,-4-5-30 0,-1 1 1 0,-3-3 0 16,-8 5 0-16,-2-6-1 0,-2 1 1 0,-6 3 0 15,-2-1 0-15,-4 5-25 0,-3-2 0 0,-5 1 0 0,2 1 1 16,-5 4-1-16,3 2 0 0,-7-1 0 16,3 5 1-16,2 2-24 0,-1 4 0 0,3 3 0 0,0 5 1 15,1 2-1-15,3 5 0 0,2 1 0 0,6 7 0 16,-1 4-1-16,9-1 0 0,0 5 0 0,9 0 1 16,1-4-1-16,6 0 0 0,4-3 0 0,7-3 0 15,-1 0 7-15,3-7 0 0,1 1 0 0,5-9 1 0,-1 0-1 16,1-2 0-16,0-2 0 0,-1-1 1 0,3-1 2 15,-5-2 1-15,1 0-1 0,-2 2 1 0,-1-2-1 16,-10 2 1-16</inkml:trace>
  <inkml:trace contextRef="#ctx0" brushRef="#br0" timeOffset="-47539.22">18610 15844 576 0,'0'0'0'0,"0"0"0"0,-4-11 0 0,0 5 255 0,0-4 1 0,0-2 0 0,-2-1 0 0,2 1-1 16,0 0 1-16,-4 0-1 0,4 1 1 0,-2 1-174 0,1 2 0 15,-1 2 0-15,4 4 1 0,-6 4-1 0,4 4 0 16,-4 4 0-16,0 2 0 0,0 7-32 0,2 5 1 16,-3 5 0-16,-1 6 0 0,4 8-1 0,0-2 1 15,4 6 0-15,2-2 0 0,2 3-24 0,4-7 0 16,2 2 0-16,5-11 0 0,-1 1-1 0,4-4 1 15,2-8 0-15,3-3 0 0,-1-6-28 0,4-6 1 16,-1-3 0-16,1-6 0 0,3-3 0 0,-3-4 0 16,-1-4 0-16,-1-1 0 0,-2-3 1 0,-3-1 1 15,-3 1-1-15,-2-1 1 0,-4 5-1 0,-2 0 1 16,-2 1-1-16,0 5 1 0,-4 2-2 0,4 4 0 0,-4 2 0 16,5 6 1-16,-5 7-1 0,0 5 0 0,4 2 0 15,-2 9 1-15,2 8 2 0,2 4 0 0,2 6 0 16,2 0 0-16,2 7 0 0,1-1 0 0,1-2 0 15,2-1 0-15,2-5 6 0,-3-2 1 0,-1-8 0 0,0-2 0 16,0-5-1-16,-1-5 1 0,-1-5-1 16,-8-3 1-16,2-7-2 0,-2 0 0 0,0-6 0 0,-2 2 1 15,-2 2-1-15,0 0 0 0</inkml:trace>
  <inkml:trace contextRef="#ctx0" brushRef="#br0" timeOffset="-46408.97">2919 17952 392 0,'0'0'0'0,"0"0"0"0,0 0 0 0,-9-2 192 0,5-2 0 0,0 0 0 16,-4 0 0-16,4 0-1 0,-2-2 1 0,-2-1 0 0,4 1 0 16,0-2-98-16,0 2 1 0,4-2-1 0,0-1 1 15,0 1-1-15,0 2 0 0,4 0 0 0,4 4 1 16,-4 4-19-16,2 2 0 0,2 4 0 0,0 5 0 16,4 5-1-16,-3 5 1 0,5 3 0 0,-2 9 0 15,0 6-24-15,-2 2 0 0,3 2 0 0,-1-2 1 16,-2 1-1-16,-2-10 0 0,-4-1 0 0,4-4 1 15,-4-7-63-15,-4-3 0 0,0-7 0 0,0-6 1 0,0-2-1 16,-4-1 1-16,0-6-1 0,4-3 1 0,-4-6 32 16,-4-2 0-16,4-3 0 0,4-5 0 0,0-7-1 15,0-2 1-15,0-2 0 0,4-1 0 0,0-1-17 16,0 6 0-16,4 2 0 0,-4 5 0 0,5 7 0 16,1 3 0-16,2 4 0 0,0 4 0 0,-2 4 3 0,7 2 1 15,-5 6 0-15,2-4 0 0,2 6-1 0,3 1 1 16,1 5-1-16,-2 3 1 0,-1 1-2 0,1 3 0 15,-2-1 0-15,1 3 0 0,-7 1-1 0,-2-3 1 16,0 2 0-16,-8-1 0 0,0-3-2 0,0-5 1 16,0-2 0-16,-4-1 0 0,4-7-1 0,0-2 1 0,0-6 0 15,0-4 0-15,4-6-5 0,4-3 0 0,-4-3 0 16,6-11 0-16,7-8 0 0,-1-8 0 0,6-4 0 16,-3 0 0-16,5-1-1 0,-1 3 0 0,1 6 0 15,2 6 0-15,-3 6 0 0,1 9 0 0,-1 4 0 16,-3 5 0-16,2 9-3 0,-1 6 1 0,-3 7 0 15,-2 3 0-15,3 2-1 0,1 9 1 0,-2 8 0 16,-1-2 0-16,-3 8 0 0,-2 4 1 0,0 6 0 16,-8-2 0-16,2 4-1 0,-2-1 1 0,1-1 0 15,-1-8 0-15,-4-2-2 0,4-6 0 0,0-3 0 0,0-7 1 16,-4-23 1-16,0 0-3045 0</inkml:trace>
  <inkml:trace contextRef="#ctx0" brushRef="#br0" timeOffset="-46094.3">4225 18073 452 0,'0'0'0'0,"0"0"0"0,-8-4 0 0,0 0 252 0,4 0 0 0,-6 0 0 0,2-2 0 0,-5-1 0 16,1 3 0-16,2-2 0 0,-6 0 0 0,-1 0-180 0,3 4 0 16,-2 2 0-16,2 0 1 0,-3 6-1 0,1 2 0 15,6 0 0-15,2 5 0 0,0 3-20 0,-1 3 1 16,3 3 0-16,6 1 0 0,0 3-1 0,0 1 1 15,6 2 0-15,3-5 0 0,-1 1-29 0,4-4 1 16,2-3-1-16,7-6 1 0,-3-6-1 0,-2-1 0 16,7-5 0-16,-3-5 1 0,-2-1-24 0,3-4 1 15,-3-2-1-15,2-7 1 0,-1-1-1 0,-3-3 0 16,-4 1 0-16,2-3 1 0,-2 2-2 0,-1 1 1 16,-3 3 0-16,0 3 0 0,0 4-1 0,-4 1 1 0,0 5 0 15,0 6 0-15,-2 2 4 0,0 5 1 0,4 3 0 16,-1 2 0-16,-1 7-1 0,0-1 1 0,4 5 0 15,-4 1 0-15,4 1 1 0,2 1 0 0</inkml:trace>
  <inkml:trace contextRef="#ctx0" brushRef="#br0" timeOffset="-45859.12">4767 17911 580 0,'0'0'0'0,"0"0"0"0,0 0 0 16,0 0 264-16,0 0 0 0,0 0 0 0,0 0 0 15,0 0 0-15,0 0 0 0,0 0 0 0,0 0 0 16,-9 6-188-16,5 5 1 0,0 1-1 0,0 0 1 0,-4 7-1 16,2 1 1-16,2 5-1 0,-4-1 1 15,0 7-24-15,-1 0 1 0,-1 0-1 0,2 4 1 0,0-3-1 16,-4-1 1-16,-2 0-1 0,1 0 1 0,1-5-26 16,-2 1 1-16,-2-2-1 0,3-5 1 0,3-3-1 15,-2-3 1-15,0-2-1 0,2-2 1 0,1-3-31 0,1-5 1 16</inkml:trace>
  <inkml:trace contextRef="#ctx0" brushRef="#br0" timeOffset="-45709.75">4461 18067 604 0,'0'0'0'15,"0"0"0"-15,0 0 0 0,15-4 262 0,-11 0 1 16,4 0-1-16,4 2 1 0,2 0-1 0,2 2 0 0,3 2 0 16,-3 2 1-16,2 2-188 0,7 4 1 0,-3 3-1 15,3 1 1-15,1 4-1 0,-4-1 1 0,3 5-1 16,-3 1 1-16,-1-1-30 0,-3-3 0 0,2 1 0 15,-1 1 0-15,-3-3 0 0,-2 1 0 0</inkml:trace>
  <inkml:trace contextRef="#ctx0" brushRef="#br0" timeOffset="-45227.88">5192 17657 400 0,'0'0'0'0,"0"0"0"0,0 0 0 0,-12 0 221 0,8 0 1 15,-4 0 0-15,3 0 0 0,-5 2-1 0,2 0 1 16,4 2 0-16,-4 0 0 0,4 2-136 0,-4 0 0 15,4 1 0-15,2 3 1 0,-2 2-1 0,4 5 0 16,0 1 0-16,0 0 1 0,0 1-25 0,4 4 1 16,-2 1-1-16,2 1 1 0,4-3-1 0,-4 1 1 15,4-3-1-15,-4-1 1 0,4-5-26 0,-6-4 1 16,2 1-1-16,0-5 1 0,-4-2-1 0,0 0 1 0,0-4-1 16,0 0 1-16,0-2-42 0,0-4 1 0,0 0-1 15,0-3 1-15,0-1-1 0,0 0 1 0,0-2-1 16,5-1 1-16,-5 1 13 0,4 0 1 0,4 1 0 15,-4 7 0-15,4-4-1 0,-2 6 1 0,2 2 0 16,4 2 0-16,-3 6-4 0,5 1 1 0,-2 3-1 16,0 4 1-16,-2 5-1 0,3-1 0 0,-1 7 0 15,-4 6 1-15,-2 0-3 0,2 4 0 0,-4 2 0 16,0-3 0-16,0 1-1 0,-4-2 1 0,-4 0 0 0,4-4 0 16,-4-2 4-16,0-5 1 0,4-1-1 0,-4-7 1 15,4-4-1-15,-4-1 1 0,4-5-1 0,0 0 1 16,0-4-5-16,0 0 1 0</inkml:trace>
  <inkml:trace contextRef="#ctx0" brushRef="#br0" timeOffset="-43659.95">6053 17712 540 0,'0'0'0'0,"0"0"0"0,0 0 0 0,0 0 176 0,0 0 1 0,0 0-1 0,0 0 1 0,8-6-1 0,-4 4 0 16,-4 0 0-16,4 2 1 0,0-2-84 0,-4 2 1 15,4 0-1-15,-4-2 1 0,2 2-1 0,0 0 1 16,-2 0-1-16,0 0 1 0,0 0-29 0,0 0 1 16,0 0 0-16,0 2 0 0,-2-2-1 0,0 0 1 15,-6 2-1-15,4 0 1 0,-4 0-25 0,-4 0 1 16,2 0-1-16,-3 2 1 0,1 0-1 0,-2 3 0 0,2-1 0 15,-5 2 1-15,3 2-47 0,2 0 1 0,-2 3-1 16,1-1 1-16,1 6-1 0,-2 1 1 0,10-1 0 16,-4 1 0-16,4-3 18 0,4 1 0 0,0-3 0 15,8-2 0-15,0-3-1 0,6-1 1 0,3-2 0 16,5-2 0-16,0-2-8 0,11 0 1 0,-3 0-1 16,9 0 1-16,0 0-1 0,3 2 0 0,1 2 0 15,-4 1 1-15,0 1 0 0,-5 2 1 0,-3 2 0 16,-5 1 0-16,-6 3-1 0,-7-2 1 0,-3 5 0 0,-6 1 0 15,-4-3-1-15,-4 3 0 0,-10-1 0 0,-3 3 1 16,-3 1-1-16,-2 0 0 0,-9-1 0 0,-4-6 1 16,1 1-2-16,-5-5 1 0,1-2-1 0,-1-3 1 15,4-7-1-15,-1-2 1 0,5-5-1 0,5-1 1 16,-1-2-1-16,11-2 0 0</inkml:trace>
  <inkml:trace contextRef="#ctx0" brushRef="#br0" timeOffset="-43310.87">6731 17700 684 0,'0'0'0'0,"0"0"0"0,0 0 0 0,-9 0 248 0,5 0 0 16,0 0 0-16,0 0 1 0,-4 0-1 0,2 0 0 15,-2 2 0-15,0-2 0 0,-4 2-177 0,1 2 1 16,-1 0-1-16,-4 2 1 0,2 3-1 0,1 1 1 0,-3 2-1 15,2 0 1-15,2 3-25 0,-1-3 1 0,7 2 0 16,2 1 0-16,0-3-1 0,4 0 1 0,4 1-1 16,2-3 1-16,2-2-30 0,9 0 0 0,-3 1 0 15,6 1 0-15,1 0 0 0,5 0 0 0,5 3 0 16,-5-1 0-16,5 2-14 0,1 5 1 0,-1-1 0 16,-5 1 0-16,-1 1-1 0,-3-1 1 0,-4 1-1 15,-1 3 1-15,-5-3-5 0,-8-1 1 0,-2 1-1 16,-2-1 1-16,-6-3-1 0,-2-2 0 0,-4-1 0 15,-3-1 1-15,-5-6-1 0,2 0 1 0,-7-4-1 0,3-2 1 16,-5-2-1-16,-1 0 0 0,-3-2 0 0,1-2 1 16,3 0 6-16,3 2 1 0</inkml:trace>
  <inkml:trace contextRef="#ctx0" brushRef="#br0" timeOffset="-42894.12">7569 17938 708 0,'0'0'0'0,"0"0"0"0,0 0 0 0,0 0 240 0,0 0 1 0,-8 0 0 0,8 0 0 0,-4 0-1 0,4 0 1 0,0 0-1 0,0 0 1 16,0 0-169-16,0 4 0 0,0 2 0 0,0 0 0 16,0 7 0-16,4 3 0 0,-4 4 0 0,4 5 0 15,-4 2-26-15,0 4 0 0,0 1 0 0,0-1 0 16,0 0 0-16,0-2 0 0,0-9 0 0,0-1 0 16,0-19-46-16,0 0-2683 0</inkml:trace>
  <inkml:trace contextRef="#ctx0" brushRef="#br0" timeOffset="-38944.12">8404 17745 632 0,'0'0'0'0,"0"0"0"0,0 0 0 0,0 0 178 0,4-8 0 0,0 6 0 16,0-6 0-16,0 1 0 0,-4 1 0 0,4 0 0 16,-4 0 0-16,0 0-77 0,0 0 0 0,0 4 0 15,-4-3 0-15,0 3-1 0,0 0 1 0,-4 0 0 16,1 2 0-16,1 0-30 0,-4 0 1 0,2 0-1 16,-6 2 1-16,2 2-1 0,-1 1 0 0,1-1 0 15,-2 2 1-15,2 2-33 0,-3 2 0 0,3 3 0 0,4-1 1 16,-4 4-1-16,2 3 0 0,6-3 0 0,0 5 0 15,4-1-40-15,0-1 1 0,6-3 0 0,6 3 0 16,0-3 0-16,0-2 0 0,7-1 0 0,1-3 0 16,2 0 10-16,1 0 0 0,5 3 0 0,-1-1 0 15,3 0 0-15,1 3 0 0,-1 1 0 0,-1 0 0 0,-7 3-3 16,3 1 0-16,-7-1 0 0,-6 1 1 0,0 1-1 16,-6 1 0-16,-1-1 0 0,-10 2 0 0,-1-3-1 15,-6-4 1-15,0 3-1 0,-6-3 1 0,-3-3-1 16,-1-1 0-16,2-6 0 0,-7 0 1 0,5-2 2 0,-3-4 1 15,-1-2 0-15,1-4 0 0,3 0-1 0,0 0 1 16,1-4 0-16,3-3 0 0,18 13-10 0,0 0-3009 16</inkml:trace>
  <inkml:trace contextRef="#ctx0" brushRef="#br0" timeOffset="-38576.68">8776 17856 656 0,'0'0'0'0,"0"0"0"0,0 0 0 0,-12 2 229 0,8-2 1 0,-4 0-1 16,4 2 1-16,-3-2-1 0,3 0 1 0,2-2-1 16,2 0 1-16,2-2-165 0,2-2 0 0,3-1 0 15,5-1 1-15,0 0-1 0,2-2 0 0,2-3 0 0,7 5 1 16,-3-4-22-16,7 6 0 0,-3 0 0 0,3-1 1 15,-5 5-1-15,2 2 0 0,3 7 0 0,-9 1 1 16,3 0-25-16,-7 4 1 0,-2 5 0 0,0 1 0 16,-4 5-1-16,-4-3 1 0,0 5-1 0,-2 4 1 15,-2-3-20-15,-2 5 0 0,-2 2 0 0,0 0 0 16,0 1 0-16,-4-1 0 0,4-2 0 0,0 2 0 0,-4-4-1 16,4-5 0-16,2 1 0 0,2-1 1 0,4-3-1 15,2-5 0-15,6 1 0 0,0-5 0 0,7 0 7 0,1-1 1 16,6-5-1-16,5 0 1 0,4-2-1 0,3-4 1 15,5-6-1-15,0 0 1 0,8-11 2 0,-3-1 1 16</inkml:trace>
  <inkml:trace contextRef="#ctx0" brushRef="#br0" timeOffset="-37777.38">9950 18129 292 0,'0'0'0'0,"0"0"0"0,0 0 0 0,0 0 194 0,0 0 0 0,0 0 0 0,0 0 1 0,-4-7-1 15,4 5 0-15,0 0 0 0,0 2 0 0,0 0-93 0,0 2 0 16,0 5 0-16,0-3 0 0,-4 6 0 0,4 4 0 16,0 5 0-16,0 1 0 0,-4 3-34 0,2 3 1 15,2 1-1-15,-2 2 1 0,0-3-1 0,2 3 1 16,0 0-1-16,0-7 1 0,0-22-68 0,0 0-2395 0</inkml:trace>
  <inkml:trace contextRef="#ctx0" brushRef="#br0" timeOffset="-35278.02">10543 17829 116 0,'0'0'0'0,"0"0"0"0,0 0 0 0,0 0 48 0,0 0 1 0,2-8 0 0,-2 2 0 0,2 0-1 16,0-1 1-16,-2 1-1 0,0 2 1 0,0-6 30 0,0 2 1 15,0-3 0-15,-2 1 0 0,0 0-1 16,0 2 1-16,-2-7-1 0,-5 5 1 0,5 0-1 0,-6 0 0 16,2 6 0-16,0-3 1 0,-4 3-1 0,-3 4 0 15,3 0 0-15,-4 4 0 0,-2 3-20 0,1-1 1 16,-5 4 0-16,6 2 0 0,-7 5-1 0,-1 3 1 15,1 3 0-15,3-1 0 0,2 5-74 0,-1 2 0 16,3-1 0-16,4 5 0 0,2 6 0 0,4 0 0 16,2 4 0-16,4 0 1 0,4 2 48 0,4-2 1 15,4 1-1-15,4-10 1 0,3 1-1 0,5-8 0 0,7-2 0 16,-1-5 1-16,1-4-24 0,-5-3 0 16,5-7 0-16,-3-4 1 0,-1-4-1 0,-7-6 0 0,-6-3 0 15,-2-1 1-15,-3-2 10 0,-5-1 0 0,-4 1 0 16,0 2 0-16,0-3 0 0,-4 1 0 0,-5-2 0 15,1 1 0-15,0-1 0 0,-2 4 1 0,-2-3 0 16,-5 3 0-16,3 2-1 0,2 1 1 0,-6 3-1 16,1 0 1-16,1 0-4 0,2 4 0 0,-2 2 0 0,1 2 0 15,3 4 0-15,0 0 0 0,2 3 0 0,2-1 0 16,8-8-20-16,0 0-2292 0</inkml:trace>
  <inkml:trace contextRef="#ctx0" brushRef="#br0" timeOffset="-34279.24">10866 17837 712 0,'0'0'0'0,"0"0"0"0,0 0 0 0,0 0 181 0,0 0 1 0,0 0-1 0,0 0 1 0,0 0-1 0,-8-6 0 16,6 8 0-16,2 2 1 0,0 2-111 0,0 7 0 15,2-1 0-15,0 7 1 0,0 3-1 0,2 9 0 16,0 4 0-16,4 8 1 0,-3 4-27 0,3 2 1 16,0-2 0-16,2 1 0 0,-6-7-1 0,8 0 1 15,-6-9 0-15,3-1 0 0,-1-8-21 0,4-7 0 16,-4-4 0-16,0-5 1 0,-8-7-26 0,0 0-2400 0</inkml:trace>
  <inkml:trace contextRef="#ctx0" brushRef="#br0" timeOffset="-33977.02">11133 17862 616 0,'0'0'0'0,"0"0"0"0,-8 0 0 16,2-2 211-16,2 0 0 0,-5 0 0 0,5 0 0 15,-4-2 0-15,4 2 0 0,0 0 0 0,0-1 0 16,4 1-138-16,0 2 1 0,2 0-1 0,2 0 1 15,2 2-1-15,2 1 1 0,5-3-1 0,-1 2 1 16,6 0-26-16,-2 0 0 0,3 0 0 0,-1 0 1 16,6 0-1-16,-3 0 0 0,1 2 0 0,-2-2 0 0,-1 4-24 15,-3 2 1-15,2 5 0 0,-5 1 0 0,-1 5-1 16,2 1 1-16,-6 1-1 0,2 5 1 0,-1 7-25 16,-1 2 0-16,0 6 0 0,0-2 1 0,-4 4-1 15,2-2 0-15,-4-2 0 0,4 0 1 0,-6-4 0 0,4-2 1 16,-4-7 0-16,0 1 0 0,0-27-2 0,0 0-2613 15</inkml:trace>
  <inkml:trace contextRef="#ctx0" brushRef="#br0" timeOffset="-33826.65">11235 18258 176 0,'0'0'0'16,"0"0"0"-16,-4-8 0 0,4 1 291 0,0 1 0 16,0 0 0-16,0-2 0 0,0 2 0 0,4-2 0 15,2-1 0-15,2 1 0 0,4 0-221 0,0 2 0 0,0 0 0 16,7-1 0-16,-3 3 0 0,6 0 0 0,5 0 0 15,-5 0 0-15,7 0-28 0,-3 2 1 0</inkml:trace>
  <inkml:trace contextRef="#ctx0" brushRef="#br0" timeOffset="-33428.09">12171 17862 728 0,'0'0'0'0,"0"0"0"0,0 0 0 16,-10 0 201-16,4 0 1 0,1-2-1 0,-3 0 1 15,-4-2-1-15,2 2 0 0,-2-2 0 0,0-1 1 0,-3 1-137 16,-1 0 1-16,-4 0 0 0,1 2 0 0,-3 0-1 16,-2 2 1-16,1 0-1 0,-3 4 1 0,1 0-21 15,-1 2 1-15,-5 5-1 0,7 1 1 0,-3 4-1 16,1 1 0-16,2 1 0 0,1 7 1 0,3 2-14 0,6 3 0 15,1 5 0-15,3-2 1 0,4 2-1 0,6-2 0 16,4-1 0-16,4-1 0 0,9-6-40 0,-3-3 1 16,10-3 0-16,3-7 0 0,1-2-1 0,9-3 1 15,-1-7 0-15,7-4 0 0,2-5 16 0,-6-3 1 16,-1-4 0-16,-3-3 0 0,-3 3-1 0,-1-3 1 16,-9 1-1-16,-1 1 1 0,-7 3 4 0,-2 2 1 15,-8 6 0-15,0-1 0 0,-4 7-1 0,0 2 1 0,0 3 0 16,0 5 0-16,2 4-1 0,0 5 0 0,0 3 0 15,0 1 0-15,3 3-1 0,1 3 1 0,2 2 0 16,0-4 0-16,-4-1-2 0,6-1 0 0,2-7 0 16,1 1 1-16,-1-5-1 0,2-2 0 15</inkml:trace>
  <inkml:trace contextRef="#ctx0" brushRef="#br0" timeOffset="-32660.91">12826 17739 264 0,'0'0'0'0,"0"0"0"0,0 0 0 0,0 0 265 0,-8-10 0 0,2 6 0 0,2-1 1 15,-4 3-1-15,-2 0 0 0,-1-2 0 0,1 2 1 16,-2 0-201-16,-2 0 1 0,2 2-1 0,-5 0 1 16,3 0-1-16,2 4 0 0,-2 2 0 0,3 5 1 0,1 1-14 15,2 0 0-15,4 5 0 0,-2-1 0 0,6 5-1 16,0 3 1-16,6 1 0 0,-2-3 0 0,4 3-23 0,2 0 0 15,3-1 0-15,3-3 1 0,2-1-1 0,3-3 0 16,-3-7 0-16,2-2 1 0,7-8-34 0,-7 0 1 16,6-8 0-16,-5 0 0 0,5-3-1 0,-7-1 1 15,1 0 0-15,-4-1 0 0,-2 3 9 0,-1-4 0 16,-3 2 0-16,-2-1 1 0,-4 3-1 0,0 2 0 16,0 2 0-16,-4 4 0 0,4 2 3 0,-4 4 1 15,2 2 0-15,2 4 0 0,0 4-1 0,5 5 1 0,-5 1-1 16,4 9 1-16,2 8 2 0,2-2 1 15,4 6 0-15,-1 0 0 0,1 2-1 0,0-6 1 0,3 0-1 16,-3-2 1-16,-2-7-1 0,2 1 1 0,-1-2 0 16,1-7 0-16,-4-1-1 0,-2-1 1 0,1-3-1 15,-1-3 1-15,-6 0-3 0,0-4 0 0,-4 1 0 16,0-1 0-16,0-8-10 0,0 0-2925 0</inkml:trace>
  <inkml:trace contextRef="#ctx0" brushRef="#br0" timeOffset="-32206.27">13663 17895 580 0,'0'0'0'0,"0"0"0"0,0 0 0 0,-8-6 249 0,3 4 0 0,5-1 0 16,0 1 1-16,0 0-1 0,0 2 0 0,5 0 0 15,1 0 1-15,4 2-184 0,4 0 0 0,-2 3 0 16,5-1 0-16,5 0 0 0,0 0 0 0,7 0 0 0,3-2 0 15,3 0-27-15,2 0 1 0,1-2-1 0,1 0 1 16,-4-2-1-16,-1-2 1 0</inkml:trace>
  <inkml:trace contextRef="#ctx0" brushRef="#br0" timeOffset="-32044.15">13752 18067 688 0,'0'0'0'0,"0"0"0"0,-12 6 0 0,4 0 209 16,0 1 1-16,-4 1-1 0,1 0 1 0,3 0-1 15,4 0 0-15,4-2 0 0,0-1 1 0,0-1-146 0,8-2 1 16,4-2 0-16,3-2 0 0,3-2-1 0,6 2 1 16,1-7 0-16,5-1 0 0,7 0-21 0,6 0 0 15</inkml:trace>
  <inkml:trace contextRef="#ctx0" brushRef="#br0" timeOffset="-31241.17">14918 17948 440 0,'0'0'0'0,"0"0"0"0,0 0 0 0,0 0 218 0,0 0 1 0,0 0-1 16,0 0 1-16,0 0-1 0,0-8 0 0,5 2 0 16,-1 0 1-16,0-1-152 0,-2-1 0 0,4-2 0 15,0 0 1-15,2-3-1 0,-4 3 0 0,0 2 0 16,0-2 1-16,0-1-19 0,-4 3 1 0,-4 2 0 15,0 0 0-15,0 0-1 0,-4 2 1 0,-2 2 0 16,2 0 0-16,-5 0-23 0,-3 2 0 0,2 0 0 0,-2 0 1 16,-3 2-1-16,3 4 0 0,-4 0 0 0,1 4 1 15,-1 2-30-15,2 5 0 0,-1-1 0 0,3 7 1 16,-4 3-1-16,5 3 1 0,1 2-1 0,6 2 1 16,4 0 5-16,6 1 1 0,4-5 0 0,8-2 0 15,3-1-1-15,5-3 1 0,0-2 0 0,9-7 0 0,2 0 10 16,5-1 1-16,-3-3-1 0,-1-2 1 0,5 0-1 15,-4 0 0-15,-3-1 0 0,-1 1 1 0,-5-2 0 0,-3 2 1 16,-7 2 0-16,-8 1 0 0,-2 1-1 16,-4 0 1-16,-2 1-1 0,-6-1 1 0,0-2-2 0,-6 2 1 15,-7 1-1-15,-1-1 1 0,-4 0-1 0,-7 1 1 16,-3-1-1-16,-5-4 1 0,-2-2-2 0,3-6 0 16,-3 0 0-16,0 0 0 0,4-2 0 0,1-4 0 15,7 0 0-15,-1-2 0 0,7-2-3 0,11-3 1 16</inkml:trace>
  <inkml:trace contextRef="#ctx0" brushRef="#br0" timeOffset="-30878.26">15684 17917 732 0,'0'0'0'0,"0"0"0"0,0 0 0 0,0 0 246 0,-10-10 1 0,7 6-1 16,-3-2 1-16,2 2-1 0,-4-2 0 0,-4-1 0 0,0 1 1 16,-3 0-166-16,-1 2 1 0,-2 4-1 0,-2-2 1 15,1 2-1-15,-3 2 0 0,-3 2 0 0,1 2 1 16,0 4-31-16,-1 5 1 0,3 1 0 0,1 3 0 16,1-1-1-16,6 5 1 0,6-1-1 0,2 1 1 15,6-1-27-15,6 1 1 0,6 0 0 0,2-1 0 0,6-1-1 16,5-1 1-16,1 1 0 0,5-3 0 0,-1 1-25 15,5-5 0-15,-9 0 0 0,3 1 0 0,-3-1-1 16,-7 0 1-16,-3 1 0 0,-4-5 0 0,-6 2-1 16,-2 1 0-16,-4-1 0 0,-4-2 1 0,-2 0-1 15,-2-1 0-15,-6-1 0 0,-2-2 0 0,-5-2 4 0,-1-2 1 16,-3 0-1-16,3-2 1 0,-9-2-1 0,-3 0 0 16,-1-2 0-16,3 2 1 0,-1 0-3 0,5 0 1 15</inkml:trace>
  <inkml:trace contextRef="#ctx0" brushRef="#br0" timeOffset="-20725.93">7925 7400 324 0,'0'0'0'0,"0"0"0"0,0 0 0 0,0 0 127 0,0 0 0 0,-8-4 0 0,4 4 0 15,0 0-1-15,4 0 1 0,-4 4 0 0,4 0 0 16,0 0-36-16,0 2 1 0,0 2 0 0,0 4 0 16,0-1-1-16,4 1 1 0,0 4 0 0,0 3 0 15,0 3-27-15,0 1 1 0,-2-2-1 0,4 3 1 0,1 1-1 16,-3-7 0-16,0-1 0 0,0 1 1 16,-4-8-22-16,0-1 0 0,4-5 0 0,-4-4 0 0,0-4-1 15,0-3 1-15,0-5 0 0,0-2 0 0,0-3-50 16,0-5 0-16,0-3 0 0,4-2 1 0,-4 1-1 15,4-3 1-15,0 2-1 0,2 3 1 0,2 1 23 0,-4 1 1 16,4-1-1-16,-3 7 1 0,-1 3-1 16,2 3 1-16,2 6-1 0,0 4 1 0,0 8-8 0,0-2 0 15,2 7 0-15,-1 1 1 0,3 7-1 0,-4-3 0 16,2 3 0-16,-2 1 1 0,0-3 0 0,1 1 0 16,-5 3 0-16,2-5 1 0,-2-4-1 0,0 3 0 15,-4-7 0-15,0-2 0 0,0-4-4 0,0-4 1 16,0-4 0-16,4-4 0 0,-4-2-1 0,4-9 1 15,-4 3 0-15,4-7 0 0,4 1-5 0,-4-7 1 0,2 3-1 16,3-5 1-16,-1 2-1 0,0 0 0 0,0 3 0 16,0 1 1-16,2 9-2 0,3-3 0 0,-3 7 0 15,2 4 0-15,0 2 0 0,-4 3 0 0,2 6 0 16,3 3 0-16,-1 2-3 0,-4 4 1 0,0 7 0 16,2-1 0-16,-6 7-1 0,5 3 1 0,-5 3 0 15,0 2 0-15,0 4-1 0,0-6 1 0,-2 4-1 16,2-9 1-16,-4 5-1 0,4-4 0 0,-4-5 0 15,4-7 1-15,-4-15-1 0,0 0-2532 0</inkml:trace>
  <inkml:trace contextRef="#ctx0" brushRef="#br0" timeOffset="-20344.33">8548 7338 528 0,'0'0'0'0,"0"0"0"0,0 0 0 0,-8-4 214 0,4 4 1 0,0-4 0 0,0 2 0 0,0 0-1 16,0 2 1-16,0 0-1 0,-1 0 1 0,1 2-157 0,2 0 1 16,-2 2 0-16,4 4 0 0,-4-2-1 0,4 5 1 15,-4-1 0-15,4 2 0 0,-4 3-20 0,4 1 1 16,-4 2 0-16,4-3 0 0,0-3-1 0,0 2 1 16,0-1 0-16,4-1 0 0,-4 2-20 0,4-5 0 15,0-5 0-15,2 2 0 0,0-4-1 0,1-2 1 16,1-2 0-16,0-2 0 0,0-2-20 0,2-3 0 15,2 1 0-15,1-2 0 0,-1-2 0 0,2-1 0 0,-2 3 0 16,-4-4 0-16,3 1 0 0,-3 1 0 0,0 0 0 16,-4 2 0-16,2-3 0 0,-2 7 0 0,-2-2 0 15,0 8 0-15,2-4 3 0,-4 4 0 0,4 0 0 16,-4 4 0-16,0 4-1 0,0 2 1 0,0 7 0 16,0-3 0-16,0 5 2 0,0 1 0 0,0-1 0 15,0 3 0-15,0-1 0 0,0 1 0 0,0-5 0 16,0 1 0-16,0 0-2 0,4-5 0 0,0-7 0 15,0-2 0-15,-4-4-3 0,0 0-2451 0</inkml:trace>
  <inkml:trace contextRef="#ctx0" brushRef="#br0" timeOffset="-20175.95">8929 7236 404 0,'0'0'0'0,"0"0"0"0,0 10 0 0,0-6 225 15,2 6 1-15,0 2 0 0,0 1 0 0,-2 1-1 16,0 5 1-16,0 1 0 0,0-1 0 0,-2 3-166 15,-2 3 1-15,2 1 0 0,-2 1 0 0,-5 0-1 16,5-1 1-16,-4 5-1 0,-2-4 1 0,2-1-23 0,0-1 0 16,4-6 0-16,-4-1 1 0,8-18-39 15,0 0-2136-15</inkml:trace>
  <inkml:trace contextRef="#ctx0" brushRef="#br0" timeOffset="-20045.43">8845 7334 596 0,'0'0'0'16,"0"0"0"-16,0 12 0 0,4-4 190 0,-2 7 0 15,2-5 0-15,5 7 0 0,-5 3-1 0,4 3 1 0,0-1 0 16,0 5 0-16,6 4-132 0,-2-1 0 0,1 1 0 16,5 2 1-16,-2-4-1 0,-1-1 0 0,1-3 0 15,0-2 1-15,-16-23-59 0,0 0-1936 0</inkml:trace>
  <inkml:trace contextRef="#ctx0" brushRef="#br0" timeOffset="-19444.12">9409 6932 568 0,'0'0'0'15,"0"0"0"-15,0 0 0 0,0 0 183 0,0 0 0 16,0 0 0-16,-10 0 1 0,8 0-1 0,0 4 0 16,2 0 0-16,0 0 0 0,0 2-110 0,0 3 1 15,0 3 0-15,2 2 0 0,2-1-1 0,0 5 1 0,4-2-1 16,-4 3 1-16,4-1-21 0,-2 3 1 0,3 1 0 16,-1 1 0-16,0 4-1 0,-4-5 1 0,0 1 0 15,0 1 0-15,-4 3-20 0,0-4 0 0,0-1 0 16,-4 5 0-16,0-3 0 0,0-1 0 0,0-4 0 15,-4-7 0-15,-1 2-39 0,3-6 0 0,2-8 0 16,-4 0 0-16,4-4 0 0,0-8 0 0,4-2 0 0,0-5 1 16,0 3 14-16,0-3 1 0,4-3-1 0,4 5 1 15,-4-1-1-15,4 6 1 0,3 1-1 0,1 5 1 16,-4 4-7-16,4 2 1 0,2 6-1 0,-1 7 1 16,-3-5-1-16,2 10 1 0,0 3-1 0,0 3 1 15,3 1-3-15,-7 6 1 0,2-1 0 0,-4 3 0 16,0 4-1-16,2 4 1 0,-8-6 0 0,0 4 0 0,0-2 3 15,0 2 0-15,-4-4 0 0,0-2 0 0,2-5-1 16,0-5 1-16,2-5 0 0,2-7 0 0,4-7-3 16,-2-4 0-16</inkml:trace>
  <inkml:trace contextRef="#ctx0" brushRef="#br0" timeOffset="-18778.52">12525 7385 716 0,'0'0'0'0,"0"0"0"0,0 0 0 0,0 15 192 0,-4-9 1 0,2 4 0 15,0 4 0-15,-2-1-1 0,2 5 1 0,-2 1-1 16,4 1 1-16,-4 3-111 0,0-1 1 0,4 5-1 16,0 4 1-16,-5-5-1 0,5 1 1 0,-4 0-1 15,4-5 1-15,0-1-38 0,-4-7 0 0,4-2 0 0,0-1 1 16,0-11-46-16,0 0-2324 0</inkml:trace>
  <inkml:trace contextRef="#ctx0" brushRef="#br0" timeOffset="-18344.47">12889 7069 468 0,'0'0'0'16,"0"0"0"-16,0 0 0 0,0 0 210 0,-12 0 1 16,8 0-1-16,0 0 1 0,-2 0-1 0,0 0 0 15,0 0 0-15,-3 0 1 0,1 0-136 0,-2 0 1 0,2 0-1 16,0 4 1-16,-4 1-1 0,1-1 0 0,1 2 0 16,0 2 1-16,2 0-31 0,0 3 0 0,0 1 0 15,2 4 1-15,2-6-1 0,-1 7 0 0,5-5 0 16,5 3 0-16,-1-5-20 0,0 6 0 0,2-6 0 15,6 7 1-15,-4-5-1 0,2 3 0 0,5-3 0 16,-1 2 0-16,2-1-26 0,2-1 1 0,1 2-1 16,1 1 1-16,-4 1-1 0,3-2 1 0,-3 5-1 15,2-3 1-15,-1 3 3 0,-3-3 0 0,-2 0 0 0,0 3 0 16,-8-1-1-16,2 1 1 0,-4-3 0 0,-4-1 0 16,-2 1 0-16,-2 2 1 0,-2-3-1 0,-4-3 1 15,0 0-1-15,1-7 1 0,-5-1-1 0,2-4 1 16,2-2 1-16,-5-5 0 0,7 3 0 0,-2-6 1 15,12 10-6-15,0 0-2538 0</inkml:trace>
  <inkml:trace contextRef="#ctx0" brushRef="#br0" timeOffset="-17978.27">13276 7082 384 0,'0'0'0'16,"0"0"0"-16,0 0 0 0,0 0 260 0,-8 0 1 15,8 0-1-15,-8 0 1 0,4 0-1 0,-5 0 1 16,1 0-1-16,-2 4 1 0,2-2-192 0,-6 2 0 0,2 4 0 16,-1-4 1-16,-1 4-1 0,2 3 0 0,0 1 0 15,-3-2 0-15,3 7-22 0,4-5 1 0,0 6 0 16,0-5 0-16,2 5-1 0,4 1 1 0,2 1 0 15,4-1 0-15,2 3-27 0,4-1 1 0,2 1 0 16,2-3 0-16,7-5-1 0,-5 3 1 0,6-3-1 16,5 2 1-16,-5-5-22 0,3 1 0 0,-1 0 0 15,-1-2 1-15,-5 3-1 0,2-1 0 0,-10 2 0 16,3-1 1-16,-9-3 0 0,0 2 1 0,-4-2 0 0,-4 7 0 16,-6-7-1-16,-1 2 1 0,1 1-1 0,-2-5 1 15,-4-2-2-15,1 2 0 0,-1-8 0 0,-2-4 1 16,2 0-1-16,-3-2 0 0,3-2 0 0,-2 0 0 15,18 8 0-15,0 0-2694 0</inkml:trace>
  <inkml:trace contextRef="#ctx0" brushRef="#br0" timeOffset="-17477.57">13591 7008 628 0,'0'0'0'0,"0"0"0"0,0 0 0 0,-8 8 219 0,6-4 1 0,-6 4 0 16,4-4 0-16,-4 7-1 0,4-3 1 0,-2 4 0 15,2 3 0-15,-4-3-140 0,3 2 0 0,-3 1 0 16,4 5 1-16,2-1-1 0,2-3 0 0,0 2 0 16,2-1 0-16,2 1-21 0,4 1 0 0,1-7 0 15,-1-2 1-15,0-1-1 0,6-5 0 0,-4 0 0 16,3 0 1-16,3-4-24 0,-6-4 1 0,2 0 0 16,0 0 0-16,-3-5-1 0,-1 1 1 0,-2-2 0 0,0 0 0 15,0 1-42-15,-6-3 0 0,4 4 0 0,0 0 0 16,-4 2 0-16,0 1 0 0,4 5 0 0,0 0 0 15,-4 0 15-15,2 5 1 0,2-1-1 0,0 6 1 16,1 6-1-16,-1 3 1 0,4-1-1 0,-4 7 1 0,4 2-4 16,0-1 1-16,2 1-1 0,2 4 1 0,-3-5-1 15,1 1 0-15,2-4 0 0,-4 1 1 0,0-5-2 16,-4-1 1-16,0-6-1 0,0 1 1 0,1 1-1 16,1-6 1-16,-6 2-1 0,0-1 1 0,0-5-5 0,4 2 1 15,-4-2-1-15,0 0 1 0,0 0-1 0,0-4 1 16,0 4-1-16,0-4 1 0,0 0-2 0,0 0 0 15</inkml:trace>
  <inkml:trace contextRef="#ctx0" brushRef="#br0" timeOffset="-15727.83">10152 8158 380 0,'0'0'0'0,"0"0"0"0,0 0 0 0,0 0 115 0,0 0 1 0,0 0 0 0,-8-4 0 0,4 0-1 0,4-4 1 0,-4 0-1 16,4 2 1-16,-4-2-21 0,4-3 0 0,0 3 0 16,-3 4 1-16,3-4-1 0,0 4 0 0,-2 2 0 15,2 2 0-15,-2 0-18 0,2 4 1 0,-2 2-1 16,0 4 1-16,2 2-1 0,-4 7 0 0,4 1 0 16,0 3 1-16,-4 12-21 0,4 0 0 0,-4 4 0 15,4 2 0-15,0-2 0 0,0-2 0 0,0-5 0 0,4 1 0 16,0-6-69-16,0-7 0 0</inkml:trace>
  <inkml:trace contextRef="#ctx0" brushRef="#br0" timeOffset="-15444.03">10101 8140 300 0,'0'0'0'0,"0"0"0"0,0 0 0 0,-4 14 250 15,0-10 1-15,4 3-1 0,0 1 1 0,4 4-1 16,0-2 1-16,0 3-1 0,0-1 1 0,4 0-175 0,0-1 1 15,7-1-1-15,-3 2 1 0,4-4-1 16,2-1 0-16,-1-1 0 0,1-2 1 0,0-2-24 0,-1-2 0 16,3-2 0-16,2-4 1 0,-5-1-1 0,1-5 0 15,-2 0 0-15,-1-3 1 0,-3-3-31 0,-4-2 0 16,0-3 0-16,-2 0 0 0,-2 1 0 0,-4-5 0 16,-2 3 0-16,-4 1 0 0,0 0-21 0,-6 5 0 15,-3 0 0-15,-1 5 0 0,0 1 0 0,-2 2 0 16,-3 3 0-16,3 5 0 0,-2 2 0 0,1 5 0 15,-1 1 0-15,2 2 0 0,1 4 0 0,1-6 0 0,6 7 0 16,-2-1 0-16,1 2 2 0,5 1 1 0</inkml:trace>
  <inkml:trace contextRef="#ctx0" brushRef="#br0" timeOffset="-14345.52">10396 8481 392 0,'0'0'0'0,"0"0"0"0,0 0 0 0,0 0 212 0,0 0 1 0,0 0-1 0,0 0 1 0,0 0-1 0,0 0 1 15,0 0-1-15,0 0 1 0,0 0-147 0,2 12 1 16,0-6-1-16,0 6 1 0,2-4-1 0,-4 7 0 16,4 3 0-16,0 1 1 0,0 1-26 0,1 1 0 15,-1 3 0-15,-2-1 0 0,2 2 0 0,0-7 0 16,-2-2 0-16,0 3 0 0,2-5-21 0,-4-1 1 15</inkml:trace>
  <inkml:trace contextRef="#ctx0" brushRef="#br0" timeOffset="-13961.12">10294 8632 300 0,'0'0'0'0,"0"0"0"0,0 0 0 15,0 0 208-15,-10 8 0 0,6-3 0 0,0-1 0 16,0 0-1-16,0 0 1 0,0 2 0 0,0 0 0 16,0 0-143-16,4 3 1 0,-4-1 0 0,4 2 0 0,0-2-1 15,0 2 1-15,0 3 0 0,4-1 0 0,0-2-18 16,4 3 0-16,-2-1 0 0,4-2 1 0,4-2-1 15,-1-1 0-15,-1-1 0 0,2-2 1 0,0-2-16 16,3-2 1-16,-5-2-1 0,-4-2 1 16,4 0-1-16,2 0 0 0,-5-5 0 0,-5-1 1 0,2 4-41 0,-2-4 0 15,-2-1 0-15,-2-1 1 0,0 0-1 0,-4-1 0 16,0 3 0-16,0-4 1 0,-5 4 17 0,5-1 1 16,-4 3 0-16,-2 2 0 0,2 2-1 0,-4 0 1 15,0 0-1-15,-1 4 1 0,3 4 4 0,-2-4 1 16,0 4-1-16,2 2 1 0,1 0-1 0,-3 4 0 15,4-1 0-15,2-1 1 0,2 2-3 0,-4 0 0 16</inkml:trace>
  <inkml:trace contextRef="#ctx0" brushRef="#br0" timeOffset="-13659.3">10669 8384 672 0,'0'0'0'0,"0"0"0"0,0 0 0 0,0 0 196 0,0 0 1 0,0 0 0 0,0 8 0 0,2-4-1 16,4-2 1-16,-2 1-1 0,0-1 1 0,4 0-131 16,0 0 0-16,3-2 0 0,1 4 1 0,0-4-1 15,2 0 0-15,3 4 0 0,-3-4 0 0,-14 0-66 0,0 0-2081 16</inkml:trace>
  <inkml:trace contextRef="#ctx0" brushRef="#br0" timeOffset="-13478.61">10738 8538 700 0,'0'0'0'0,"0"0"0"15,0 0 0-15,-6 10 194 0,6-6 1 0,0 5 0 16,0-5 0-16,0 2-1 0,0 0 1 0,4-2-1 16,0 2 1-16,2-6-129 0,6 4 0 0,-3 0 0 15,3-4 1-15,2 0-1 0,-2 0 0 0,4-4 0 16,3 4 1-16,-19 0-67 0,0 0-2091 0</inkml:trace>
  <inkml:trace contextRef="#ctx0" brushRef="#br0" timeOffset="-12595.71">11235 8259 348 0,'0'0'0'0,"0"0"0"0,0 0 0 0,0 0 221 0,0 0 0 0,0 0 0 0,0 0 0 15,0 0-1-15,6 6 1 0,-4-2 0 0,2-4 0 0,2 4-148 16,-2-4 0-16,4 4 0 0,-4-4 0 0,2 5 0 16,0-1 0-16,-2 0 0 0,3 2 0 0,-3-2-10 15,0 0 0-15,0 0 0 0,0-2 1 0,-4 2-1 16,0 0 0-16,4 1 0 0,-4-1 1 0,0-4-28 16,0 4 0-16,0-4 0 0,0 0 1 0,0 0-1 15,-4 0 0-15,4 4 0 0,-4-4 1 0,0 0-41 0,0 0 0 16,-4-4 0-16,1 0 1 0,-1-5-1 0,0 3 0 15,0 2 0-15,-4-4 1 0,2 0 14 0,-3 0 0 16,-3 1 0-16,2 3 1 0,2 0-1 0,-3 0 0 16,3 4 0-16,-4 0 0 0,4 4 2 0,2 0 0 15,-3 0 0-15,1 3 1 0,4 1-1 0,2 0 0 0,2 2 0 16,0 3 1-16,0-1-2 0,4-2 0 0,0 2 0 16,4 3 0-16,0 1 0 0,0-3 0 0,2 1 0 15,2-2 0-15,4-2 1 0,1 3 0 0,-3-5 0 16,6 0 1-16,0 2-1 0,-1-3 0 0,1 1 0 15,2 0 0-15,2 0-2 0,-3 0 1 0,1 1-1 16,-2 1 1-16,3 0-1 0,-7 2 0 0,2 1 0 16,-2-3 1-16,1 2-7 0,-1 1 0 0,-2-3 0 15,-6 4 0-15,0-2 0 0,0 5 0 0,-4-7 0 16,-4 2 0-16,-4 1-2 0,-2-3 1 0,-2 2-1 0,-1-1 1 16,-7-3-1-16,6 0 0 0,-11-4 0 0,3 0 1 15,0-4-3-15,-5 0 0 0,3-2 0 0,1-4 0 16,3 2 0-16,-2-4 0 0,5 2 0 0,-1-3 0 15,18 9-1-15,0 0-3021 0</inkml:trace>
  <inkml:trace contextRef="#ctx0" brushRef="#br0" timeOffset="-11460.41">11739 8296 492 0,'0'0'0'0,"0"0"0"0,0 0 0 0,0 0 228 0,0 0 0 0,0 0 0 0,2 8 0 15,0-4 0-15,0-4 0 0,1 2 0 0,-1 0 0 16,0 0-157-16,2 0 0 0,-4 0 0 0,4 3 0 0,-4-5-1 16,4 4 1-16,-4-4 0 0,0 4 0 0,0-4-31 15,0 4 0-15,0-4 0 0,0 0 1 0,-4 0-1 16,4 2 0-16,-4-2 0 0,-4 0 1 0,1 0-10 16,-1 0 1-16,0 0 0 0,0 0 0 0,-4-2-1 15,6 2 1-15,-7-4-1 0,-1 0 1 0,2 0-37 0,0-1 0 16,0-1 0-16,-1 2 0 0,3 0 0 0,-2 0 0 15,2 0 0-15,2-2 0 0,0 2 12 0,-1 0 0 16,1 2 0-16,2 2 1 0,0 0-1 0,4 0 0 16,-2 4 0-16,0 2 0 0,0 0 4 0,4 6 1 15,0-2-1-15,0 7 1 0,0-5-1 0,4 7 1 16,0-1-1-16,0 3 1 0,2-1-1 0,0 1 1 16,4-1 0-16,-1-1 0 0,-1-1-1 0,0-4 1 15,2 3-1-15,2-5 1 0,0 3 5 0,3-7 0 0,-3 2 0 16,-2-2 0-16,2-4 0 0,0 4 0 0,1-5 0 15,-3-1 0-15,2-2-4 0,0 4 1 0,0 0 0 16,3 2 0-16,-3-2-1 0,0 0 1 0,2-2 0 16,-1 4 0-16,-3 0-3 0,2 3 1 0,0-5 0 15,-4 4 0-15,0 0-1 0,-1 2 1 0,1 1 0 0,-4-3 0 16,-4 4-6-16,-4-6 1 0,0 5 0 0,0-1 0 16,-9 0-1-16,3-2 1 0,-2 1 0 0,-6-1 0 15,1-2-5-15,-1-4 0 0,2 0 0 0,-5-2 1 16,3-2-1-16,-2-2 0 0,6 0 0 0,-7-4 1 15,3-3-2-15,2 3 0 0,1 0 0 0,3 4 0 16,12 4-1-16,0 0-3057 0</inkml:trace>
  <inkml:trace contextRef="#ctx0" brushRef="#br0" timeOffset="-9211.41">10380 7765 84 0,'0'0'0'0,"0"0"0"0,0 0 0 0,0 0 236 0,0 0 1 0,0 0-1 0,0 0 1 0,0 0-1 0,0 0 0 16,0 0 0-16,0 0 1 0,0 0-133 0,0 0 0 16,0 0 0-16,0 0 1 0,8 6-1 0,-8-6 0 15,0 0 0-15,2 0 1 0,-2 0-32 0,0 0 0 16,-2 0 0-16,-2 0 0 0,0 0-1 0,-8 0 1 16,-5 0 0-16,3 0 0 0,-8 4-32 0,-3-4 0 15,-1 0 0-15,-5 0 0 0,-3 0 0 0,-3 0 0 0,-2 0 0 16,3 0 0-16,-3-4-42 0,0 4 0 0,3-4 0 15,-3 2 1-15,2 2-1 0,1 2 0 0,1 2 0 16,5 0 1-16,-1 4 11 0,3-4 1 0,5 4-1 16,5 3 1-16,-2-3-1 0,5 2 1 0,3 7-1 15,4 1 1-15,0-2-2 0,2 7 0 0,4 8 0 16,2 6 1-16,4 6-1 0,4 10 0 0,4 9 0 16,-2 3 1-16,7 5-1 0,3 8 0 0,2 12 0 15,-3-6 0-15,5-12-1 0,-6-2 1 0,3-9 0 16,-7-3 0-16,-2-5-4 0,0-10 1 0,-3 2 0 0,-5-8 0 15,0-4-1-15,-2-2 1 0,0-5-1 0,0-3 1 16,-2-9-4-16,-2-5 1 0,0-5 0 0,0-4 0 16,0 0-1-16,2 0 1 0,2 4 0 0,0-4 0 15,0 0-2-15,4-4 1 0,-2 4 0 0,4-4 0 16,0-1-1-16,-4-1 1 0,4 2 0 0,3 0 0 16,1 0-1-16,0 0 0 0,6 0 0 0,-1 0 1 0,1 2-1 15,2-2 0-15,3-1 0 0,7-1 0 0,5 0-2 16,4 2 1-16,7-4 0 0,1 0 0 0,4 1-1 15,6 3 1-15,-2 0 0 0,6 0 0 0,-4 4-1 0,2 0 0 16,0 0 0-16,2 4 0 0,-2 0 0 16,10 0 0-16,1 3 0 0,-9-1 0 0,-2 4 0 0,-6-6 0 15,1 4 0-15,-1 1 0 0,-2-3 0 0,0 2 0 16,-2 2 0-16,0 2 0 0,0 1 0 0,-3-3 0 16,1 2 0-16,-4-3 0 0,-2-1 0 0,-1 2 0 15,-1-2 0-15,-2-4 0 0,-3 0 0 0,3 1 0 16,-6-3 0-16,-1 2 0 0,-6 0 0 0,-1 0 0 15,-5-4 0-15,-6 4 0 0,-3-2 0 0,-5 2 0 0,0 0 0 16,0 0 0-16,2 0 0 0,2 1 0 0,-4-1 0 16,4-2 0-16,-4 0 0 0,0-2 0 0,2 2 0 15,-1-2 0-15,-1 0 0 0,0 0 0 0,0 0 0 16,0 0 0-16,0 0 0 0,0-2 0 0,-2 0 0 16,2 0 0-16,-2-2 0 0,0 4 0 0,0-5 0 15,-2-1 0-15,0 2 0 0,0-2 0 0,0 2 0 16,2 2 0-16,-2-2 0 0,0 0 0 0,4-2 0 0,-4-1 0 15,0 3 0-15,0-2 0 0,4 2 0 0,-4-4 0 16,4 0 0-16,-4-3 0 0,4-3 0 0,-4-2 0 16,0-3 0-16,5-1 0 0,-5-3 0 0,4-4 0 15,-4-10 0-15,0-2 0 0,0-8 0 0,2-6 0 16,-2-4 0-16,2-5 0 0,0-2 0 0,0 3 0 0,0-1 0 16,2 5 0-16,0 4 0 0,0 1 0 0,0 3 0 15,0 0 0-15,-4 10 0 0,4 0 0 0,0 4 0 16,-4 6 0-16,0 5 0 0,0 9 0 0,0 3 0 15,0 4 0-15,-4 2 0 0,4 2 0 0,0-5 0 16,-4 5 0-16,4-4 0 0,-4 4 0 0,4-2 0 0,-4 2 0 16,0 0 0-16,4 4 0 0,-4-4 0 0,2 2 0 15,0-1 0-15,0 3 0 0,0 0 0 0,0 0 0 16,2 0 0-16,-2 3 0 0,0-1 0 0,2 2 0 16,-4-4 0-16,4 4 0 0,0 0 0 0,-5 0 0 15,5 0 0-15,-4 0 0 0,4-2 0 0,-4 2 0 16,4 0 0-16,-4-4 0 0,4 0 0 0,-4 0 0 15,2 0 0-15,0 0 0 0,-2 0 0 0,-2 0 0 0,2 0 0 16,-4 0 0-16,-7-4 0 0,3 0 0 0,-4 0 0 16,-2 0 0-16,-7-2 0 0,-1-2 0 0,-5-3 0 15,-1 3 0-15,-9-10 0 0,-2 1 0 0,-4-3 0 16,-10-1 0-16,-2 1 0 0,-6-3 0 0,-6-3 0 16,-4 3 0-16,-19 0 0 0,5 3 0 0,-3 4 0 15,7 1 0-15,3-1 0 0,5 6 0 0,12-5 0 16,0 7 0-16,10-4 0 0,12 3 0 0,8 3 0 0,5-2 0 15,9 0 0-15,11 4 0 0,12 4 0 0,10 2 0 16,-12-2 0-16,0 0-3072 0</inkml:trace>
  <inkml:trace contextRef="#ctx0" brushRef="#br0" timeOffset="45336.52">10105 3736 108 0,'0'0'0'0,"0"0"1"0,0 0-2 0,0 0 93 0,0-8 0 0,0 4 1 0,0 0-1 16,0 0-1-16,0 0 1 0,0 2 1 0,0-2 0 15,0 0 5-15,0-1 2 0,0 5-3 0,0-4 5 16,0 4-5-16,0-4 3 0,0 4 1 0,0 4-3 15,0 0-29-15,0 5-1 0,0 5 5 0,0-2-4 16,0 7-3-16,0-3 6 0,0 7-3 0,0 3 2 16,0 5-27-16,0 4 4 0,0-2 1 0,4 0-1 15,-4 0-1-15,4-3-3 0,0 1 5 0,2-6 0 16,0-1-55-16,1-7-2 0</inkml:trace>
  <inkml:trace contextRef="#ctx0" brushRef="#br0" timeOffset="45687.27">10406 3685 464 0,'0'0'0'15,"0"0"1"-15,0 0-2 0,0 0 189 0,-10 4 4 0,8 0-3 16,-2 0 3-16,2 5-5 0,-2-5 5 0,0 2-3 15,0 6 4-15,0 1-135 0,0-3 2 0,0 2-3 16,1 7 5-16,3 1-5 0,3 3 3 0,1-1 1 16,4 5-2-16,0 4-15 0,2-5 4 0,2 1 1 15,5 0-2-15,1-5-3 0,2-1 4 0,3-3 1 16,1-6-2-16,-2-1-23 0,3-3 4 0,1-4 1 16,-3-4-3-16,-1-4-1 0,-2 0 3 0,-5-4-3 15,1-3 3-15,-4-1-33 0,-4-2 1 0,-4-7 5 16,-2-1-4-16,-2-5-3 0,-4 0 6 0,-2-3-3 0,-2-1 1 15,-6 4 7-15,2-4-1 0,-5 9 5 0,-1 1-2 16,2 7-3-16,-5 4 4 0,3 6-3 0,0 4 3 16,-3 0-1-16,5 6 1 0</inkml:trace>
  <inkml:trace contextRef="#ctx0" brushRef="#br0" timeOffset="46120.98">11169 4157 452 0,'0'0'0'15,"0"0"1"-15,0 0-2 0,-8 4 225 0,4-4 4 0,0 0 1 16,0 4-1-16,-4-4-1 0,4 4-3 0,-4-4 5 15,2 0-1-15,-2 0-169 0,3-4-3 0,-3 0 5 16,-2 0 0-16,4-2-3 0,0 2 2 0,2-5-3 16,-4 1 5-16,4-2-17 0,4 2-1 0,-4 0 5 15,4-1-2-15,0 3-3 0,0-2 4 0,0 4-3 16,0-4 2-16,4 4-23 0,0 0 0 0,-4 1 1 16,4 3-1-16,0 0-1 0,0 0 1 0,0 0 1 15,2 0 0-15,-2 3-27 0,4 1-2 0,-4 0 5 0,0 4-3 16,1-4-1-16,-1 4 3 0,-4 3-3 0,2-3 3 15,-2 2 3-15,0-2-3 0,0 0 5 0,-2 1 0 16,2-3-3-16,-4-2 2 0,-1 0-3 0,1 0 5 16,0-4-5-16,0 0 3 0,-4-4 1 0,4-2-1 15,0 2-1-15,-2 0-3 0,2-5 5 0,0 5 0 0,0-4 1 16,0 2 2-16,0 2 1 0,1 0 1 0,1 0-5 16,0 0 3-16,2-3 1 0,0 3 1 0,0 4-13 15,0 0-2553-15</inkml:trace>
  <inkml:trace contextRef="#ctx0" brushRef="#br0" timeOffset="46586.5">11640 3843 364 0,'0'0'0'16,"0"0"1"-16,0 0-2 0,-6-10 253 0,3 6 4 15,1 0 1-15,0 0 1 0,-2-5-5 0,2 5 3 0,-2-4 1 16,0 2-1-16,0-2-193 0,0-1 5 0,0-1-3 16,-2 2 4-16,0 4-3 0,0 0-2 0,2-4 5 15,0 6-4-15,-5-3-23 0,1 5 2 0,0 0 1 16,-2 0-2-16,-2 5-3 0,-1 1 4 0,3 2 1 16,-2-4-1-16,-4 8-25 0,2 3 5 0,1-1-3 15,-1 7 2-15,2-3-3 0,0-2 0 0,-3 3 5 16,7 3-3-16,4 1-25 0,-4-2 3 0,8-3 1 15,0 0 2-15,4 3-3 0,0-7 0 0,4-1 1 0,3-3-2 16,1-2 1-16,0 0 0 0,0-4 1 0,2-4-2 16,3-4 1-16,1 0 0 0,-2 0 1 0,3-8-2 15,-3 2 9-15,0-3 0 0,3-1 1 0,-9-5 2 16,6 3-3-16,-4-2 0 0,-2-1 1 0,1 3 1 0,-1-3-1 16,-2 3 3-16,-4 1-3 0,0 3 4 0,-2 4-3 15,-2 2-2-15,0 2 5 0,0 4-2 0,-2 0-3 16,2 2 4-16,-4 4-3 0,0 4 4 0,0 4-3 15,0 7-2-15,0-3 5 0,0 7-2 0,2 2-3 0,-1 6 0 16,3 1 1-16,0 1 3 0,3-4-5 0,-1 0 1 16,2 0 5-16,0-5-4 0,0 1-7 0,4-5 2 15,-4-3-3-15,2 1 4 0,0-5-3 0,0-3 2 16</inkml:trace>
  <inkml:trace contextRef="#ctx0" brushRef="#br0" timeOffset="47102.93">12112 3751 464 0,'0'0'0'0,"0"0"1"0,0 0-2 0,0 0 249 0,0 0 4 0,8-10-3 0,-6 5 4 16,2 1-3-16,0-4-2 0,4 4 5 0,-4-4-2 15,0 2-187-15,5-3 4 0,-5 1-3 0,-2 2 3 16,2-2-5-16,0 4 5 0,-2 0-3 0,-2-4 3 16,0 3-25-16,0 3 1 0,0-2 1 0,-2 4 0 15,-2-4-3-15,-2 4 2 0,2 0 1 0,-5 0 0 16,-3 0-23-16,0 0-2 0,2 0 5 0,-6 4-3 16,-3 0-1-16,3 0-1 0,-2 3 5 0,-3 1-2 0,3 0-23 15,2 6 0-15,-3-1 1 0,3-3-2 0,0 6 1 16,6-3 0-16,-3 1 1 0,1 4-2 0,6-1 1 15,0 1 0-15,4-1 1 0,-2 1-2 0,4 1 1 16,4 1 0-16,-2 3 1 0,4-5-2 0,4 1 9 0,2 1 0 16,-1-1 1-16,5-3 1 0,4-6-5 0,-1-1 7 15,1-5-3-15,6 0 0 0,-3-4 5 0,1-4 2 16,3-5-3-16,-7-1 5 0,2-2-5 0,1-3 3 16,-3-1 1-16,-2-2-3 0,-1-3-1 0,-5 3-1 15,0-1 1-15,-2-1 1 0,-6 1-5 0,0 5 7 16,1-3-3-16,-5 5 0 0,-5 2-3 0,1 2-2 15,0 4 5-15,-4 4-3 0,2 0-1 0,-2 8-1 0,4 0 5 16,-4 6-2-16,4 3-7 0,-4 5 0 0,1 5 1 16,3 8 2-16,4 2-3 0,0 6 0 0,4-2 1 15,3 2 1-15,1-4-5 0,0-2-1 0,0-2 5 16,0-5-3-16,2-7-1 0,2 0-1 0,-1-7 5 16,-1-4-4-16,-10-12-3 0,0 0-2966 0</inkml:trace>
  <inkml:trace contextRef="#ctx0" brushRef="#br0" timeOffset="48303.96">12146 3786 68 0,'0'0'0'0,"0"0"1"0,0 0-2 0,0 0 49 0,0 0 4 0,0 0 1 0,0 0 1 0,0 0-5 0,9 4 3 16,-5-4 1-16,-2 0-1 0,2 0 7 0,0-4 5 15,0 4-3-15,0-4 1 0,0 4-1 0,4-5-1 16,-4 5 1-16,0-4 3 0,-2 2 3 0,2 0 1 15,-2 2 5-15,0 0-5 0,1-2-1 0,-1 2 1 16,-2 0 1-16,4 0 2 0,-4 0-11 0,0 0 0 0,0 0 5 16,0 0-3-16,0 0-1 0,0-4-1 0,0 4 5 15,0-4-4-15,0 0-83 0,0-4 2 0,-4-3-3 16,4 3 5-16,-2-6-5 0,-1 2 3 0,1-1 1 16,-2-1-1-16,0 6 59 0,0-7 1 0,0 3 1 15,-4 4 1-15,0-2-5 0,-2 6 3 0,2-5 1 16,-5 5 2-16,-1 4-19 0,2-4 0 0,0 4 1 15,1 0 2-15,-1 4-3 0,-4 0 0 0,2 0 1 16,2 5 1-16,12-9-29 0,0 0-1777 0</inkml:trace>
  <inkml:trace contextRef="#ctx0" brushRef="#br0" timeOffset="49970.77">12564 3839 92 0,'0'0'0'0,"0"0"1"0,0 0-2 0,0 0 61 0,0 0 4 0,0 0 1 0,0 0 0 0,0 0-3 0,0 0 2 16,0 0-3-16,-4-12 5 0,2 6 15 0,-1 1 3 16,1-3 1-16,-2 2 0 0,0 2-3 0,0-4 2 15,0 0 1-15,0-3-2 0,0 3-11 0,0 4 0 16,4 0 5-16,-4-4-3 0,2 2-1 0,2-3-1 0,0 5 5 16,0-4-4-16,6 0-23 0,-2 2 6 0,0-3-3 15,4-1 1-15,-2 2-1 0,5 0-1 0,-1 0 1 16,2 1 2-16,0 3-67 0,2 0 0 0,-1 0 5 15,-1 4-3-15,2 4-1 0,-2 0-1 0,-2 7 5 16,3-3-3-16,-1 2 39 0,-4 6-1 0,-4 3 1 16,2 1 3-16,-2 3-5 0,-4 0 5 0,0 3-3 15,-4 5 1-15,-2 0-21 0,-2 0 7 0,-4-1-3 16,0 1 0-16,1 0-3 0,-1-4 2 0,-4-5 5 0,6-1-5 16,-7-3-1-16,3-6 1 0,2-1 1 0,0-7 2 15,-1 0-3-15,5-4 0 0,2-4 1 0,-2 0 0 16,4-5 5-16,4 3 6 0,-4 2-3 0,4-4 1 15,0 4-1-15,4-2-1 0,0 6 1 0,0 0 2 16,4 6-7-16,2 2 0 0,3 0 1 0,-1 7 3 0,4-7-5 16,3 4 1-16,-1 7 5 0,6-5-4 0,-1 2-3 15,1-1-2-15,3-3 5 0,-5-2-3 0,-2-2-1 16,3 1-1-16,-5-5 5 0,2-4-2 0,-20 0-15 16,0 0-2300-16</inkml:trace>
  <inkml:trace contextRef="#ctx0" brushRef="#br0" timeOffset="52369.55">8975 3648 616 0,'0'0'0'0,"0"0"1"0,0 0-2 0,0 0 173 0,0 0 0 0,0 0 1 0,0 0 1 0,-8-4-5 15,8 4 7-15,-2 0-3 0,2 0 0 0,-4 0-103 0,4 4 2 16,0 0 5-16,-4 0-5 0,4 7-1 0,0-3 1 16,0 4 1-16,4 7 1 0,-4-1-25 0,4-1 3 15,0 1 1-15,0 5 0 0,3-3-3 16,-3 3 2-16,0-1 1 0,0 1-2 0,-4 3-39 0,4-3 4 16,0 2 1-16,-4-3 1 0,0-22-21 0,0 0-2289 0</inkml:trace>
  <inkml:trace contextRef="#ctx0" brushRef="#br0" timeOffset="52635.91">8933 3798 200 0,'0'0'0'0,"0"0"1"15,0 0-2-15,0 0 237 0,0 0 4 0,0 0 1 16,0 0 0-16,0 0-3 0,0 0 2 0,8 0-3 16,0 0 5-16,-4 0-185 0,8 0-1 0,-2 0 5 15,7 0-2-15,1 0-3 0,2-4 4 0,-1 0-3 16,1 0 3-16,2-5-21 0,3-1 5 0,1-2 1 0,-3-2-2 15,1-3-3-15,-1-5 4 0,1-5-3 0,-6 0 4 16,-5-3-23-16,-1-1 2 0,-6 4-3 0,-2-4 4 16,-8 5-3-16,-2-1-2 0,-2 2 5 0,-5 3-1 15,-1 3-29-15,-2 11 5 0,-4-4 1 0,5 6-3 16,-5 6-1-16,-2 0 3 0,1 4-3 0,3 2 3 16,2 6 3-16,-3 1-3 0,3 5 5 0,-2-2-1 0,1 3-1 15,3-1-3-15,2 1 5 0,4 1-1 0,0-1-1 16,-1-3 5-16</inkml:trace>
  <inkml:trace contextRef="#ctx0" brushRef="#br0" timeOffset="53120.59">9201 3913 184 0,'0'0'0'15,"0"0"1"-15,0 0-2 0,-8 6 249 0,8 2 4 0,-8-4 1 16,4 0 1-16,-4 5-5 0,2-3 3 0,0 2 1 16,0 0 0-16,2-2-199 0,4-2 6 0,-5 1-3 15,5-1 2-15,0-4-3 0,5-4 0 0,-5-1 1 16,4-1 3-16,2-2-25 0,0 0 5 16,4-2-3-16,-2 1 1 0,0 1-1 0,-4 0-1 0,7 2 1 15,1 2 3-15,-4 0-25 0,0 0 5 0,0 4-3 16,2 0 2-16,-2 4-3 0,1 0 0 0,-3 0 5 15,0 4-3-15,0 2-17 0,2 3-1 0,-4-3 5 0,0 6-2 16,0-1-3-16,0-3 4 0,-4 2-3 0,2 3 3 16,-2-3-5-16,0-2 1 0,0 3 1 0,2 1 0 15,-2-6-3-15,2-1 2 0,0-5 1 0,1 4 1 16,1-8-1-16,0 0 3 0,0 0 1 0,0 0-2 16,0 0-3-16,0-4 4 0,-2 0 1 0,4 0-1 15,0-5 3-15,-2-1 1 0,4 2 1 0,-4-6 0 0,5 1-3 16,-5-3 2-16,4 2 1 0,2-3 1 0,-6 3-5 15,4-3 3-15,-2 7-3 0,0-4 3 0,1 6-5 16,1 3 5-16,-4 1-3 0,0 8 4 0,-4 1-3 0,0 1-2 16,4 6 5-16,-4 0-1 0,4 7-5 0,-2-1 5 15,2 3 1-15,0 5-3 0,-2-3-1 0,4 4-1 16,-2-7 1-16,-4 3 1 0,4-1-1 0,0-3-1 16,-4-7 1-16,5 2 1 0,-1-1-5 0,-2-5 3 15</inkml:trace>
  <inkml:trace contextRef="#ctx0" brushRef="#br0" timeOffset="53470.62">9714 3790 320 0,'0'0'0'0,"0"0"1"0,0 0-2 0,0 0 245 0,0 0 0 0,0 0 1 0,0 0 2 0,0 0-3 16,0 0 0-16,-10 4 1 0,8-4 2 0,0 0-191 15,2 0 4-15,0 0 1 0,0 0 1 0,0 0-5 16,0 0 3-16,0 0 1 0,0 0 0 0,0 0-19 16,0 0 2-16,0 0 5 0,0 0-5 0,0 4-1 15,0-4 1-15,0 0 1 0,2 0 2 0,-2 0-31 0,2 2 4 16,-2 0 1-16,0 0 1 0,0-2-25 0,0 0-2393 16</inkml:trace>
  <inkml:trace contextRef="#ctx0" brushRef="#br0" timeOffset="53653.77">9696 3919 708 0,'0'0'0'0,"0"0"1"16,0 0-2-16,0 0 193 0,0 0 0 0,0 0 1 15,-4 8-1-15,4-4-1 0,0-4 1 0,0 0 1 16,4 0-1-16,-4 0-129 0,4 0 5 0,0 0-3 15,2 0 4-15,-6 0-71 0,0 0-1882 0</inkml:trace>
  <inkml:trace contextRef="#ctx0" brushRef="#br0" timeOffset="55036.75">10307 3552 600 0,'0'0'0'15,"0"0"1"-15,0 0-2 0,0 0 197 0,-9-4 4 16,9 4 1-16,-4 0 1 0,-4-4-5 0,4 2 3 15,-2 0 1-15,2 0 0 0,-4-1-139 0,4 1 2 16,-4-2-3-16,-1 0 5 0,1 0-5 0,-2 0 3 16,2-2 1-16,-4 2-2 0,2-4-19 0,-3 3 4 0,-1 1-3 15,2-4 3-15,-4 2-5 0,-1-2 5 0,3 4-3 16,-6-5 3-16,1 3-17 0,1 2 5 0,2 0-3 16,0 0 1-16,-3 4-1 0,7-4-1 0,0 4 1 15,2 0 2-15,-3 0-47 0,5 0 4 0,-2 4 1 16,2 0 1-16,4 0-5 0,0 6 3 0,0 3 1 15,0 1 0-15,4 3 17 0,0 1 2 0,4 7 1 16,0 3-2-16,0 3-3 0,0 8 4 0,2 0 1 0,2 2 0 16,0 6-3-16,1 7-2 0,-1-1 5 0,0 4-2 15,2 9-3-15,-6-5 4 0,4 3-3 0,0-2 4 16,-2-9 1-16,3-2 2 0,-1-6 1 0,0-6 0 16,0-2-3-16,0-6 2 0,2-6 1 0,-6-7-1 15,5-2-5-15,-5-5 5 0,2-3-3 0,0 0 2 16,0-6-3-16,-2 2 0 0,-4 0 5 0,4 0-3 15,0 1-5-15,-4-5 3 0,4 4-3 0,0-4 3 0,-4 0-5 16,6 0 5-16,0 0-3 0,1 0 4 0,1-4-3 16,4-1-2-16,0 5 5 0,2-4-1 0,1 0-5 15,5 0 5-15,-4 2 1 0,3 2-2 0,3 0-3 0,2 0 0 16,1 0 1-16,3 0 2 0,5 0-3 16,1 2 0-16,9 0 1 0,0 4 2 0,4-6-7 0,6 4 0 15,2-4 5-15,6 0-3 0,0 0-1 0,10-4-1 16,-2 4 1-16,17-4 3 0,-3 2-5 0,3 0 1 15,-9 2-3-15,0 0 5 0,-5 2-5 0,-5 4 3 16,0-2 1-16,-8-4-1 0,2 5-5 0,-10-1 5 16,2-4 1-16,-2 0-2 0,-5 0-3 0,3 0 4 15,-2 0-3-15,-4 0 4 0,0-4-3 0,-1 4 2 0,-7 0 1 16,4 0-1-16,-9 0-1 0,1 0 1 16,-7 0-3-16,2 4 5 0,1-4-5 0,-7 0 3 0,-1 4 1 15,1-4 1-15,-6 0-5 0,7 0 3 0,-3 0 1 16,2-4 0-16,3 0-7 0,1-1 6 0,3-5-3 15,-5 6 1-15,2-4-1 0,3 0-1 0,-3 0 1 16,3 1 1-16,-9 3-5 0,2 0 7 0,-1 0-3 16,-3 4-1-16,-4-4-1 0,2 4 1 0,-1 0 1 0,-1 0 1 15,-2 0-5-15,-2 0 3 0,0 0-3 0,2-4 4 16,-1 2-3-16,-1 0 2 0,0-2-3 0,0 2 4 16,0-3-7-16,2 1 2 0,-2 0 5 0,1 0-5 15,-5 0-1-15,4 0 1 0,2 2 5 0,-6-2-5 16,4 0-1-16,-4 4 1 0,2-4 1 0,-4 4-1 15,2-4-1-15,1 4 1 0,1-5 1 0,-2 3 0 0,-4 0-3 16,4 0 6-16,0-2-3 0,0 0 1 0,0 0-1 16,2 0-1-16,0-4 1 0,0 1 3 0,2 3-5 15,-3-4 1-15,1-2 1 0,0 2-1 0,4-5-1 16,-6 3 1-16,4 2 1 0,0-4 0 0,-4 3 1 16,2 3 2-16,3-2-3 0,-5 4 4 0,0 0-3 15,0-4 2-15,0 4-3 0,0 2 4 0,-2-3-3 0,0 1 2 16,0 0-3-16,2-4 5 0,0 2-5 0,0 2 3 15,0-4 1-15,0 3-1 0,0-3-1 0,1 2 1 16,-5-2 1-16,4 0-2 0,-2-5 1 0,2 3 0 16,-2 2 1-16,0-2-2 0,-2 1 1 0,0 1 0 15,0-2 1-15,0 2-2 0,-2 0 1 0,0-7 0 0,0 3 1 16,-2-4-2-16,0-3 1 0,-1 1 0 0,-3-5 1 16,4-4-2-16,-6-3 1 0,2-1 0 0,0-4 1 15,0 0-2-15,4 0 1 0,-7 0 0 0,3 3 5 16,0 1-4-16,0-4-3 0,-4 8 6 0,4-3-3 15,-3-1 2-15,3 0-3 0,0 0 0 0,0 5 5 16,-2 3-3-16,2-2-1 0,0 7-1 0,-3 4 5 16,5-3-4-16,-4 7-3 0,2 2 2 0,-2 4 1 15,2-1 2-15,0 1-3 0,-1 4 0 0,-1 4 1 0,2-4 0 16,0 5-3-16,4 3 6 0,-4-4-3 0,4 6 3 16,-4-6-5-16,1 4 5 0,1 1-3 0,0 1 2 15,2-2-3-15,4 0 4 0,-4-4-3 0,-4 3 2 16,2 1-3-16,0-4 0 0,0 2 5 0,-3-2-3 15,1 0-1-15,-6 0-1 0,2 0 5 0,-8 1-3 16,-3-1-1-16,-3 0-1 0,-11-2 5 0,-12 2-3 0,-12 4-1 16,-14-4 3-16,-9 4 1 0,-9-3 0 0,-27 1-3 15,4-2 2-15,0 0 1 0,0-8-2 0,0 0-3 16,0-5 4-16,0 3-3 0,8-6 4 0,4 2-3 16,6-7-2-16,3 3 5 0,5 2-3 0,5-1-1 0,3 7-1 15,5 6 1-15,8 4 1 0,8 2-1 0,6 7-1 16,2 5 1-16,12-1 1 0,12 5-5 0,9-3 3 15,8 1 1-15,12-5 1 0,0-15-5 0,0 0-3069 16</inkml:trace>
  <inkml:trace contextRef="#ctx0" brushRef="#br0" timeOffset="-119317.31">3014 9182 184 0,'0'0'0'0,"-8"2"0"0,-2 2 0 0,-2 0 32 0,-1 9 1 0,-1-5 0 15,-2 6 0-15,4 0-1 0,-3 11 1 0,7 2 0 0,-4 3 0 16,2 20-21-16,2 7 0 0,4 13 0 0,4 18 0 15,4 27-1-15,10 18 1 0,10 66 0 0,7-35 0 16,8 7 5-16,7 1 0 0,11 0 0 0,3-6 0 16,1-4-1-16,2-6 1 0,2-12 0 0,4-17 0 0,-4-25-6 15,2-17 1-15,2-22 0 0,-7-14 0 0,-3-26-1 16,2-9 1-16,-2-12 0 0,-6-10 0 0,-7-12-16 16,5-9 1-16,-2-6-1 0,2-10 1 0,4-11-1 15,-2-7 1-15,2-5 0 0,-2-14 0 0,6-12 9 16,-8-5 0-16,-3-7 0 0,-5-5 1 0,0 10-1 15,-13-3 0-15,-5 5 0 0,-7-5 0 0,-10-3-1 0,-12 1 0 16,-10-1 0-16,-6 2 1 0,-11-1-1 0,-8-3 0 16,-7 6 0-16,-9 1 1 0,-10 9 1 0,-5 1 0 15,-7 0 0-15,-8 8 1 0,-7 4-1 0,2 14 0 16,1 5 0-16,-3 13 1 0,3 12 13 0,3 9 1 16,1 13-1-16,-1 14 1 0,7 6-1 0,2 14 0 15,5 7 0-15,3 8 1 0,0 10 1 0,8 0 0 0,2 12 0 16,6 1 0-16,6 3-1 0,4 5 1 15,9-4 0-15,9-5 0 0,7-10 1 0,6-2 1 0,0 0 0 16,10-6 0-16,2 0-1 0,4 2 1 0</inkml:trace>
  <inkml:trace contextRef="#ctx0" brushRef="#br0" timeOffset="-118616.1">2613 11660 300 0,'-8'10'0'0,"0"6"0"0,-8 5 0 0,-3 18 163 0,-11 14 1 0,-5 17 0 0,1 20 0 16,-3 15-1-16,-8 48 1 0,21-31 0 15,6 7 0-15,9-2-118 0,9 4 0 0,9-8 0 0,13 11 1 16,4-3-1-16,17 2 0 0,4-4 0 0,12-4 0 16,10-10-36-16,13-6 0 0,5-8 0 0,11-15 1 15,6-23-1-15,-7-24 0 0,3-24 0 0,-10-20 1 16,-3-19-17-16,-6-13 1 0,1-18-1 0,-5-13 1 0,-8-16-1 16,3-19 1-16,-7-8 0 0,0-18 0 0,-6-6 15 15,6-3 0-15,-8 1 0 0,2 2 1 0,-4 5-1 16,-10 3 0-16,-2-4 0 0,-9-2 1 0,-9 3-28 15,-3-1 1-15,-6 0-1 0,-8 6 1 0,-2 6-1 0,-10 10 1 16,-6 11-1-16,-6 10 1 0,-6 10 13 0,-11 14 1 16,-8 9-1-16,-6 3 1 0,-7 9-1 0,-12 13 1 15,-3 9 0-15,-8 15 0 0,-1 12 0 0,1 15 1 16,-4 15 0-16,-1 16 0 0,1 13 0 0,-5 9 0 16,3 6 0-16,2 8 0 0,3 5 16 0,5 1 0 15,2 4 0-15,2-5 1 0,7-5-1 0,3 2 0 0</inkml:trace>
</inkml:ink>
</file>

<file path=ppt/ink/ink11.xml><?xml version="1.0" encoding="utf-8"?>
<inkml:ink xmlns:inkml="http://www.w3.org/2003/InkML">
  <inkml:definitions>
    <inkml:context xml:id="ctx0">
      <inkml:inkSource xml:id="inkSrc0">
        <inkml:traceFormat>
          <inkml:channel name="X" type="integer" max="16640" units="cm"/>
          <inkml:channel name="Y" type="integer" max="11008" units="cm"/>
          <inkml:channel name="F" type="integer" max="4096" units="cm"/>
          <inkml:channel name="T" type="integer" max="2.14748E9" units="dev"/>
        </inkml:traceFormat>
        <inkml:channelProperties>
          <inkml:channelProperty channel="X" name="resolution" value="655.1181" units="1/cm"/>
          <inkml:channelProperty channel="Y" name="resolution" value="651.36096" units="1/cm"/>
          <inkml:channelProperty channel="F" name="resolution" value="625.00958" units="1/cm"/>
          <inkml:channelProperty channel="T" name="resolution" value="1" units="1/dev"/>
        </inkml:channelProperties>
      </inkml:inkSource>
      <inkml:timestamp xml:id="ts0" timeString="2025-11-01T16:42:39.788"/>
    </inkml:context>
    <inkml:brush xml:id="br0">
      <inkml:brushProperty name="width" value="0.05292" units="cm"/>
      <inkml:brushProperty name="height" value="0.05292" units="cm"/>
      <inkml:brushProperty name="color" value="#0070C0"/>
    </inkml:brush>
  </inkml:definitions>
  <inkml:trace contextRef="#ctx0" brushRef="#br0">5206 7824 660 0,'0'0'0'0,"0"0"1"0,0 0-2 0,0 0 177 0,-8-10 0 0,6 6 5 0,0-4-3 16,0-5-1-16,2 3-1 0,0-4 1 0,-4 1 3 15,4-3-85-15,0 2 1 0,0 1-3 0,0 1 5 16,0 6-5-16,0 2 3 0,0 4 1 0,4 8-2 0,-4 10-27 16,4 13 4-16,2 10 1 0,2 21-3 0,0 24-1 15,5 25 3-15,1 34-3 0,-2 3 3 0,2-2-29 16,-1-3-3-16,-1-14 5 0,0-14-1 0,-2-10-5 16,-2-17 5-16,0-12 1 0,-4-10-2 0,1-13-47 0,-1-12 0 15,-4-10 1-15,0-7-2 0,0-16 1 0,0-10 0 16</inkml:trace>
  <inkml:trace contextRef="#ctx0" brushRef="#br0" timeOffset="398.5">5265 8013 652 0,'0'0'0'0,"0"0"1"16,0 0-2-16,0 0 245 0,0 0 4 0,-8 4 1 16,4-4 1-16,4 0-5 0,0 2 3 0,0 0 1 15,0 4-1-15,0 2-165 0,4 5 1 0,4 1 5 16,-2 3-4-16,7 7-3 0,-1 5 6 0,6 4-3 0,6 4 1 16,-1-1-33-16,11-1 3 0,1 0-3 0,8-6 4 15,0-4-3-15,3-9-2 0,5-6 5 0,-4-6-2 16,6-12-27-16,-6-4 0 0,4-11 1 0,-9-3-2 15,-1-17 1-15,2-9 0 0,-9-3 1 0,-5 2-2 16,-11 3-27-16,-10-3 0 0,-4 4 1 0,-8 2 0 0,-4-3-3 16,-10 3 2-16,-11 2 1 0,-1 0 2 0,-9 6-3 15,1 4 0-15,-11 8 5 0,-2 13-3 0,-8 4-1 16,-2 10-1-16,-4 6 5 0,2 8-4 0,6 5 5 0,-2 7-2 16,6 3 5-16,6 0-3 0,4 2-1 15,4-5-1-15,5-1 5 0,5-3-3 0,7 1-5 0,4-2 3 16,5-3 1-16,9-6 2 0,4-12-7 0,0 0-3048 15</inkml:trace>
  <inkml:trace contextRef="#ctx0" brushRef="#br0" timeOffset="934.58">6857 8388 660 0,'0'0'0'0,"0"0"1"0,0 0-2 0,0 0 177 0,0 0 4 0,0 0 1 0,0 0-2 0,4-10-3 0,4 4 4 0,0 0 1 15,4 2-2-15,7-5-107 0,-3 3 0 0,6 0 1 16,3 4-1-16,5-2-1 0,5 4 1 0,-1 0 1 16,5 0 0-16,34 4-75 0,-73-4-2002 0</inkml:trace>
  <inkml:trace contextRef="#ctx0" brushRef="#br0" timeOffset="1098.73">6912 8872 620 0,'0'0'0'0,"-8"-2"1"0,-1 0-2 0,3 2 213 15,2 0 0-15,4 0 1 0,0 0-2 0,6-2 1 16,7 0 0-16,-1-2 1 0,6 0-2 0,11-4-151 16,9-3 4-16</inkml:trace>
  <inkml:trace contextRef="#ctx0" brushRef="#br0" timeOffset="4732.29">8165 8489 208 0,'0'0'0'0,"0"0"1"0,0 0-2 0,0 0 229 0,-8 0 4 0,4 2 1 16,0 0-2-16,-4 0-3 0,4 2 4 0,0 0 1 0,4 4-2 16,0-4-131-16,0 0 4 0,0 3 1 0,8-3 1 15,4 0-5-15,2 0 3 0,7-4 1 0,1 0 0 16,9-4-39-16,3-4 6 0,9-1-3 0,4 3 1 16,0-6-1-16,8-2-1 0,-2 1 1 0,2-3 1 15,-3 2-33-15,-1-3 7 0,0 3-3 0,-6-1-1 16,-4-1-1-16,-3 2 1 0,-3-5 1 0,-9 7 0 0,-3-7-43 15,-7 3-2-15,-4-2 5 0,-10 1-2 0,-4-1-3 16,-6-1 4-16,-4 3-3 0,-6-3 4 0,1 3 9 16,-9-3 2-16,-7 1-3 0,-3 2 5 0,-5-3-5 15,-8 7 3-15,-2 4 1 0,-6 2-3 0,-6 8-9 16,2 4-1-16,-8 8 1 0,2 5 3 0,-17 7-5 16,9 9 5-16,4 4-3 0,4 0 1 0,10 10-5 0,6 0 7 15,8 13-3-15,8 0 0 0,5 3-3 0,3 11 2 16,7 0 5-16,8 6-5 0,8 0-5 0,12 0 1 15,4-2 1-15,15-6 0 0,7-2-3 0,5-3 2 16,12-5 1-16,4-7 2 0,10-5-3 0,4-11 0 16,4-8 5-16,1-11-4 0,-3-3-3 0,2-13 6 15,2-8-3-15,-3-7 3 0,1-9-1 0,0-5-3 16,-8-9 5-16,-2-5-1 0,-2-2-1 0,-10-11-3 0,2-1 5 16,-2-4-1-16,-4-5-1 0,-2 3-3 0</inkml:trace>
  <inkml:trace contextRef="#ctx0" brushRef="#br0" timeOffset="5635.3">8768 7449 576 0,'0'0'0'0,"0"0"1"0,0 0-2 0,0 0 177 0,-12 4 4 0,12-4 1 16,-4 4-1-16,0-4-1 0,4 0-3 0,0 0 5 0,0 0 0 15,0 0-91-15,4 0-2 0,0 0 5 0,4 0-1 16,2 0-5-16,2-4 5 0,4 0 1 0,1 0-3 16,5 2-29-16,1-2 3 0,1 2 1 0,-2-1 2 15,3 3-3-15,1 0 0 0,1 0 1 0,-1 3-1 16,17 1-65-16,-43-4-2435 0</inkml:trace>
  <inkml:trace contextRef="#ctx0" brushRef="#br0" timeOffset="8554.29">9319 7240 612 0,'0'0'0'0,"0"0"1"0,0 0-2 0,-10 2 177 0,2 2 0 0,0-4 1 0,0 4-1 0,0 4-1 16,2-2 1-16,-3 7 1 0,1-5 0 0,4 4-83 0,-2 7-2 15,6-5 5-15,6 4-4 0,-2-1-3 16,9-3 6-16,1 3-3 0,6-7 3 0,0 0-37 0,7 0 5 16,3-6-3-16,1 0 4 0,4-4-3 0,-3-4-2 15,1-4 5-15,-1 2-4 0,-5-4-23 0,-5 0 6 16,-2-3-3-16,-5-1 0 0,-3-3-3 0,-4-1 2 16,-8-5 5-16,0 1-5 0,-8-1-49 0,0-3 5 15,-2-3 1-15,-3 6-2 0,-5-3-3 0,2-1 4 16,-3 9 1-16,-1 5-2 0,-2 5 17 0,-3 2 0 0,3 6 5 15,2 2-3-15,-3 0-1 0,1 4-1 0,1-2 1 16,3 0 3-16,2 0-17 0,0 3 5 0,5-3-3 16,3-2 3-16,8-2-5 0,0 0-2755 0</inkml:trace>
  <inkml:trace contextRef="#ctx0" brushRef="#br0" timeOffset="8731.4">9969 7434 756 0,'0'0'0'0,"0"0"1"0,0 0-2 15,-10 5 201-15,10-3 4 0,-5-2-3 0,1 2 4 16,0 0-3-16,0-2-2 0,0 4 5 0,2-4-3 16,0 0-149-16,0 0 3 0</inkml:trace>
  <inkml:trace contextRef="#ctx0" brushRef="#br0" timeOffset="9198.94">10333 7231 412 0,'0'0'0'0,"0"0"1"16,0 0-2-16,-8-4 209 0,4 0 0 0,-2 0 1 16,2-4 1-16,-5 2-5 0,1-2 7 0,-4-1-3 15,2-1-1-15,-2-2-153 0,4-1 1 0,-7 3 5 16,3 2-4-16,0-2-3 0,-2 4 6 0,1 2-3 15,1 1 0-15,0 3-19 0,2 5 2 0,6 1 1 0,-4 6 2 16,4-2-3-16,4 7 0 0,0 3 1 0,4 1 0 16,0 3-11-16,4 7 2 0,4-4-3 0,2 4 5 15,5-5-5-15,5-3 3 0,3-5 1 0,1-1-3 16,7-7-41-16,3-4 3 0,-3-6 1 0,-1-6-2 16,5-4-3-16,-4-7 4 0,-5-1 1 0,-1-5-1 15,-3-8 19-15,-7 1-3 0,-3 3 5 0,-8-4 0 16,-6 0-3-16,-4 1 2 0,-6 3-3 0,-4 0 5 0,-7 5-1 15,-7-1-1-15,1 7 1 0,-5-3 3 0,-3 7-5 16,-1 0 1-16,-3 6 5 0,2 2-4 0,-1-1 1 16,5 5 2-16,1 0-3 0,3 9 4 0,7-5-3 15,2 6 2-15,5-2-3 0,5 4 4 0,8-12-19 0,0 0-2518 16</inkml:trace>
  <inkml:trace contextRef="#ctx0" brushRef="#br0" timeOffset="9583.94">11056 6955 752 0,'0'0'0'0,"0"0"1"16,0 0-2-16,-11 0 197 0,9 0 4 0,-4 0-3 15,2 0 4-15,-4 0-3 0,4 4-2 0,-6-4 5 16,2 0-3-16,-5 4-121 0,1 0 7 0,2 2-3 15,-2 0-1-15,-4 4-1 0,1 3 1 0,3 1 1 16,-6 2 0-16,1 3-35 0,-3 3 2 0,2 5-3 0,1 4 4 16,3 4-3-16,2 0 2 0,4 0-3 0,0 1 4 15,6-1-15-15,4 4 6 0,6-8-3 0,4-2 0 16,0-1-3-16,7-1 6 0,3-4-3 0,2-5 0 16,3-1-47-16,-1-5 2 0,3-2-3 0,1-6 4 15,-5-4-3-15,1 0 2 0,-3-4-3 0,-5-8 4 0,-2 2 17 16,-4-5 2-16,-1 3 1 0,-3-4 2 0,-4 1-3 15,-4-1 0-15,-2 1 1 0,-4-3 0 0,0 6-3 16,-7-3-2-16,-1 3 5 0,2 8-1 0,-8-4-5 16,3 4 5-16,-5 1 1 0,0 3-3 0,-1 5-1 0,3 1 3 15,-5 2 1-15,7 4 0 0,-2-1-3 0,1 1 2 16</inkml:trace>
  <inkml:trace contextRef="#ctx0" brushRef="#br0" timeOffset="10264.74">11656 6772 244 0,'0'0'0'0,"0"0"1"0,0 0-2 0,0 0 109 0,-8-8 4 0,4 4-3 16,0 0 4-16,-5-1-3 0,3-3-2 0,2 2 5 15,-4-2-2-15,0 0-15 0,-2-3 4 0,0 7 1 16,0-4-1-16,1 4-1 0,-1-2-3 0,0 4 5 16,0 4 0-16,-2 4-27 0,-3-2 6 0,3 8-3 0,4 7 3 15,-6 3-5-15,2 9 5 0,-1 8-3 0,3 6 2 16,0 17-15-16,4 4 0 0,2 1 1 0,4 3-1 16,4-4-1-16,2-3 1 0,4 1 1 0,8-11 0 15,5-14-83-15,1-6 2 0,7-11-3 0,-1-1 5 16,5-11-5-16,-2-2 3 0,3-8 1 0,-1 0-1 15,-35 0 15-15,0 0-2195 0</inkml:trace>
  <inkml:trace contextRef="#ctx0" brushRef="#br0" timeOffset="10865.04">12100 6518 20 0,'0'0'0'0,"0"0"1"0,0 0-2 0,0 0 313 0,0 0 0 15,0 0 1-15,-11-6-2 0,9 6-3 0,0 0 4 16,0 0 1-16,2 0 1 0,-2 0-233 0,2 0-1 16,0 0 5-16,-4 0-2 0,4 6-3 0,0-2 4 15,0 4-3-15,0 0 3 0,0 7-29 0,0 3 1 16,0 3-3-16,0 1 5 0,0 5-5 0,0 3 3 0,0 1 1 16,0 0-2-16,0 0-43 0,0 0 4 0</inkml:trace>
  <inkml:trace contextRef="#ctx0" brushRef="#br0" timeOffset="11098.33">11845 6883 620 0,'0'0'0'0,"0"0"1"0,0 0-2 16,0 0 221-16,0 0 4 0,0 0 1 0,0 0 1 15,10 0-5-15,-1 0 3 0,3 2 1 0,4-2-1 0,2 0-157 16,7 0 5-16,5-2 1 0,1 2-3 0,3-4-1 16,9-5 3-16,-4 5-3 0,4-4 3 0,-1 2-25 15,-3 2-3-15,0-4 5 0,-5 4 0 0,1-1-3 16,-5 3 2-16,-5 2-3 0,-3 2 5 0,-22-2-53 0,0 0-2509 16</inkml:trace>
  <inkml:trace contextRef="#ctx0" brushRef="#br0" timeOffset="11598.45">12026 7037 424 0,'0'0'0'0,"0"0"1"16,0 0-2-16,-8 10 229 0,6-10 0 0,-2 0 1 15,2 0 3-15,-2 0-5 0,2 0 1 0,2 0 5 16,-4 0-5-16,4 0-157 0,-4 0 5 0,4 0-3 16,-4 4 2-16,4-4-3 0,0 4 0 0,-4 2 5 15,4 0-4-15,-4 5-23 0,0 1 6 0,-1 2-3 16,1 1 2-16,2 5-3 0,-2-6 0 0,0 3 5 0,0 1-4 16,4-3-23-16,0 1-2 0,0-4 5 0,0 3-3 15,0-3-1-15,4-4-1 0,0 3 5 0,0-7-3 16,4 0-33-16,3 2-1 0,-3-2 5 0,4-2-4 15,2-2-3-15,-2 0 6 0,-1 0-3 0,1 0 3 16,0-2 3-16,0-2 5 0,0-2-3 0,3 2 4 16,-3 0-3-16,0-3-2 0,2 3 5 0,-1 0-3 0,-1 0 3 15,2 0 3-15,0-4 1 0,3 2-2 0,-1-3-3 16,-6 1 4-16,6 0 1 0,-3-2-2 0,-1 2-3 16,2-1 4-16,-2-3-3 0,-4 2 2 0,1-5-3 0,-3 3 0 15,-2 0 5-15,0-3-3 0,-4 7-1 0,0-6-1 16,0 2 1-16,0 3 3 0,0 3-5 0,-4 2 5 15,4 4-3-15,-4 2 1 0,-2 4-9 0,1 5 3 16,1-1 1-16,0 6-3 0,0-1-1 0,0 5 3 16,0 7 1-16,4-1-3 0,-4-3-1 0,4 8-1 15,-4-7 1-15,4 1 3 0,0 0-5 0,0-3 1 16,0 1 5-16,4-7-4 0,-4 3-7 0,4-7 6 0</inkml:trace>
  <inkml:trace contextRef="#ctx0" brushRef="#br0" timeOffset="12047.33">12594 6372 656 0,'0'0'0'0,"0"0"1"0,0 0-2 0,-4 8 197 0,4-4 4 0,0 5 1 0,0 1-3 0,2 4-1 0,2 7 3 0,2 9-3 15,2 5 3-15,5 19-125 0,1 11 5 0,6 15-3 16,3 13 2-16,-1 17-3 0,-2 1 0 0,-7-2 5 15,-9-3-3-15,-6-7-29 0,-4-7 7 0,-11-14-3 16,-1-10 0-16,-2-25-55 0,20-43-2306 0</inkml:trace>
  <inkml:trace contextRef="#ctx0" brushRef="#br0" timeOffset="13148.88">13105 7951 556 0,'0'0'0'0,"0"0"1"0,0 0-2 0,-4-8 169 0,4 4 4 0,0 0 1 16,-4-2 0-16,2-2-3 0,0-1 2 0,0 1-3 15,0 2 5-15,2-6-89 0,0 4 7 0,0 1-3 16,2-1-1-16,0 0-1 0,2 4 1 0,0 4 1 16,4 2 1-16,-4 4-25 0,6 6 7 0,1 3-3 15,-1 1 0-15,2 7-3 0,-2 7 2 0,2 1 5 0,0 6-5 16,-1 10-25-16,-5-2 1 0,0 5 1 0,-2 5 0 15,-8-6-3-15,-2 9 2 0,-2-9 1 0,-5 2 1 16,-5-2-53-16,2-3-1 0,-11 1 5 0,3-6-4 16,-7 2-3-16,5-10 6 0,-3-5-3 0,3-5 3 15,0-7 19-15,-1-1 1 0,7-15 5 0,3-4-5 0,7-7-1 16,2-1 1-16,4-6 1 0,0 1 2 0,4-3-11 16,4-3 4-16,4 0 1 0,-4 5-1 0,4 0-1 15,7 1-3-15,-3 1 5 0,2 6-1 0,6-1-1 16,-3 7 1-16,5 2 1 0,5 2-1 0,-3 4-1 15,7 4 1-15,-1 5 1 0,5 5-2 0,-5 3-3 0,3 9 4 16,-3 11-3-16,-3 3 3 0,-3 9-5 0,-5 6 5 16,-5 5-3-16,-2 8 4 0,-8 16-7 0,-4 0 2 15,-4-4 1-15,-8-6-1 0,-2-2-1 0,1-8 1 16,-5-3-3-16,2-7 5 0,1-11-9 0,7-2 3 16,0-6 1-16,0-2 0 0,4-6-3 0,4-1 2 15,0-1 1-15,0-4-1 0,4-1-1 0,4-5-3 16,0-7 5-16,0-4-1 0,3-1-5 0,1-7 5 15,2-5 1-15,2 1-2 0,-16 4-3 0,0 0-3004 0</inkml:trace>
  <inkml:trace contextRef="#ctx0" brushRef="#br0" timeOffset="19547.37">14283 8312 492 0,'0'0'0'0,"0"0"1"0,0 0-2 0,2-8 165 0,-2 4 4 0,3 0 1 0,-1 0 1 16,4-2-5-16,-2 2 3 0,0 2 1 0,0 2 0 15,4 2-67-15,-4 4 2 0,2 6 1 0,-2 0-2 16,4 7-3-16,-4 7 4 0,5 11 1 0,-5 11-1 16,0 17-33-16,2 11 5 0,-2 10-3 0,0 23 3 0,-4-4-5 15,0-9 5-15,0-2-3 0,0-10 2 0,0-6-39 16,0-12 4-16,0-9 1 0,0-7-1 0,0-9-1 15,0-7-3-15,-4-9 5 0,2-2 0 0,0-13-43 0,0-8 6 16,-2-4-3-16,0 0 1 0,4 2-5 0,0 0-2673 16</inkml:trace>
  <inkml:trace contextRef="#ctx0" brushRef="#br0" timeOffset="19817.16">14281 8790 464 0,'0'0'0'16,"0"0"1"-16,0 0-2 0,0 0 261 0,0 0 4 15,-4 13-3-15,4-11 4 0,2 4-3 0,0 0-2 16,5 2 5-16,1 2-3 0,0 3-201 0,4-1 3 0,6-2 1 16,-1 3 2-16,5-3-3 0,6-2 0 0,3 0 1 15,6-4-1-15,-1-4-25 0,3-8 5 0,0-2-3 16,-1-2 3-16,-3-5-5 0,-5-1 5 0,-5-9-3 16,-3 0 2-16,-5-3-23 0,-3-1 0 0,-6-6 1 15,-4 4-1-15,-8-2-1 0,0 6 1 0,-10-5 1 16,1 3 0-16,-7 4-19 0,-2 1 2 0,-7-1-3 0,-1 4 5 15,3 7-5-15,-7-1 3 0,-1 3 1 0,-4 4-2 16,7 2-3-16,-1 4 0 0,5 4 1 0,1 0 0 16,3 6-3-16,10 4 2 0,1 0 1 0,1 3 2 15,12-13-3-15,0 0-2704 0</inkml:trace>
  <inkml:trace contextRef="#ctx0" brushRef="#br0" timeOffset="20081.73">14906 8040 512 0,'0'0'0'16,"0"0"1"-16,0 0-2 0,0 10 225 0,0-4 0 0,0 4 5 15,0 0-4-15,2 7-3 0,4-1 6 0,-6 3-3 16,4 3 2-16,1 1-171 0,-1 4 0 0,2-1 5 16,0 1-3-16,-2 2-1 0,2 1-1 0,-2-3 1 15,0 0 3-15,4 14-61 0,-8-41-2083 0</inkml:trace>
  <inkml:trace contextRef="#ctx0" brushRef="#br0" timeOffset="20267.6">14729 8212 612 0,'0'0'0'0,"0"0"1"0,0 0-2 15,0 0 185-15,0 0 4 0,0 0-3 0,0 0 4 16,10-4-3-16,-4-2-2 0,3 1 5 0,5-1-2 0,-2 0-127 16,6 2 4-16,3-4 1 0,1 0 1 0,0 1-5 15,3-1 3-15,-3 2 1 0,5 0 0 16,1 0-23-16,-5 2 2 0,1 0 1 0,-2 0-1 0,-22 4-45 15,0 0-2091-15</inkml:trace>
  <inkml:trace contextRef="#ctx0" brushRef="#br0" timeOffset="20548.97">15120 8066 688 0,'0'0'0'16,"0"0"1"-16,0 0-2 0,-8 0 181 0,0 4 4 15,-1-4 1-15,-1 0-2 0,-2 0-3 0,-2 4 4 16,2-2 1-16,-5 3-3 0,-1-1-121 0,2 4-1 15,-1-4 5-15,3 2-2 0,-4 0-3 0,4 0 4 16,-1 3-3-16,1-5 2 0,2 0-23 0,0 2 4 0,2-2 1 16,-3-2 1-16,1 4-5 0,-2-6 3 0,0 4 1 15,-1 0-1-15,-1 1-29 0,2-3 5 0,2 2-3 16,-1 0 3-16,3 0-5 0,2 0 5 0,4-4-3 16,0 4 2-16,4-4-23 0,4 4 4 0,4-4 1 15,-2 0-2-15,5 0-3 0,3 2 4 0,4 0 1 16,2 0-2-16,1 0-3 0,1-2 4 0,3 0 1 15,-3 3 0-15,4-1-3 0,1 0 2 0,-1 2 1 16,-1-4-1-16,-3 4-9 0,3 0 5 0,-7 0-3 0,2 0 1 16,-20-4 3-16,0 0-2325 0</inkml:trace>
  <inkml:trace contextRef="#ctx0" brushRef="#br0" timeOffset="20734.52">15039 7982 636 0,'0'0'0'0,"0"0"1"0,0 0-2 0,-13 0 161 0,9 0 4 16,-2 4 1-16,2-4-2 0,-4 4-3 0,0 2 4 15,-6 7 1-15,1-3-3 0,1 6-101 0,0-1-1 16,-2 5 1-16,1 3 1 0,-1 4-5 0,2-1 7 16,0 1-3-16,-2 2 0 0,-3 20-63 0,17-49-1818 15</inkml:trace>
  <inkml:trace contextRef="#ctx0" brushRef="#br0" timeOffset="22031.73">5589 9108 72 0,'0'0'0'0,"0"0"1"0,0 0-2 0,0 0 41 0,0 0 0 0,0 0 1 0,0 0 2 15,0 0-3-15,0 0 0 0,0 0 1 0,0 0 1 0,0 0 55 16,0 0 3-16,0 0 1 0,0 8-3 0,0-4-1 16,0-2 3-16,0 3-3 0,0-1 4 0,-4-2-19 15,4 4-2-15,-2 2 5 0,0-4-4 0,2 2-3 16,-2 1 6-16,2 3-3 0,0-4 3 0,0 4-13 0,0 5 1 16,0-5 1-16,0 2 0 0,0 2-3 15,2 3 2-15,0 1 1 0,4 3 1 0,-2-7-97 16,0 7 3-16,4-3 1 0,4 1-1 0,-6-1-1 0,7-6 1 15,-1 1 1-15,2-3-2 0,2-2 65 0,1-4 0 16,-3-4 1-16,2-4 2 0,-4-2-3 0,3-2 0 16,-3-5 1-16,0-1 2 0,2-2-27 0,-6-7 4 15,1-4-3-15,-3 5 4 0,-4-3-3 0,-2-1-2 16,-2 3 5-16,-4 1-2 0,2-3 5 0,-5 4 0 0,-3 5 1 16,2 0 1-16,-2 5-5 0,0-3 7 0,-3 6-3 15,-1 4-1-15,0 0-1 0,2-1 1 0,-7 5 5 16,7 0-4-16,-6 5-3 0,5-1 6 0,-1 2-3 15,4 0 1-15,-2 0-9 0,1 2 3 0</inkml:trace>
  <inkml:trace contextRef="#ctx0" brushRef="#br0" timeOffset="34064.83">15749 8097 36 0,'0'0'0'0,"0"0"1"0,0 0-2 0,-6-8 165 0,2 2 0 0,0-1 1 15,-5 5 0-15,5-6-3 0,-4-2 2 0,2 4 1 0,0 0 1 16,0 6-69-16,-2 0-1 0,-2 0 5 0,1 6-3 16,1 6-1-16,0 0-1 0,0 7 5 0,-4 12-3 15,2 8-21-15,-3 14 3 0,1 8-3 0,2 15 3 16,2 13-5-16,-4 30 5 0,4-5 1 0,3-5-3 15,8-6-25-15,3-9 3 0,6-10 1 0,0-10 2 0,6-13-3 16,-1-9 0-16,5-7 1 0,2-14-1 0,3-5-69 16,-1-3 5-16,1-11-3 0,3-4 1 0,-30-8 7 15,0 0-2373-15</inkml:trace>
  <inkml:trace contextRef="#ctx0" brushRef="#br0" timeOffset="34534.81">16099 8599 648 0,'0'0'0'0,"0"0"1"16,0 0-2-16,0 0 205 0,0 0 4 0,0 0 1 0,0 0-2 16,-8 3-3-16,8-6 4 0,0 3 1 0,0-4-2 15,2-4-127-15,0 0 4 0,2-2 1 0,2-3 1 16,2-3-5-16,0-2 3 0,2-1 1 0,3-3 0 15,-1-5-31-15,0 2-2 0,0 1 5 0,3-1-1 16,-7 2-5-16,2 3 5 0,-2 6 1 0,0-1-2 0,-4 3-27 16,0 6 4-16,0 0 1 0,-2 6 0 0,0 2-3 15,0 8 2-15,-2 2 1 0,2 7-2 0,1-1-35 16,-3 13 4-16,0 12-3 0,0 4 2 0,0 17-3 16,0 8 4-16,0 10-3 0,0 6 3 0,-3 8 3 0,3-6 5 15,0-8-3-15,0-10 4 0,3-14-3 0,-1-7-2 16,0-4 5-16,0-6-3 0,0-8-1 0,2-2 3 15,-4-11 1-15,4-5 2 0,-4-15-11 0,0 0-2800 16</inkml:trace>
  <inkml:trace contextRef="#ctx0" brushRef="#br0" timeOffset="34697.54">16168 9120 780 0,'0'0'0'16,"0"0"1"-16,10 9-2 0,-2-5 237 0,1 2 0 0,1 2 1 15,6-2-1-15,2 0-1 0,7 1 1 0,-1 1 1 16,7-4-1-16,-1-2-165 0,9 0 5 0,-5 0 1 16,5-2-3-16,-4 0-1 0,-1-2-1 0</inkml:trace>
  <inkml:trace contextRef="#ctx0" brushRef="#br0" timeOffset="35381.36">16878 8234 720 0,'0'0'0'0,"0"0"1"0,-10 9-2 0,6-5 197 0,-4-2 4 0,0 2-3 0,0 4 2 16,-7 4-3-16,7-1 4 0,-4 5-3 0,2 2 2 15,0 5-99-15,4 8 4 0,-2 8 1 0,-1 10-2 0,5 15-3 16,4 14 4-16,8 4 1 0,1 18-3 0,7-6-45 16,6-12 3-16,1-6 1 0,5-14 2 0,5-13-3 15,3-14 0-15,-1-8 1 0,4-17-1 0,1-10-21 16,1-10 1-16,-2-15 1 0,-5-8 1 0,1-10-5 15,-9-6 7-15,-1-2-3 0,-7-7-1 0,-6-9-45 0,-8-5-3 16,-4-2 5-16,-4-4-1 0,-8 0-1 0,-6 4-3 16,-3 4 5-16,-1 11 0 0,-4 12 13 0,-3 4 2 15,3 12 1-15,-9 12-1 0,-2 7-1 0,1 8 1 16,-1 6-3-16,-4 6 5 0,41-8-13 0,-73 33 7 16,45-14-3-16,1 5 0 0,5-5-3 0,6-1 2 15</inkml:trace>
  <inkml:trace contextRef="#ctx0" brushRef="#br0" timeOffset="35681.32">17676 9135 736 0,'0'0'0'0,"0"0"1"0,0 0-2 16,0 0 237-16,-8 0 4 0,6 0-3 0,0 0 4 16,2 0-3-16,-4-2-2 0,4 2 5 0,0-2-2 0,-4-2-163 15,0-3 0-15,4 3 1 0,-4-4 2 16,0 2-3-16,4-2 0 0,0 0 1 0,0-1 1 0,0-1-29 16,0 2-1-16,4-2 5 0,-4 3-3 0,4-1-1 15,0 2-1-15,0 2 5 0,-4 4-3 16,4 0-25-16,-2 0 3 0,0 0 1 0,0 4 0 0,0 0-3 15,0 2 2-15,0 1 1 0,-2-3-2 0,2 2-31 0,-2 2 4 16,0-2-3-16,0 2 3 0,0 1-5 0,-2-1 5 16</inkml:trace>
  <inkml:trace contextRef="#ctx0" brushRef="#br0" timeOffset="36116.31">18336 8433 712 0,'0'0'0'0,"0"0"1"15,0 0-2-15,2-8 253 0,-2 2 0 0,0 2 5 16,-2-4-4-16,0 2-3 0,-2-3 6 0,-3 1-3 16,3-2 1-16,-2 2-177 0,-8-5 7 0,2-1-3 15,-5 6 0-15,-1 0-3 0,2-3 2 0,-9 7 5 0,3-4-5 16,-4 8-29-16,-5 4 5 0,1 2-3 0,-5 11 1 15,2-1-1-15,-5 11-1 0,3 6 1 0,-4 6 2 16,9 6-31-16,-3 6 4 0,7 6 1 0,8 1 1 16,1-1-5-16,9 1 3 0,8-5 1 0,2 4 0 15,12-16-31-15,5-8 2 0,9-10 1 0,7-9-1 16,4-6-1-16,3-12 1 0,1-6 1 0,2-10-2 0,4-7 1 16,-1-8 0-16,-1-4 5 0,-2-6-4 0,-4 0-3 15,-7-9 6-15,1 5-3 0,-9 2 2 0,-1 6-3 16,-7 4 0-16,-2 8 1 0,-5 7-1 0,-11 10-1 15,-2 12 1-15,-5 6 1 0,1 6 0 0,2 2 1 0,0 3 2 16,0 9-3-16,0 5 4 0,-2 14-3 0,2 13 2 16,-2 5-3-16,2 9 4 0,-2-2-3 0,2 2 2 15,4-3-3-15,0-7 5 0,0-9-5 0,0-10 3 16,4-6 1-16,-2-10-3 0,2-5-5 0,0-9 3 16,0-9 1-16,2-8 1 0,-6 4-5 0,0 0-3069 0</inkml:trace>
  <inkml:trace contextRef="#ctx0" brushRef="#br0" timeOffset="36564.99">19109 8454 628 0,'0'0'0'0,"0"0"1"0,0 0-2 0,0 0 269 0,-8-8 4 0,6 4 1 0,0-1-1 16,-2 1-1-16,-2-2-3 0,2 2 5 0,-5 0 0 15,1-4-207-15,0-2 6 0,-2 1-3 0,-2 1 0 16,-2-2-3-16,1 4 6 0,-5 4-3 0,2-2 0 16,-1 4-31-16,-5 0-2 0,2 4 5 0,-3 2-2 15,3 6-3-15,-2-2 4 0,3 7-3 0,-1 1 4 0,0 7-27 16,1 4-2-16,-1 1 5 0,2 5-1 16,1 4-5-16,5 2 5 0,2 6 1 0,2-4-3 0,0 3-13 15,4-5 3-15,4 2 1 0,4-8 1 0,4-5-5 16,4-3 3-16,2-7 1 0,2-1 0 0,7-5-7 15,1-6 2-15,7-8 1 0,-3 0-1 0,3-8-1 16,5-6 1-16,-1-5 1 0,2-1-2 0,-7-7 1 0,5-8 0 16,-7 1 1-16,-1-3 0 0,-5 2-3 0,-6-4 2 15,3 0 1-15,-7 4 2 0,-6 4 5 0,-2 7 0 16,-4 3 5-16,-4 7-4 0,-2 6-3 0,-2 8 6 16,0 0-3-16,2 4 1 0,-1 8-5 0,1 6 3 15,2-1 1-15,-4 11 0 0,4 11-3 0,-2 9 2 16,0 5 1-16,2 6-1 0,2-1-5 0,2 1 5 15,2-5-3-15,2-1 1 0,2-4-1 0,0-10-1 16,2-2 1-16,4-4 2 0,1-6-7 0,1-7 4 0,-2-8-3 16,2-3 3-16,-14-9-5 0,0 0-2999 0</inkml:trace>
  <inkml:trace contextRef="#ctx0" brushRef="#br0" timeOffset="37447.01">19479 8803 612 0,'0'0'0'0,"0"0"1"0,-6 2-2 0,-2-2 193 0,0 0 0 0,-2 0 1 0,0-2 0 0,0-3-3 16,1 1 2-16,1-4 1 0,2 0 1 0,2-2-105 0,4-9 3 15,2 3 1-15,2-7-1 0,4-1-1 0,9-5 1 16,-1-2-3-16,6 0 5 0,3 1-33 0,1-1-1 16,5 4 5-16,3 3-4 0,-3 1-3 0,1 5 6 15,1 5-3-15,-3 9 3 0,1 2-21 0,-3 4 1 16,-7 4 1-16,1 9-2 0,-3 7-3 0,-3 5 4 15,-4 4 1-15,-4 8 1 0,-4 4-57 0,-4 6 3 16,-2 4 1-16,-4 1 1 0,-2-3-5 0,-8 0 3 0,-3-4 1 16,-1-2 1-16,-6-2 19 0,-1-4 3 0,-5-4 1 15,-1-4 2-15,0-6-3 0,3-9 0 0,-1-4 1 16,3-5-2-16,5-7-11 0,1-7 4 0,10-5 1 16,2-2-3-16,6-3-1 0,4-3 3 0,4 1-3 15,6 1 4-15,-2 1-3 0,8 3 6 0,5 2-3 16,3 2 2-16,5 1-3 0,5 5 0 0,3 0 1 15,6 8 3-15,3 0-5 0,1 7 5 0,6 5-3 16,-4 2 1-16,4 3-1 0,-6 6-1 0,-5-1 1 0,-1-3 2 16,-4 2-7-16,-3-5 0 0,-7 1 1 0,-3-11-2 15,-5-4 1-15,-9-6 0 0</inkml:trace>
  <inkml:trace contextRef="#ctx0" brushRef="#br0" timeOffset="38014.53">20100 8066 716 0,'0'0'0'0,"0"0"1"0,0 0-2 0,8 0 197 0,-2 4 0 0,3-4 1 0,-1 4 2 0,4 3-3 16,2 5 0-16,2 8 1 0,11 11 2 0,-1 14-103 0,9 17 4 15,2 14 1-15,-3 16 1 0,5 23-5 16,-11 4 3-16,-9-4 1 0,-9-11 0 0,-10-1-39 16,-4-11 2-16,-10-6 1 0,-3-8-1 0,-7-6-1 15,-3-8 1-15,1-11 1 0,-3-8-2 0,5-14-43 0,4-9 0 16,-1-9 5-16,7-13-3 0,14 0-25 0,0 0-2761 0</inkml:trace>
  <inkml:trace contextRef="#ctx0" brushRef="#br0" timeOffset="38696.36">21647 8208 2196 0,'0'0'0'0,"0"0"1"0,0 0 0 0,0 0 185 0,0 0 2 0,10-4 1 0,-6 4 1 16,0 4-121-16,0 4 3 0,0 2 1 0,-2 7 1 15,1 1-5-15,1 13 3 0,-2 8 1 0,0 10 0 16,0 17-35-16,-2 7 2 0,-2 12 1 0,-2 17 2 0,0-10-3 15,-3-7 0-15,1-12 1 0,-6-5-1 16,2-11-29-16,-2-11 5 0,4-9-3 0,-7-9 4 0,3-7-3 16,4-13-2-16,0-10 5 0,2-8-4 0,6 10-15 15,0 0-2970-15</inkml:trace>
  <inkml:trace contextRef="#ctx0" brushRef="#br0" timeOffset="38848.25">21275 8657 704 0,'0'0'0'16,"0"0"1"-16,0 0-2 0,0 0 261 0,-11 0 4 15,11 0 1-15,0 0-1 0,6 0-1 0,3 0-3 16,-1 0 5-16,6 2-1 0,6 0-193 0,7 0 1 16,5 2 1-16,9 4 1 0,10-4-5 0,2 1 3 15,12-3 1-15,6-2 2 0,13-2-31 0,22-7 4 0,1-5 1 16,1-2-3-16,0-7-49 0,-108 23-2677 0</inkml:trace>
  <inkml:trace contextRef="#ctx0" brushRef="#br0" timeOffset="39429.68">23234 7992 644 0,'0'0'0'0,"0"0"1"0,0 0-2 0,0 0 177 0,0 0 4 0,0 0-3 0,0 0 3 16,0 0-5-16,0 0 5 0,0 0-3 0,0 0 3 15,0 9-77-15,0 3 5 0,0 6-3 16,0 3 1-16,-6 14-1 0,0 16-1 0,-2 13 1 0,-6 14 2 15,-2 10-39-15,-3 20 0 0,-1-7 5 0,6-9-3 16,6-10-1-16,-1-8-1 0,7-16 5 0,4-5-4 0,2-18-59 16,5-9 2-16</inkml:trace>
  <inkml:trace contextRef="#ctx0" brushRef="#br0" timeOffset="39813.61">23609 8464 732 0,'0'0'0'0,"0"0"1"0,0 0-2 0,0 0 205 0,0 0 0 0,0 0 5 0,6-6-4 15,0 4-3-15,4 2 6 0,5 0-3 0,3 0 1 16,2 0-133-16,3 0-1 0,3 2 5 0,3 0-3 0,5-2-1 16,3 0-1-16</inkml:trace>
  <inkml:trace contextRef="#ctx0" brushRef="#br0" timeOffset="40014.93">24419 8031 788 0,'0'0'0'16,"0"0"1"-16,0 0-2 0,0 0 193 0,0 0 4 16,-4-8-3-16,4 6 2 0,0 2-3 0,0 0 0 15,0 0 5-15,0 4-3 0,0 6-105 0,0 1-1 16,0 5 1-16,0 7 2 0,0 16-3 0,-2 6 0 16,-2 16 1-16,0 9 2 0,-6 8-31 0,-3 4 4 0,-1 14-3 15,2-16 3-15,-2-6-5 0,3-6 5 0,1-13-3 16,2-5 4-16,-2-14-35 0,4-7 2 0</inkml:trace>
  <inkml:trace contextRef="#ctx0" brushRef="#br0" timeOffset="40230.4">24352 8446 188 0,'0'0'0'0,"0"0"1"16,0 0-2-16,0 0 313 0,0-11 4 0,0 9-3 0,4 2 4 16,0 0-3-16,2 2-2 0,4 0 5 0,5 3-3 15,-1-1-241-15,6 0 3 0,5-4 1 0,5 0-1 16,9-4-1-16,1-5 1 0,7-1-3 0,0-2 5 15,0-7-29-15,-4 1 3 0,-5-3 1 0,-9-1 1 16,-5-5-5-16,-8-4 3 0,-7 1 1 0,-9-1 0 16,-9 0-27-16,-5 0-2 0,-6 1 5 0,-9-1-1 0,-3 12-5 15,-5-1 5-15,-1 6 1 0,-1-1-3 0,-4 7-29 16,2 4 3-16,7 0 1 0,-1 8-1 0,5 0-1 16,5 0 1-16</inkml:trace>
  <inkml:trace contextRef="#ctx0" brushRef="#br0" timeOffset="40397.61">24991 7789 648 0,'0'0'0'15,"0"0"1"-15,0 0-2 0,0 0 257 0,10 0 4 16,-6 0-3-16,4 0 4 0,-4 2-3 0,5 5-2 16,-1 1 5-16,0 0-2 0,2 6-183 0,-2 5 0 15,-2 5 1-15,-2 5 3 0,0 10-5 0,-2 8 1 16,-2-2 5-16,-2 7-5 0,-4 3-45 0,2-4 5 0,-6 3 1 15,-2-11-2-15,-7 10-35 0,19-53-2604 0</inkml:trace>
  <inkml:trace contextRef="#ctx0" brushRef="#br0" timeOffset="40564.1">24773 8052 728 0,'0'0'0'0,"0"0"1"0,0 0-2 15,0 0 213-15,12 2 4 0,-6-2 1 0,3 0-3 16,1-2-1-16,6 0 3 0,2-2-3 0,3 2 3 15,3-7-145-15,7 5 1 0,-3-4-3 0,5 2 5 16,-1-2-5-16,3 4 3 0,-9-5 1 0,3 5-2 16,-3 2-19-16,-5 0 4 0</inkml:trace>
  <inkml:trace contextRef="#ctx0" brushRef="#br0" timeOffset="40748.25">25374 7871 580 0,'0'0'0'0,"0"0"1"0,-9 4-2 0,5 1 237 0,-8 1 0 16,0 2 5-16,2-4-3 0,-7 6-1 0,-1 3-1 15,0-1 1-15,-5 2 3 0,-3 1-169 0,-3 1 1 16,-3-2 1-16,-3 3 0 0,1-1-3 0,-1 3 2 16,3-9 1-16,-1 2 1 0,4-4-33 0,3 1 3 15,6-3-3-15,1-2 4 0,19-4-47 0,0 0-2422 0</inkml:trace>
  <inkml:trace contextRef="#ctx0" brushRef="#br0" timeOffset="40863.64">24983 7931 576 0,'0'0'0'0,"0"0"1"16,8 0-2-16,-2 0 221 0,6 2 0 0,-2 0 5 15,3 2-3-15,3 4-1 0,0-4-1 0,0 7 5 16,3 1-4-16,3 0-163 0,1-2 2 0,1 7 1 16,4 1 1-16,-1-1-5 0,1 1 3 0,1-1 1 15,-3 1 1-15,15 9-65 0,-41-27-2121 0</inkml:trace>
  <inkml:trace contextRef="#ctx0" brushRef="#br0" timeOffset="41462.67">25601 7908 716 0,'0'0'0'0,"0"0"1"0,0 13-2 0,3-9 177 0,1 6 0 0,0 6 1 0,2 1 0 0,0 3-3 0,4 11 2 15,2 8 1-15,5 8 2 0,1 15-115 0,-2 14 4 16,-2 8 1-16,-1 18-1 0,-9-1-1 0,-4-9-3 16,-4-8 5-16,-9-10-1 0,-3-2-21 0,-2-15 1 15,-3-8 5-15,-3-1-4 0,0-9-3 0,-3-7 6 16,-1-3-3-16,-1-4 0 0,29-25-51 0,0 0-2290 16</inkml:trace>
  <inkml:trace contextRef="#ctx0" brushRef="#br0" timeOffset="42813.49">22996 7779 196 0,'0'0'0'0,"0"0"1"0,0 0-2 0,0 0 273 0,-10-4 0 0,6 0 5 0,0-2-3 0,0 2-1 0,-2-1-1 0,0 1 5 15,0 4-4-15,0-4-191 0,-1 0 2 0,-1 4 1 16,2 0 2-16,-4 0-3 0,0 4 0 0,-2 2 1 16,-1 3 0-16,1 3-43 0,0 6-2 0,-8 9 5 15,-3 16-1-15,1 10-5 0,-7 23 5 0,-1 17 1 16,-5 34-2-16,9 0-27 0,3-2 4 0,9-2 1 15,6-8-2-15,8-14-3 0,6-17 4 0,4-15 1 0,7-11-3 16,-1-17-21-16,6-6 3 0,3-13 1 0,5-9 0 16,5-7-3-16,-1-8 2 0</inkml:trace>
  <inkml:trace contextRef="#ctx0" brushRef="#br0" timeOffset="47830.59">26255 7978 752 0,'0'0'0'0,"0"0"1"0,0 0-2 0,0 0 213 0,0 0 4 0,0 0-3 0,2-12 4 0,2 8-3 0,6-1-2 0,4-1 5 0,5 2-2 0,3-2-123 0,11 0 0 0,-1 2 1 0,13 2 1 16,2-2-5-16,4 0 7 0,6-1-3 0,4 1-1 15,-2-2-77-15,0 0 5 0</inkml:trace>
  <inkml:trace contextRef="#ctx0" brushRef="#br0" timeOffset="48264.46">26182 7968 1064 0,'0'0'0'16,"0"0"1"-16,0 0-2 0,0 0 265 0,-9-4 4 15,7 4-3-15,2 0 2 0,0 0-187 0,0 0 4 16,0 2 1-16,2 2 0 0,2 4-3 0,3 0 2 15,-1 2 1-15,0 3-2 0,6 3-27 0,-4 3 4 0,2 3-3 16,3-3 3-16,-1 5-5 0,-2 3 5 0,0 0-3 16,0-1 4-16,-2-3-27 0,1 3-2 0,1-9 5 15,-2 1-1-15,2-3-5 0,0-3 5 0,2-8 1 16,3 0-2-16,1-8-27 0,2 0 4 0,1-4-3 16,3-2 4-16,2-3-3 0,5 1-2 0,1 4 5 15,1 2-3-15,4-3-13 0,-3 7 3 0,3 2-3 16,-1 6 4-16,3 5-3 0,0 1 2 0,-1 7-3 0,3 5 4 15,0-1 1-15,-1 7 2 0,-3 1 5 16,-1 0-5-16,-1 0-1 0,-9 0 1 0,-3 1 1 0,-5-1 1 16,-4 4 3-16,-12 0 3 0,-6 4 1 0,-8-2-3 15,-8 2-1-15,-13 0 3 0,-8-4 1 0,-6-3-3 16,-2-1-1-16,-6-8-1 0,0-3 5 0,-12-8-4 16,8-7-3-16,4-12 6 0,6-9-3 0,3-4 3 15,3-11-1-15,4-8 1 0,2-2 1 0,5-11 0 0,1 3-3 16,7 0 2-16,3 0 1 0,5 6 1 0,18 43-17 15,0 0-2933-15</inkml:trace>
  <inkml:trace contextRef="#ctx0" brushRef="#br0" timeOffset="49030.53">27409 8040 648 0,'0'0'0'0,"0"0"1"0,0 0-2 0,-8-5 181 0,6 1 4 0,-7-2 1 0,5 2 0 15,0 0-3-15,2 0 2 0,2 0-3 0,2 4 5 16,4-4-89-16,5-2 3 0,-1 1 1 0,4 1-1 16,4 0-1-16,5 4-3 0,7-8 5 0,5 4 0 15,4-4-59-15,1 2 6 0,5 1-3 0,0 5 2 0,0-4-3 16,-3 4 0-16,-3 4 5 0,-4-2-4 0,7 9-47 15,-42-11-2454-15</inkml:trace>
  <inkml:trace contextRef="#ctx0" brushRef="#br0" timeOffset="49483.52">27399 8017 720 0,'0'0'0'16,"0"0"1"-16,0 0-2 0,0 0 185 0,-9-4 4 0,5 4-3 15,2 0 3-15,0 0-5 0,0 0 5 0,0 4-3 16,2-2 4-16,0 4-115 0,2 4 6 0,2-1-3 16,0 3 0-16,3 2-3 0,-1 3 2 0,2 1 5 15,0 5-5-15,0-1-25 0,0 1 5 0,-2 1-3 16,0 1 1-16,-1 0-1 0,1-3-1 0,2 5 1 15,-2-9 3-15,2 3-21 0,0-11 1 0,2 2 1 16,3-3 0-16,1-7-3 0,4 0 2 0,0-2 1 0,3-2 1 16,3-4-45-16,3 1-1 0,3-3 1 0,1 0 3 15,-1 4-5-15,3 2 5 0,-1 2-3 0,1 2 1 16,-5 2 15-16,3 8 3 0,-1 1 1 0,1 5 0 16,-5 1-3-16,1 3 2 0,-1 3 1 0,-1 1-2 15,-1 5 1-15,-1-4 0 0,-7 8 1 0,-4 0-2 16,-2-1 1-16,-4 7 0 0,-6-2 1 0,-4 7-2 15,-2-7 1-15,-6 2 0 0,-4-2 5 0,-7 2-4 16,1-7-3-16,-11 5 6 0,1-8-3 0,-3-4 1 0,-1-1-5 16,-3-7 3-16,2-3 1 0,-1-10 0 0,1-3-3 0,0-8 2 15,5-9 1-15,1-2-1 0,1-7-5 0,3-2 1 16,3-5 1-16,6-1 0 0,-1 2-3 0,5-2 2 16</inkml:trace>
  <inkml:trace contextRef="#ctx0" brushRef="#br0" timeOffset="52597.41">28697 7818 196 0,'0'0'0'0,"0"-8"1"0,0 4-2 0,0-9 117 0,0-1 0 15,0-2 1-15,0-3 0 0,-2-3-3 0,0-1 2 0,0-2 1 16,0 1 2-16,-2 3-23 0,0-1 4 0,-2-1-3 15,2 7 2-15,-7-1-3 0,3 11 0 0,-2-2 5 16,2 8-3-16,-4 4-21 0,0 0 3 0,-1 6 1 16,3 7 2-16,-2 5-3 0,2 1 0 0,0 4 1 15,2 6-2-15,1 3-19 0,3 3 0 0,4-2 1 16,4 2 0-16,3 4-3 0,3-8 2 0,4 2 1 16,2 2 1-16,5-8-77 0,3 0 3 0,-4-5 1 15,5-3-3-15,-1-1-1 0,1-3 3 0,-3-7 1 0,0 0-2 16,-5-7 45-16,1-5 0 0,-2 0 1 0,1-5-2 15,-3 1-3-15,0 0 4 0,-2-4 1 0,0 2 1 16,1-2-17-16,-3 0-1 0,-2-1 5 0,0 1-4 16,0 2-3-16,-4 2 6 0,2 4-3 0,1 0 3 15,-3 8-1-15,0 0 1 0,0 7 1 0,0 3-2 0,2 5-3 16,0 7 4-16,2 7 1 0,4 4 1 0,1 2-5 16,1 7-1-16,0-1 1 0,4-4 3 0,1 2-5 15,1-4 5-15,0 2-3 0,1-8 1 0,-1 2-9 16,-2-4 3-16,3-4 1 0,-3 0-3 0,0-9-1 15,1 1 3-15,-3-5 1 0,-2-1-3 0,1-9-1 0,-5-4-1 16,-2-4 5-16,0 0-4 0,-2 0-3 0,0 0 6 16,-2 0-3-16,0 2 3 0,-2-2-5 0,0 0-3 15,0 2 5-15,-2 0 0 0,3-2-3 0,-3 0 2 16,0 0-3-16,0 0 5 0,0 0-5 0,0 0 3 16</inkml:trace>
  <inkml:trace contextRef="#ctx0" brushRef="#br0" timeOffset="62616.33">8609 10837 560 0,'0'0'0'0,"0"0"1"0,0 0-2 0,-8-8 169 0,4 4 0 0,-4-2 5 15,0 0-4-15,2 3-3 0,-3-5 6 0,1-2-3 16,4 0 2-16,-4 0-87 0,2-3 0 0,2 3 1 15,0-4 3-15,4 1-5 0,0 5 1 0,0-8 5 16,4 5-5-16,0-3-21 0,0 2 1 0,6 2 5 16,-2 1-5-16,5 3-1 0,-1 4 1 0,2-2 5 15,-2 4-5-15,7 0-21 0,-3 4 5 0,-2-2-3 16,2 4 4-16,1 0-3 0,-3 7-2 0,2-5 5 0,-4 6-4 16,3-3-55-16,-3 5-2 0,-4-2 5 0,-2 3-1 15,2 1-5-15,-8 3 5 0,0-5 1 0,0 3-2 16,-6 3 25-16,0-3 4 0,0-1 1 0,-2 3 0 15,0-7-3-15,-1 2 2 0,-1-1-3 0,2 1 5 16,0-4-21-16,0 3 3 0,-4-3-3 0,6 2 4 16,-3 1-3-16,1-3-2 0,4 0 5 0,-2 3-1 0,6-5-1 15,0-2 5-15,6 0-3 0,2 1 3 0,5-5-5 16,1-4 5-16,6 0-3 0,3 0 2 0,1 0-3 16,6 0 4-16,5 0 1 0,0 0-3 0,3 6-1 15,1 6 3-15,-4-2-3 0,3 11 3 0,-3-5-9 0,-7 9 5 16,3 2-3-16,-9 3 2 0,1-1-3 0,-3 2 0 15,-8 2 5-15,-4 2-4 0,-1-1-3 0,-3 1 6 16,-8-2-3-16,-3 2 0 0,-1-4-3 0,-8 2 2 16,-2-5 5-16,-7 1-5 0,3-4-1 0,-7-3 1 15,3-7 1-15,-1-1 1 0,3-10-5 0,2-4 3 16,3-4 1-16,-1-4 2 0,2-5-3 0,1 3 0 16,-1-8 1-16,2 1-2 0,-1 3 1 0,3 2 0 0,-2-3 1 15,2 7-2-15,14 8 1 0,0 0-2784 0</inkml:trace>
  <inkml:trace contextRef="#ctx0" brushRef="#br0" timeOffset="65579.5">9615 10714 44 0,'0'0'0'0,"0"0"1"0,0 0-2 0,0 0 157 0,0 0 0 0,0 0 5 16,0 0-3-16,0 0-1 0,0 0-1 0,0 0 1 0,-9-10 3 15,9 6-69-15,0 0 1 0,0 0 1 16,0-1 0-16,0 1-3 0,0-2 2 0,0 2 1 0,0 0 1 16,0 0-25-16,4 4 3 0,-4 0 1 0,0 0 2 15,5 6-3-15,-1 6 0 0,-2-1 1 0,2 9-1 16,0-1-13-16,4 11 5 0,-4 13-3 0,4 3 2 16,0 5-3-16,-2 6 0 0,3 1 5 0,-1-3-4 15,0 2-79-15,0-1-2 0,0-3 5 0,2-2-1 0,-6-3-5 16,0-1 5-16,5-6 1 0,-5-2-2 0,2-4 49 15,-2-11 4-15,0-5-3 0,0-5 2 0,0-10-3 16,-4-4 4-16,4 0-3 0,-4-4 2 0,0-2-23 16,0 0 0-16,0 0 1 0,0-3-1 0,0-3-1 15,0 2 1-15,0-2 1 0,0-1 0 0,0 3 1 0,0-4 6 16</inkml:trace>
  <inkml:trace contextRef="#ctx0" brushRef="#br0" timeOffset="66530.39">10805 11420 668 0,'0'0'0'0,"0"0"1"0,0 0-2 0,0 0 189 0,0 0 0 0,0 0 1 15,0 0-1-15,0 0-1 0,0 0 1 0,0 0 1 16,0 0 0-16,0 0-123 0,0 0 2 0,0 0 5 15,0 0-5-15,10 2-1 0,-6-4 1 0,5 2 1 16,-5-4 1-16,0 4-25 0,4 0 3 0,-4-5 1 0,0 5-3 16,0 0-1-16,0 0 3 0,2 0-3 0,-6 0 4 15,4 0-15-15,-4 0 2 0,4 0 1 0,-4 0-2 16,0 0-3-16,0 0 4 0,0 0 1 0,0 5 0 16,0-5-47-16,-4 0 2 0,4 0-3 0,0 0 4 15,-4 0-3-15,4 0 2 0,0 0-3 0,0 0 5 0,0 0 15 16,0-5 7-16,0 5-3 0,4-4 0 0,0 0-3 15,0 0 2-15,1 0 5 0,-1 2-5 0,2-2-1 16,0 4 5-16,0 0-3 0,-2 0 2 0,0 0-3 16,0 0 0-16,0 2 5 0,0 0-4 0,0 0-3 0,0 0 6 15,0 2-3-15,-1 2 3 0,1 3-5 0,-4-5 5 16,0 2-3-16,0-2 1 0,0 2-1 0,0 0-1 16,0 2 5-16,-4-3-4 0,1 1-3 0,-1 0 6 15,2 0-3-15,0-6 3 0,2 0-9 0,0 0 5 16,-4 0-3-16,4 0 4 0,0-4-3 0,-4 0-2 15,4 0 5-15,-4-2-4 0,4 1-3 0,-4 1 6 16,4 0-3-16,0-2 1 0,0 2-1 0,-4 2-1 16,4 0 1-16,0 2 1 0,0 0-5 0,0 0 3 0,0 0 1 15,0 2-2-15,0 0-3 0,0 0 4 0,4 2 1 16,-4 0-2-16,0 0-3 0,4 0 4 0,-4-2 1 16,4 3-3-16,-4-3-1 0,4 2 3 0,0-2-3 15,-2 0 3-15,0 0-5 0,0 2 1 0,0-4 5 16,-2 0-5-16,3 0-1 0,-3 0 1 0,4 0 1 15,-4-6 2-15,0 0-3 0,0 0 0 0</inkml:trace>
  <inkml:trace contextRef="#ctx0" brushRef="#br0" timeOffset="67566.35">11188 10669 988 0,'0'0'0'0,"0"0"1"0,0 0-2 0,0 0 209 0,0 0 0 0,0 0 1 0,0 0-1 0,0 0-129 0,0-8 1 0,4 8 5 0,-4-4-4 0,4-2-3 16,-4 3 6-16,2 1-3 0,0 0 1 0,0 0-5 0,2-2-1 16,-2 2 5-16,0 2-4 0,2-2-3 0,-4 2 6 15,4 0-3-15,-4 0 3 0,4 2-33 0,-4 0 5 16,0 4-3-16,0 3 2 0,0 3-3 0,0 2 0 15,-4 5 5-15,0 5-4 0,4-1-35 0,-6 4 2 16,4-1 5-16,0 5-5 0,0 0-1 0,0-1 1 16,2-3 1-16,0-2 1 0,0-1-17 0,0-5-1 15,2 1 5-15,0-5-2 0,-2-3-3 0,2 0 4 0,-2-1-3 16,0 1 2-16,2-6 1 0,-2-2 0 0,2 2 5 16,2 0-3-16,-4-1-1 0,4-1-1 0,0 0 1 15,5 0 3-15,-5-2 3 0,2 0-3 0,2 0 5 16,4 0-1-16,0-2-5 0,-2 0 5 0,7 0 1 15,-5 0-2-15,6 0-3 0,-1 0 4 0,1 0-3 16,2 0 2-16,-1 0-3 0,1 0 0 0,2 0 5 16,-1 0-3-16,1 2-1 0,-2-2-1 0,3 0 1 15,-1 0 2-15,3-2-3 0,-3 0 0 0,2 0 1 0,3-2 3 16,-5 0-5-16,3-4 1 0,-3 1 5 0,-4-1-5 16,3 2-1-16,-3 0 1 0,-2-4 5 0,1-1-5 15,-5 1-5-15,2 0 5 0,-6 0-3 0,0-1 1 16,-2-3-1-16,3 6-1 0,-5-9 1 0,4 3 3 15,-4-2-5-15,0 1 1 0,-4-5 5 0,0 5-5 16,2-1-1-16,-2-2 1 0,0 3 1 0,0 1 2 0,0 1-7 16,0 1 4-16,-2 4-3 0,2 2 2 0,0 2-3 15,0 0 0-15,0 4 5 0,0 4-3 0,0 0-5 16,0 6 3-16,2 2 1 0,2 5 1 0,0 5-5 16,0 7 3-16,4 2 1 0,-4 8 1 0,5 2-5 0,-5 0 3 15,2 6 1-15,-2 0 1 0,0 0-5 0,0 5 3 16,0-1 1-16,-4-4 1 0,0 0-5 0,0 0 3 15,0-8 1-15,0 0 1 0,-4-6-5 0,4-2 3 16,-4-6 1-16,2-7 1 0,2-6-5 0,0-1 3 16,0-5 1-16,2-2 1 0,-2-4-5 0,0 0-3069 0</inkml:trace>
  <inkml:trace contextRef="#ctx0" brushRef="#br0" timeOffset="68081.69">12507 10810 732 0,'0'0'0'0,"0"0"1"0,0 0-2 0,0 0 213 0,0 0 4 0,2 11-3 16,0 1 3-16,0-2-5 0,0 11 5 0,0-3-3 15,0 9 3-15,0 12-125 0,2 0 1 0,-4 14 1 16,4 5-1-16,-4 7-1 0,0 5 1 0,-4 2 1 16,4-7-1-16,-4-3-41 0,2-5 1 0,0 1 1 15,0-9 0-15,2-16-3 0,0-2 2 0,0-9 1 16,2-10 1-16,-2-12-57 0,0 0-2697 0</inkml:trace>
  <inkml:trace contextRef="#ctx0" brushRef="#br0" timeOffset="69563.64">12973 10872 192 0,'0'0'0'0,"0"0"1"0,0 0-2 0,0 0 141 0,-6-8 0 0,6 4 1 15,-4-2 0-15,4 1-3 0,-5 1 2 0,5 0 1 0,0 0 2 16,0 0-43-16,5-4 0 0,-1 2 1 0,-2-3-2 15,4 1-3-15,4-4 4 0,2 2 1 0,4-5 1 16,3 3-33-16,-1 4 3 0,6-2 1 0,3 3-2 16,-5 7-3-16,7 5 4 0,-9 7 1 0,7 0-1 15,-5 11-21-15,-6 3 1 0,3 1 5 0,-7 8-4 16,-4-4-3-16,-2 6 6 0,-4 2-3 0,-2-5 1 0,-4 5-65 16,0-4-1-16,-4 2 5 0,-4 2-4 0,-1-8 1 15,3 2-2-15,-2-5 5 0,-2-1-4 0,6-4 33 16,-5-11 6-16,5-2-3 0,2-2 3 0,0-6-5 15,2 1 5-15,2-1-3 0,2-2 1 0,0 0-9 0,2 0-1 16,2 0 5-16,2 0-2 0,8 0-3 16,1 0 4-16,5 0-3 0,0 4 3 0,7 0-5 0,3 4-3 15,9 0 5-15,0 2 0 0,-1 3-3 0,1 3 2 16,0 3-3-16,-1-5 4 0,-11 4 1 0,-1 3-2 16,-5-1 5-16,-5 1-4 0,-12 4-3 0,-4 1 6 15,-4 1-3-15,-12 0 3 0,-5 7-9 0,-5-1 1 0,-5 2 1 16,-3 0 1-16,-9-4-5 0,4 0 7 0,-8-5-3 15,3-5-1-15,3-7-1 0,0-10-3 0,3-4 5 16,1-4 0-16,4-8-3 0,1-3 2 0,1-7-3 16,5 1 5-16,26 21-17 0,0 0-2873 0</inkml:trace>
  <inkml:trace contextRef="#ctx0" brushRef="#br0" timeOffset="72832.25">7148 10823 624 0,'0'0'0'0,"0"0"1"0,0 0-2 0,0 0 549 0,10 0 0 0,-4 0 1 0,4-2 3 0,2 0-477 16,5 2 5-16,1-2 1 0,0 2-2 0,7 0-3 16,1 0 4-16,3 0-3 0,1 0 4 0,5 0-47 15,0 0 6-15,-1 0-3 0,1 0 3 0,20-4-41 16,-55 4-2699-16</inkml:trace>
  <inkml:trace contextRef="#ctx0" brushRef="#br0" timeOffset="73063.14">7186 11178 856 0,'0'0'0'0,"0"0"1"15,0 0-2-15,-8 4 233 0,4 0 4 0,4-2-3 16,0 0 2-16,4 2-3 0,4-2 0 0,5-2 5 15,1 0-3-15,2-2-157 0,11-4 3 0,3 0 1 16,5-5-3-16,8 1-1 0,-1 0 3 0,1-4-3 16,4 1 4-16,18 3-83 0,-65 10-2518 0</inkml:trace>
  <inkml:trace contextRef="#ctx0" brushRef="#br0" timeOffset="103213.72">6142 7205 56 0,'0'0'0'0,"0"0"0"0,-8-4 0 0,4 0 216 0,-6-1 1 0,2 1-1 16,0 0 1-16,-4-2-1 0,-3 0 0 0,3 0 0 0,0 2 1 15,0 0-137-15,-3-1 0 0,7 5 0 0,-6 0 1 16,2 0-1-16,4 5 0 0,-5 3 0 0,5-4 0 15,2 6-19-15,-2 2 0 0,0 5 0 0,4 1 0 16,-2 1-1-16,4 1 1 0,2-1 0 0,0 3 0 16,2-1-23-16,4-3 1 0,-2 1 0 0,0-5 0 15,4-2-1-15,0 1 1 0,0-3-1 0,3-2 1 0,1-4-44 16,-2-4 0-16,2 0 0 0,0-8 0 0,1-2 0 16,-3-2 0-16,2-3 0 0,0-1 0 0,-2-3 19 15,3-7 0-15,-5 1 0 0,0 2 0 0,-2 1-1 16,0 3 1-16,0 1 0 0,-2 6 0 0,-4 12-11 15,0 0 1-15,0 0-1 0,0 0 1 0,0 0-1 0,0 0 0 16,0 0 0-16,0 0 1 0,0 0 3 0,0 41 0 16,4-19 0-16,0-1 1 0,0 5-1 0,1 1 0 15,1-4 0-15,2-1 0 0,0 1-5 0,4-3 1 16,-4-5-1-16,2-3 1 0,-10-12-3 0,0 0-2542 0</inkml:trace>
  <inkml:trace contextRef="#ctx0" brushRef="#br0" timeOffset="103712.72">6281 7145 640 0,'0'0'0'0,"0"0"0"16,0 0 0-16,0 0 197 0,0 0 1 0,0 13 0 15,0-9 0-15,4 0-1 0,-4 4 1 0,4 2-1 0,0-2 1 16,0 5-134-16,4 1 0 0,-4 3 0 15,2 1 0-15,3-4 0 0,-5 3 0 0,4-5 0 0,-4 2 0 16,4-5-21-16,-4-3 1 0,2 2-1 0,-2-8 1 16,0 0-1-16,-4-4 1 0,0-2-1 0,0-2 1 15,0-1-22-15,0-5 1 0,0 2 0 0,0-9 0 0,0 1-1 16,0-1 1-16,0-1-1 0,4 1 1 0,-4-2-24 16,4 1 1-16,0 3-1 0,1 3 1 0,1 2-1 15,2 1 1-15,-4 3 0 0,4 6 0 0,-4-4 0 16,4 8 0-16,-2 0 0 0,2 0 1 0,1 4-1 15,-1 2 0-15,-4 0 0 0,4 4 0 0,-4 3 1 0,2-3 1 16,-2 2-1-16,0 1 1 0,-4 1-1 0,4-4 0 16,-4 3 0-16,4-1 1 0,-4-6-2 0,5 0 0 15,-5 0 0-15,4-6 1 0,0-4-1 0,-2 0 0 16,0-2 0-16,4-2 0 0,-6-7 0 0,4 3 0 16,0-6 0-16,0 1 1 0,0-1-1 0,0-1 0 15,0 3 0-15,0-5 1 0,0 7-1 0,2 0 0 16,3 1 0-16,-1-1 1 0,0 2-1 0,2 4 0 15,2 1 0-15,-4 5 1 0,5 2 0 0,-3 2 1 0,-2 5-1 16,4 1 1-16,-4 2-1 0,3 2 0 0,1 5 0 16,-4-3 1-16,0 5-1 0,2 1 1 0,-2-2 0 15,0-3 0-15,1 1-1 0,-3-5 1 0,2 1 0 16,-4-4 0-16,-4-8-2 0,0 0-2476 0</inkml:trace>
  <inkml:trace contextRef="#ctx0" brushRef="#br0" timeOffset="104013.49">6830 7028 632 0,'0'0'0'0,"0"0"0"0,0 0 0 0,0 0 201 0,0 0 1 0,13 4 0 0,-9-4 0 16,4 0-1-16,2 0 1 0,2-2-1 0,0 0 1 0,3-2-139 16,1-4 0-16,-2 4 0 0,-2-6 0 0,5 2 0 15,-7-1 0-15,2-3 0 0,0 2 0 0,-6-5-27 16,0 3 1-16,-4 4-1 0,-2-4 1 0,-2 1-1 15,-4 3 0-15,0-2 0 0,-2 6 1 0,0 0-21 0,-6 0 1 16,1 4 0-16,1 0 0 0,2 4-1 0,-2 2 1 16,0 2 0-16,-1 4 0 0,3-1-14 0,2 1 0 15,4 2 0-15,-4 3 1 0,8-1-1 0,0 3 0 16,0-1 0-16,4-2 1 0,0-1-3 0,4 1 1 16,2 3 0-16,3-7 0 0,-1 2-1 0,0-1 1 15,2 1 0-15,-6-2 0 0,5-2-2 0,1 3 1 16,-2-3 0-16,0 2 0 0,-2-8-1 0,3 5 1 15</inkml:trace>
  <inkml:trace contextRef="#ctx0" brushRef="#br0" timeOffset="104329.7">7044 6840 232 0,'0'0'0'0,"0"0"0"16,0 0 0-16,0 0 247 0,0 0 0 0,-8 8 0 15,8-4 1-15,0 0-1 0,0 2 0 0,0 2 0 0,4 1 1 16,-2 1-179-16,4 2 1 0,0 1-1 0,2 1 1 16,5-2-1-16,-7 3 1 0,6-3-1 0,0 6 1 15,0-3-21-15,3 1 0 0,-3-2 0 0,-4 3 0 16,2-5 0-16,-2 2 0 0,0-5 0 0,0-3 0 0,-3 0-21 16,-5-4 1-16,0-2 0 0,0-4 0 0,-5-2-1 15,1-7 1-15,-4-1 0 0,4-2 0 0,-6-3-32 16,2 3 0-16,0-3 0 0,4-3 0 0,-4 1 0 15,1 3 0-15,3-5 0 0,0 5 1 0,4 1 8 16,0-1 0-16,0 6 0 0,0 1 0 0,4 3 0 16,0 4 0-16,3 0 0 0,1 4 0 0,0 4-1 0,0 0 0 15,0-2 0-15,6 4 1 0,-1 1-1 0,-3-3 0 16</inkml:trace>
  <inkml:trace contextRef="#ctx0" brushRef="#br0" timeOffset="114344.55">4917 13288 692 0,'0'0'0'0,"0"8"0"0,-4 5 0 0,4 1 185 0,0 4 0 0,0 7 0 0,0 10 1 0,0 12-1 16,4 6 0-16,0 15 0 0,4 8 1 0,7 14-94 0,1 29 0 15,2 2 0-15,3-10 1 0,-3-2-1 0,2-7 0 16,-5-3 0-16,1-11 0 0,-4-14-33 0,-6-13 1 16,-2-12-1-16,0-10 1 0,0-6-1 0,-4-8 0 15,0-13 0-15,0-10 1 0,0-4-46 0,-4-6 0 16,4-4 0-16,0-3 0 0,0 15-14 0,0 0-2582 0</inkml:trace>
  <inkml:trace contextRef="#ctx0" brushRef="#br0" timeOffset="114661.83">5045 13424 468 0,'0'0'0'0,"0"0"0"16,-8 8 0-16,0 0 239 0,4 6 1 0,-4-3 0 16,-2 9 0-16,2-4-1 0,-1 7 1 0,1-2 0 15,0 3 0-15,2 1-166 0,2 1 0 0,4 1 0 0,0 2 1 16,2 2-1-16,6-3 0 0,4 9 0 0,1-2 1 15,9-8-26-15,2-5 0 0,7-3 0 0,4-3 1 16,-1-12-1-16,5-4 0 0,-1-2 0 0,5-8 1 16,-4-6-30-16,0-9 1 0,-5-4 0 0,1-4 0 15,-5-8-1-15,-3 0 1 0,-7-4 0 0,-2-2 0 16,-5-4-21-16,-5 2 1 0,-8-3 0 0,-8 5 0 0,-5 0-1 16,-1 4 1-16,-6 4 0 0,-7 4 0 0,1 8 0 15,-9 9 1-15,3 10-1 0,-3 8 1 16,-4 10-1-16,-3 10 0 0,3 11 0 0,-6 10 1 15,3 6-2-15,11 1 0 0,3 1 0 0,1-4 1 0,9-4-1 16,6-4 0-16</inkml:trace>
  <inkml:trace contextRef="#ctx0" brushRef="#br0" timeOffset="115079.83">5575 14402 576 0,'0'0'0'0,"0"0"0"0,-9 14 0 0,1-4 194 0,4 7 0 0,-6 3 0 0,6 5 0 0,-4 0 0 0,4 3 0 0,-4 3 0 0,8-2 0 16,0 2-129-16,4-1 1 0,4-3 0 0,2-2 0 0,6-1-1 16,1-7 1-16,5-5 0 0,0-4 0 0,7-6-15 15,-3-2 1-15,1-6 0 0,1-6 0 0,-5-3-1 16,-1-3 1-16,-2-5 0 0,-3 3 0 0,-7-5-18 15,-2-1 1-15,-8-3-1 0,0 0 1 0,-4 0-1 16,-8 1 1-16,-3 3-1 0,-1 0 1 0,-2 5-42 0,2 4 0 16,-7 9 0-16,3 7 0 0,2-2 0 0,1 0 0 15,-1-2 0-15,6 0 0 0,-1-2 19 0,5 0 0 16</inkml:trace>
  <inkml:trace contextRef="#ctx0" brushRef="#br0" timeOffset="115746.2">5463 12706 556 0,'0'0'0'0,"0"0"0"0,0 0 0 0,0 8 176 0,0-6 0 0,0 4 0 16,0-6 0-16,0 4-1 0,0-4 1 0,0 0 0 16,4 0 0-16,2 0-93 0,2 0 1 0,0-4-1 15,0 4 1-15,2-6-1 0,3 2 1 0,3 2-1 16,-2 0 1-16,-2-2-35 0,5-1 0 0,-3-3 0 16,2 2 0-16,-6 0-1 0,-2 0 1 0,1-2 0 15,-1-1 0-15,-8-1-29 0,0 2 1 0,-4-4 0 16,-4 1 0-16,-3 3-1 0,3-2 1 0,-8 2-1 15,-2 4 1-15,-3 0-19 0,3-1 1 0,2 10 0 0,-5-1 0 16,7 0-1-16,-2 6 1 0,2 2-1 0,1 3 1 16,1 1 0-16,2-2 0 0,6 3 0 0,0-3 1 15,4 3-1-15,4 1 0 0,0 1 0 0,2-1 1 16,6 2-4-16,0 1 1 0,1-1-1 0,5 1 1 0,-2-3-1 16,3 3 0-16,3-3 0 0,2-1 1 0,19 1-1 15,-43-18-2428-15</inkml:trace>
  <inkml:trace contextRef="#ctx0" brushRef="#br0" timeOffset="115963.95">5739 12488 168 0,'0'0'0'0,"0"0"0"0,-4 13 0 0,2-3 258 0,-2 2 0 16,0 5 0-16,0 1 1 0,0 0-1 0,0 3 0 15,0 1 0-15,0 3 0 0,4-4-195 0,0 3 0 16,0 1 0-16,4-1 0 0,0-3-1 0,0-3 1 15,4 1 0-15,2-5 0 0,3-1-21 0,-1-5 0 0,4-4 0 16,2-4 0-16,-1 0 0 0,1-4 0 0,2-2 0 16,-1-3 0-16,-3-1-20 0,-6-2 0 0,6-3 0 15,-3-1 1-15,-5 0-1 0,-2-1 0 0,2-5 0 16,-8-1 0-16,0-1-25 0,0 5 1 0</inkml:trace>
  <inkml:trace contextRef="#ctx0" brushRef="#br0" timeOffset="116228.17">5953 12501 332 0,'0'0'0'0,"0"0"0"0,0 0 0 16,0 12 233-16,0-6 0 0,4 2 0 0,0 2 1 15,0 3-1-15,2-1 0 0,3-2 0 0,-1 5 1 16,4 1-175-16,-2 0 0 0,2-1 0 0,5 1 0 16,1-1 0-16,2-3 0 0,-1 2 0 0,1-1 0 0,-6-1-20 15,2 2 0-15,-7-3 0 0,-5-3 1 0,-4-4-1 16,-2-4 0-16,0-4 0 0,-2-7 1 0,-9-1-12 15,1-6 1-15,2-5-1 0,2-1 1 0,-4-3-1 16,3 0 0-16,3-4 0 0,2 5 1 0,0-1-36 0,4 0 0 16,4 7 0-16,2 1 0 0,3 3 0 15,-1 6 0-15,4 0 0 0,2 3 1 0,2 1 14 0,1 2 0 16,1 0 0-16,2 0 1 0,21 2-9 0,-41 2-2392 16</inkml:trace>
  <inkml:trace contextRef="#ctx0" brushRef="#br0" timeOffset="116812.07">7121 13746 716 0,'0'0'0'0,"0"0"0"0,11 10 0 0,-7 0 169 0,4 2 0 0,4 1 0 0,-2 3 1 16,-10-16-170-16,0 0-1045 0</inkml:trace>
  <inkml:trace contextRef="#ctx0" brushRef="#br0" timeOffset="116961.79">7117 14088 788 0,'0'0'0'0,"0"0"0"0,0 0 0 0,0 0 188 16,8 0 0-16,-1 0 0 0,1-2 0 0,4-2 0 15,2 0 0-15,2 0 0 0,3 2 0 0,1 0-150 0,2 2 0 16</inkml:trace>
  <inkml:trace contextRef="#ctx0" brushRef="#br0" timeOffset="117928.25">8269 14303 524 0,'0'0'0'0,"0"0"0"0,0 0 0 0,-4 9 184 0,4-3 0 0,0 4 0 0,0-4 1 0,8 4-1 16,-4 5 0-16,11-5 0 0,-3 2 1 0,10 1-120 0,3-1 1 16,5-2-1-16,9-4 1 0,8-4-1 0,2-2 0 15,1 0 0-15,1-6 1 0,-2 0-13 0,2-6 0 16,-8-1 0-16,-5-1 0 0,1 0-1 0,-8-7 1 15,-9 5 0-15,-6-3 0 0,-4-1-23 0,-12-1 0 16,-4 5 0-16,-8-5 0 0,-6 1 0 0,-13-1 0 0,-5 1 0 16,-7 4 0-16,-10-1-33 0,-8 7 0 0,-2 0 0 15,-2 10 0-15,0 6 0 0,-2 6 0 16,-3 15 0-16,9 1 1 0,10 5 10 0,13 0 0 0,3 6 0 16,15 4 0-16,5 2 0 0,7 7 0 0,8 7 0 15,13 3 0-15,5 3-1 0,8 1 0 0,13-7 0 16,12-3 0-16,4-3-1 0,18-12 1 0,9-6 0 15,5-11 0-15,7-11-1 0,-1-11 0 0,-7-8 0 16,1-11 1-16,-5-9-1 0,-5-13 0 0</inkml:trace>
  <inkml:trace contextRef="#ctx0" brushRef="#br0" timeOffset="118111.4">8752 13663 620 0,'0'0'0'0,"0"0"0"0,0 0 0 0,0 0 229 15,8-2 1-15,0 2 0 0,-4-4 0 0,6 4-1 16,2-6 1-16,1 2-1 0,5 0 1 0,-2 2-157 0,7 0 0 16,3 0 0-16,7 0 1 0,-3 0-1 0,9 0 0 15</inkml:trace>
  <inkml:trace contextRef="#ctx0" brushRef="#br0" timeOffset="118478.43">9494 13473 700 0,'0'0'0'0,"0"0"0"16,0 0 0-16,-8 8 221 0,0-4 0 0,2 4 0 15,-2 2 0-15,0 3 0 0,0-3 0 0,4 2 0 0,-5 1 0 16,7 5-145-16,2-4 1 0,2 3-1 0,7-3 1 16,-1 3-1-16,4-9 1 0,2 2-1 0,7-2 1 15,1-4-27-15,0-4 1 0,3 0 0 0,-1-8 0 16,3 0-1-16,-1-4 1 0,-6-3 0 0,3-3 0 15,-9-7-19-15,-2-1 0 0,-4-3 0 0,-4-2 0 16,-8 0-1-16,0 1 1 0,-10-1 0 0,-2 0 0 0,0 9-37 16,-7 1 1-16,-3 7-1 0,1 5 1 0,3 7-1 15,-5 6 1-15,3 7-1 0,2 1 1 0,-3 7 11 16,7 3 0-16,2 1 0 0,3 3 1 0,13-26-8 16,0 0-2801-16</inkml:trace>
  <inkml:trace contextRef="#ctx0" brushRef="#br0" timeOffset="118647.01">9997 13791 236 0,'0'0'0'0,"0"0"0"16,-8-4 0-16,4-1 283 0,0 1 1 0,0 2-1 15,0-2 1-15,0 0-1 0,2 0 1 0,2-2-1 16,-4 2 1-16,4 0-226 0,0 0 0 0,0 4 0 15,0-5 1-15,0 5-59 0,0 0-2053 0</inkml:trace>
  <inkml:trace contextRef="#ctx0" brushRef="#br0" timeOffset="118994.17">10392 13520 544 0,'0'0'0'0,"0"0"0"0,-8-4 0 0,4 4 205 15,-4-4 1-15,-7 4-1 0,3 0 1 0,0 4-1 16,-6 2 0-16,1 4 0 0,-3 3 1 0,2 5-143 0,1 7 0 16,3 5 0-16,-2-1 0 0,6 8 0 15,4-2 0-15,6-4 0 0,4-1 0 0,4-3-16 0,8-4 0 16,2-5 0-16,7-2 1 0,5-9-1 0,5-3 0 15,0-6 0-15,-1-4 1 0,1-7-10 0,-3-3 0 16,-1-5 0-16,-9-1 0 0,-1-5-1 0,-7-4 1 16,-6 1 0-16,-4-7 0 0,-4-2-50 0,-8 2 1 15,-4-4 0-15,-3 6 0 0,-3 2-1 0,2 2 1 16,-9 7 0-16,3 5 0 0,0 5 26 0,1 6 1 0,-5 6-1 16,6 4 1-16,1 6-1 0,-1 0 1 0</inkml:trace>
  <inkml:trace contextRef="#ctx0" brushRef="#br0" timeOffset="119278.23">10832 13290 488 0,'0'0'0'0,"0"0"0"0,0 0 0 16,0 0 256-16,-9 0 1 0,7 0-1 0,-2 4 1 15,0 2-1-15,-4 3 0 0,0-1 0 0,-4 4 1 16,2 7-185-16,-3 3 1 0,1 5-1 0,-2 8 1 15,-2 6-1-15,3 8 1 0,3 2-1 16,6 3 1-16,0-5-29 0,4-2 1 0,8 2 0 0,2-12 0 16,7 0-1-16,3-8 1 0,7-9 0 0,-5-5 0 0,8-3-28 15,-1-10 0-15,2-4 0 0,-9-2 1 0,-2-9-1 16,-1 1 0-16,-7-6 0 0,-4-1 1 0,-4-1-17 0,-4-1 1 16,-4 3 0-16,-4-3 0 0,-4 3-1 15,-1 1 1-15,-1 3-1 0,2 6 1 0,-2 4-6 0,-3-2 1 16,1 6 0-16,2 2 0 0,-2 2 0 15,1 0 0-15</inkml:trace>
  <inkml:trace contextRef="#ctx0" brushRef="#br0" timeOffset="119912.27">11412 13327 284 0,'0'0'0'0,"0"0"0"0,0 0 0 0,-4-10 176 0,0 8 0 0,4 0 0 16,-2-6 0-16,-1 1 0 0,1 1 0 0,2 0 0 16,-2 2 0-16,0 0-84 0,0-4 1 0,0 2-1 15,-2 1 1-15,0 3-1 0,0 0 0 0,0 4 0 16,0 5 1-16,-2 3-21 0,2 2 1 0,2 11 0 16,0 3 0-16,2 5-1 0,2 6 1 0,2 6 0 15,4 2 0-15,0 2-27 0,4-6 1 0,1 0-1 16,1-4 1-16,2-4-1 0,2-4 0 0,-1-2 0 0,5-5 1 15,-6-1-53-15,7-3 0 0,-7-6 0 0,2 3 0 16,-18-15 6-16,0 0-2520 0</inkml:trace>
  <inkml:trace contextRef="#ctx0" brushRef="#br0" timeOffset="120078.58">11833 13409 72 0,'0'0'0'0,"0"-10"0"0,0 0 0 0,0-3 296 16,0 3 1-16,0-8 0 0,0-1 0 0,0 3-1 15,0-7 1-15,-4 7-1 0,4-3 1 0,0 3-238 16,-2 4 1-16,2-1 0 0,-2 5 0 0,2 2-1 15,0 4 1-15,0 2-1 0,0 6 1 0,0 4-24 0,0 5 1 16,2 3 0-16,0 5 0 0,2 5-1 0,0 9 1 16,0 0-1-16,0 6 1 0,4-4-25 0,-2 0 0 15</inkml:trace>
  <inkml:trace contextRef="#ctx0" brushRef="#br0" timeOffset="120228.62">11748 13551 676 0,'0'0'0'0,"0"0"0"16,0 0 0-16,0 0 187 0,8 2 0 0,-4 0 0 15,4 0 1-15,-4 0-1 0,4 2 0 0,2 2 0 16,2-2 1-16,1-2-127 0,5 2 0 0,-6-2 0 16,4 0 1-16,3 1-1 0,-3 1 0 0</inkml:trace>
  <inkml:trace contextRef="#ctx0" brushRef="#br0" timeOffset="120646.21">11898 13569 444 0,'0'0'0'0,"0"0"0"0,0 0 0 0,0 0 197 15,-10 6 0-15,6-2 0 0,0 0 1 0,0 1-1 0,0 1 0 16,0 0 0-16,-3 0 1 0,3 2-138 0,0 5 0 16,0-7 0-16,-4 6 0 0,4 4 0 0,4-3 0 15,-8 3 0-15,4 1 0 0,0-1-14 0,2 0 0 16,0-1 0-16,2-1 1 0,2-2-1 0,2-1 0 16,0 1 0-16,2-8 0 0,-2 2-23 0,4 0 1 15,0 1 0-15,0-3 0 0,3 0-1 0,1-4 1 0,-4 0 0 16,2 0 0-16,2-4-25 0,-3-5 0 0,1 3 0 15,2-2 1-15,0 0-1 0,-4-4 1 0,2 1-1 16,3-3 1-16,-5 2 3 0,2-1 1 0,-2 3-1 16,0 2 1-16,0 4-1 0,-4 0 0 0,1 2 0 15,-1 2 1-15,-2 0-1 0,0 2 1 0,0 2-1 16,-2 0 1-16,2 2-1 0,0 2 1 0,0 5-1 16,0-3 1-16,2 2 4 0,-4 0 0 0,4 1 0 15,-4 1 1-15,4 2-1 0,0 3 0 0,0-1 0 16,0 1 0-16,0-3-2 0,2 1 1 0</inkml:trace>
  <inkml:trace contextRef="#ctx0" brushRef="#br0" timeOffset="120845.36">12232 13044 284 0,'0'0'0'0,"0"0"0"0,0 0 0 0,0 0 240 16,0 0 1-16,0 0 0 0,6 6 0 0,0 2-1 0,4 5 1 15,2 1 0-15,1 7 0 0,5 5-182 0,-2 9 0 16,7 4 0-16,-1 14 1 0,-2 9-1 0,1 10 0 16,-3 2 0-16,-4 1 0 0,-1 14-17 0,-5-5 1 15,-4-8-1-15,-4-11 1 0,-4-9-1 0,0-9 0 16,-5-8 0-16,1-6 1 0,-2-7-21 0,2-9 0 16</inkml:trace>
  <inkml:trace contextRef="#ctx0" brushRef="#br0" timeOffset="121561.29">13079 13471 620 0,'0'0'0'0,"0"0"0"0,-5-13 0 0,5 9 203 0,0-4 0 0,0 0 0 0,0 0 1 0,5 2-1 0,-1-3 0 0,2 5 0 15,6 2 0-15,-4 4-130 0,4 6 1 0,1 7-1 16,1 5 1-16,0 15-1 0,2 14 0 0,1 7 0 16,-5 13 1-16,-2 16-27 0,-2 21 1 0,-8-1-1 15,-4-7 1-15,-4-12-1 0,-2-12 0 0,-3-12 0 16,-3-13 1-16,2-16-34 0,2-9 0 0,-5-7 0 0,-1-7 1 15,0-14-1-15,2-6 0 0,-1-7 0 0,1-3 0 16,2-5-15-16,0-1 1 0,1-7 0 0,5-4 0 16,4-6-1-16,4 2 1 0,8-2 0 0,0 4 0 15,11 4-2-15,-3 6 1 0,6 4 0 0,-1 11 0 16,1 8 0-16,0 10 0 0,-1 8 0 0,-1 5 0 0,3 12-1 16,-1 7 0-16,2 3 0 0,-1 11 0 15,-3-3 0-15,-2 4 0 0,1 4 0 0,-3-1 0 0,-4 3-2 16,-4-3 1-16,-2-1 0 0,-6 6 0 0,-2 1-1 15,-4 1 1-15,-4 1 0 0,2-5 0 0,-4-3 2 16,6-1 0-16,2-6 0 0,6-4 0 0,2-10 0 16,8-6 0-16,4-7 0 0,7-10 1 0,-23-10 0 0,0 0-2448 15</inkml:trace>
  <inkml:trace contextRef="#ctx0" brushRef="#br0" timeOffset="122112.25">14023 14000 308 0,'0'0'0'0,"0"0"0"0,-2-10 0 0,0 3 235 0,0 3 0 15,0-8 0-15,0 2 0 0,2 2-1 0,-2-1 1 16,2 3 0-16,0 4 0 0,0 4-169 0,2 6 0 0,-2 7 0 16,2 7 0-16,-2 11-1 0,2 18 1 0,-2 13 0 15,0 22 0-15,0 13-23 0,2 32 1 0,0-2-1 16,2-10 1-16,0-12-1 0,4-15 1 0,0-14-1 16,2-17 1-16,3-15-26 0,-5-16 0 0</inkml:trace>
  <inkml:trace contextRef="#ctx0" brushRef="#br0" timeOffset="122331.37">13882 14250 404 0,'0'0'0'0,"0"0"0"0,0 0 0 15,0 0 206-15,0 0 1 0,0 0-1 0,11 0 1 16,-5 0-1-16,4 0 1 0,2-2-1 0,6 2 1 16,3 0-140-16,-1-2 0 0,7 0 0 0,3-6 0 15,5 2 0-15,-5-3 0 0,9-3 0 0,-4-2 0 0,-3-3-22 16,-1-1 0-16,-5-1 0 0,-3-5 1 0,-3-5-1 15,-10 0 0-15,-4-3 0 0,-8-3 0 0,-4 0-18 16,-6 0 0-16,-2 6 0 0,-3 0 1 0,-3 5-1 16,2 5 0-16,-3 5 0 0,3 4 1 0,-4 4-31 15,5 4 0-15,1 2 0 0,0 4 0 0,16-4 3 0,0 0-2370 16</inkml:trace>
  <inkml:trace contextRef="#ctx0" brushRef="#br0" timeOffset="122512.02">14540 13538 344 0,'0'0'0'16,"0"0"0"-16,0 0 0 0,10 9 246 0,-4-1 1 0,0 2-1 15,2 2 1-15,1 5-1 0,1 3 1 0,-2 1-1 16,0 5 1-16,0 1-191 0,-4 4 0 0,2 0 0 16,0 3 1-16,-4-1-1 0,0 2 0 0,1 0 0 15,-1-4 0-15,-2 0-25 0,0-1 0 0</inkml:trace>
  <inkml:trace contextRef="#ctx0" brushRef="#br0" timeOffset="122762.15">14399 13645 292 0,'0'0'0'0,"0"0"0"0,0 0 0 16,0 0 220-16,9-8 1 0,-5 6-1 0,4 0 1 16,0 0-1-16,4 2 1 0,2 0-1 0,1 0 1 15,1 0-169-15,6 0 0 0,3 0 0 0,-1-4 1 0,3 4-1 16,3 0 0-16,-3 0 0 0,3 0 1 0,1 4-16 15,-3-4 1-15,-3 4 0 0,-1 2 0 16,0 2-1-16,-7 4 1 0,1 1-1 0,-6 1 1 16,-4-4-24-16,1 3 0 0,-3-3 0 0,-2 2 0 0,0 1-1 15,-4-5 1-15,-4 2 0 0,0 2 0 0,-2-4-12 0,-5 1 0 16,-3-3 0-16,-2 2 0 0,-3-8 0 16,-5 4 0-16,2-2 0 0,-5-2 0 0,-5-2-5 0,-3-2 0 15,0-4 0-15,3-4 1 0,-1-3-1 0,-1-7 0 16</inkml:trace>
  <inkml:trace contextRef="#ctx0" brushRef="#br0" timeOffset="122894.61">14497 13469 336 0,'0'0'0'0,"0"0"0"16,4 12 0-16,0-4 168 0,2 4 0 0,5 3 0 16,3 1 1-16,-4 1-1 0,6 3 0 0,5-1 0 15,-3 3 0-15,2-1-128 0,3-1 1 0,-1 3 0 16,2-3 0-16,-24-20-41 0,0 0-1383 0</inkml:trace>
  <inkml:trace contextRef="#ctx0" brushRef="#br0" timeOffset="123028.43">14756 13432 552 0,'0'0'0'0,"0"0"0"0,0 0 0 16,0 0 125-16,-2 8 0 0,0-4 0 0,2 0 0 0,0 2-1 15,-2 0 1-15</inkml:trace>
  <inkml:trace contextRef="#ctx0" brushRef="#br0" timeOffset="123528.48">15297 13325 552 0,'0'0'0'0,"0"0"0"0,-14 14 0 0,8-1 120 0,0 5 1 0,-3 9-1 0,-5 10 1 0,-2 16-1 0,0 19 1 16,1 18-1-16,-1 17 1 0,2 30-59 0,8-3 1 15,10-5 0-15,12-12 0 0,8-11-1 0,11-11 1 16,4-17 0-16,8-11 0 0,5-13-11 0,-1-13 1 15</inkml:trace>
  <inkml:trace contextRef="#ctx0" brushRef="#br0" timeOffset="123810.9">15901 13776 152 0,'0'0'0'0,"0"0"0"15,-8-4 0-15,4-2 226 0,0 4 1 0,0-2-1 0,0 0 1 16,0 2-1-16,0 0 0 0,0 2 0 0,0 2 1 16,0 2-166-16,2 2 1 0,2 6-1 0,0 3 1 15,0 1-1-15,0 13 0 0,0 10 0 0,0 8 1 16,2 14-14-16,2 7 1 0,2 8 0 0,0 6 0 0,2-4-1 15,4 12 1-15,-2-10 0 0,3-12 0 0,-1-11-22 16,-2-12 0-16,6-6 0 0,-3-10 1 0,3-6-1 16,-2-11 0-16</inkml:trace>
  <inkml:trace contextRef="#ctx0" brushRef="#br0" timeOffset="124078.4">16182 13953 652 0,'0'0'0'16,"0"0"0"-16,-8 12 0 0,4-2 189 0,-2 3 0 16,2 5 0-16,0 3 0 0,0 5-1 0,0 3 1 15,4 10 0-15,4 0 0 0,0 4-106 0,4 2 0 16,6 4 0-16,7-8 0 0,-1 2-1 0,8-4 1 0,5-8 0 16,4-6 0-16,3-9-17 0,3-8 0 0,2-8 0 15,-4-14 0-15,3-9 0 0,-9-7 0 0,0-7 0 16,-11-10 0-16,2-11-27 0,-13-1 1 0,-11-3-1 15,-8 3 1-15,-7-1-1 0,-9 1 0 0,-2 5 0 16,-7 7 1-16,0 2-45 0,-3 8 1 0,-1 12 0 16,-1 7 0-16,1 8 0 0,2 8 0 0,5 6 0 15,6 6 0-15,-3 6 16 0,7 3 1 0</inkml:trace>
  <inkml:trace contextRef="#ctx0" brushRef="#br0" timeOffset="124795.06">17123 14523 176 0,'0'0'0'0,"0"0"0"0,0 0 0 0,0 0 148 0,0 0 1 0,0 0-1 0,0 0 1 0,0-8-1 16,-4 6 0-16,4 0 0 0,0-1 1 0,-5-1-60 0,5 0 1 16,-4 0-1-16,4 0 1 0,-4 0-1 15,2 0 1-15,-2 2-1 0,2-2 1 0,0 0-24 0,0 4 1 16,2-4-1-16,0-1 1 0,2 1-1 0,0 0 1 15,2 0-1-15,0 0 1 0,4 2-25 0,-3-2 1 16,1-4-1-16,-2 4 1 0,2-1-1 0,0 3 1 16,-2 0-1-16,0 0 1 0,-4 0-48 0,4 2 1 15,-4 0-1-15,4 0 1 0,-4 2-1 0,0 0 1 16,0 0-1-16,4 0 1 0,-4 5 21 0,0-1 0 16,0 2 0-16,-4-2 1 0,4 4-1 0,-4 1 0 15,4-1 0-15,-4 0 1 0,4-10-7 0,0 0 0 0,0 0 0 16,0 0 1-16,0 0-1 0,0 0 0 0,0 0 0 15,0 0 0-15,0 0-1 0,-39 25 1 0,33-31-1 16,2 1 1-16,2-3-1 0,2 0 0 0</inkml:trace>
  <inkml:trace contextRef="#ctx0" brushRef="#br0" timeOffset="125331.17">17961 13867 448 0,'0'0'0'0,"0"0"0"0,-10-7 0 0,6-1 242 0,-2 2 0 0,0-2 0 0,-2 0 1 0,3-3-1 0,-7 3 0 16,0 0 0-16,-2-2 1 0,0 1-173 0,-3 1 0 16,-1 4 0-16,-2-2 0 0,-1 6-1 0,3 2 1 0,-9 2 0 15,3 2 0-15,2 5-23 0,-5 3 0 0,7 2 0 16,-5 5 0-16,7 3-1 0,-2 5 1 0,6 2 0 15,-3 4 0-15,5 0-25 0,6 8 1 0,2-4 0 16,4 2 0-16,4 0-1 0,0-4 1 0,4-2-1 16,6-7 1-16,-1-3-22 0,3-5 0 0,2-7 0 15,3-7 0-15,1-6 0 0,4-6 0 0,1-7 0 16,5-5 0-16,3-5-1 0,-4 1 0 0,-1-9 0 16,3-2 1-16,-3 9-1 0,-7-3 0 0,-3 4 0 15,-6 7 1-15,-4 4 0 0,-4 8 1 0,-4 2-1 16,-2 6 1-16,0 0-1 0,-2 6 0 0,0 4 0 0,-2 7 1 15,-2 1-1-15,2 7 1 0,-6 8 0 0,2 4 0 16,2 6-1-16,0 0 1 0,2 3 0 0,-1-5 0 16,5 0-2-16,0-4 1 0,0 0-1 0,5-6 1 15,-1-4-1-15,2-7 1 0,0-3-1 0,4-9 1 0,-10-12-1 16,0 0-2655-16</inkml:trace>
  <inkml:trace contextRef="#ctx0" brushRef="#br0" timeOffset="125778.52">18584 14006 600 0,'0'0'0'16,"0"0"0"-16,0 0 0 0,0-10 216 0,0 4 0 16,0-1 0-16,-4 3 0 0,0-4-1 0,0 0 1 15,-2-2 0-15,0-1 0 0,-3 1-144 0,-1 2 1 16,-2 2 0-16,0-4 0 0,-2 3-1 0,-3 1 1 0,3 6 0 15,-6-2 0-15,3 2-31 0,-5 2 0 0,0 0 0 16,-3 2 1-16,3 3-1 0,-3 3 0 0,-1-4 0 16,3 6 1-16,-3 1-17 0,2 3 1 0,1 2-1 15,5 1 1-15,2 3-1 0,-3 3 0 0,5-2 0 16,4 3 1-16,6 1-29 0,0 0 1 0,8-3-1 16,0 1 1-16,6-5-1 0,4-1 1 0,5-7 0 0,1-2 0 15,0-1 3-15,5-9 1 0,3 0 0 0,1-5 0 16,-1-1-1-16,-1-2 1 0,1 0 0 15,-1-2 0-15,-1-3 10 0,-6 1 1 0,-1 0 0 0,-7 1 0 16,0 3-1-16,-4 2 1 0,-2 0 0 0,3 2 0 16,-5 4-3-16,-4 2 1 0,2 2 0 0,-2 4 0 15,0 7-1-15,0 3 1 0,0 3 0 0,0 1 0 16,-2 7 1-16,2 2 0 0,-4 1 0 0,4 5 0 0,-4 0-1 16,4-2 1-16,0 2 0 0,0-2 0 0,0 2-3 15,-5-6 0-15,5-3 0 0,0 1 0 0,0-8 0 16,0-3 0-16,5-4 0 0,-5-1 0 0,4-7-3 0,0-2 1 15</inkml:trace>
  <inkml:trace contextRef="#ctx0" brushRef="#br0" timeOffset="126178.71">18739 14006 276 0,'0'0'0'0,"0"0"0"0,0 0 0 0,-9-8 300 0,9 4 1 0,-4-2-1 16,4 1 1-16,-4 1-1 0,4-4 1 0,0-2-1 15,4-2 1-15,-4-1-253 0,9-1 1 0,-3 0-1 16,2 1 1-16,4-1-1 0,0 2 0 0,2 3 0 16,3-1 1-16,-3 4-12 0,2 4 0 0,1 2 0 15,-5 6 0-15,2 2 0 0,-2 5 0 0,0 5 0 0,-3 0 0 16,-3 9-20-16,-2 4 1 0,-4 4 0 0,-6 8 0 15,0 0-1-15,-5 6 1 0,-1 0 0 0,-4-1 0 16,-2-5-18-16,-1 0 0 0,-1-4 0 0,-3-4 1 16,3-5-1-16,0-7 0 0,1-5 0 0,5-3 1 15,2-7-2-15,4-2 1 0,4-2 0 0,0-2 0 0,4 2-1 16,4-4 1-16,4 0 0 0,0 0 0 0,2-4 0 16,7 2 1-16,1-2-1 0,2 0 1 0,5-2-1 15,1 0 1-15,1-3-1 0,3-1 1 0,-1 2 6 16,1-2 1-16,-3 2-1 0,-5 3 1 0,-2-1-1 15,-1 4 0-15,-3 2 0 0,-4 4 1 0,2 0 2 0,3 5 1 16,-3 1-1-16,2 2 1 0,-16-12-11 16,0 0-2708-16</inkml:trace>
  <inkml:trace contextRef="#ctx0" brushRef="#br0" timeOffset="126398.92">19427 13485 708 0,'0'0'0'0,"0"0"0"16,10 2 0-16,-4 2 236 0,4 0 0 0,2 2 0 15,-2 5 1-15,7 1-1 0,1 6 0 0,2 9 0 16,5 6 1-16,5 8-157 0,5 10 0 0,-7 9 0 16,5 9 0-16,-3 9-1 0,-1 21 1 0,-9-1 0 15,-5-7 0-15,-15-7-30 0,-5-6 0 0,-5-7 0 0,-4-9 1 16,-4-11-1-16,-3-6 0 0,1-10 0 0,-2-4 0 15,22-31-50-15,0 0-2729 0</inkml:trace>
  <inkml:trace contextRef="#ctx0" brushRef="#br0" timeOffset="127561.74">20646 13737 492 0,'0'0'0'0,"0"0"0"0,0 0 0 0,0 0 172 0,0 0 0 0,0 0 0 16,0 0 1-16,-6-8-1 0,6 6 0 0,0 2 0 15,0 0 0-15,2 4-91 0,0 0 0 0,0 7 0 16,2-1 0-16,2 6-1 0,-2 3 1 0,2 5 0 15,0 9 0-15,0 10-24 0,0 0 1 0,4 6 0 0,-1 5 0 16,-5-3-1-16,4 2 1 0,0-3-1 0,-2 3 1 16,6 6-58-16,-12-59-2233 0</inkml:trace>
  <inkml:trace contextRef="#ctx0" brushRef="#br0" timeOffset="127729.11">20501 14078 464 0,'0'0'0'0,"0"0"0"0,-8-8 0 0,6 1 215 16,0 1 1-16,2 0-1 0,2-2 1 0,2 2-1 16,6-4 0-16,-2 1 0 0,7 1 1 0,5-2-149 0,-2 4 0 15,5 0 0-15,5 1 1 0,5 3-1 16,3 2 0-16,1 2 0 0,6 7 1 0,6 1-29 0,-5 2 1 16</inkml:trace>
  <inkml:trace contextRef="#ctx0" brushRef="#br0" timeOffset="130077.2">21918 13596 340 0,'0'0'0'0,"0"0"0"0,0 0 0 0,-10-6 125 0,5 2 0 0,-1-1 0 0,2 1 0 0,0 0-1 16,-4 0 1-16,0 0 0 0,0 0 0 0,2 4-34 0,-2 0 1 15,-3 4 0-15,3 6 0 0,0 5-1 0,0 3 1 16,-2 7 0-16,2 10 0 0,-1 12-21 0,3 2 0 15,4 10 0-15,2 9 1 0,8 4-1 0,9 2 0 16,9 10 0-16,7-14 1 0,1-11-33 0,9-8 0 16,4-12 0-16,0-6 1 0,4-8-1 0,-1-11 0 15,1-8 0-15,2-8 1 0,-10-24-40 0,-43 26-2218 0</inkml:trace>
  <inkml:trace contextRef="#ctx0" brushRef="#br0" timeOffset="130211.48">22414 13813 396 0,'0'0'0'0,"-4"-6"0"15,0-2 0-15,-2-2 210 0,2-3 1 0,-4-3 0 16,0 2 0-16,-2-7-1 0,-1 7 1 0,1-3-1 16,0 3 1-16,0 2-157 0,0 1 0 0,1 5 0 15,1 2 1-15,2 2-1 0,0 2 0 0</inkml:trace>
  <inkml:trace contextRef="#ctx0" brushRef="#br0" timeOffset="130494.88">22294 13778 24 0,'0'0'0'0,"0"0"0"0,0 0 0 0,-8-6 211 16,4 2 1-16,2-2-1 0,-2 0 1 0,0 0-1 15,0 2 1-15,2-7-1 0,2 3 1 0,0 0-171 0,0 4 1 16,0-4-1-16,2 1 1 0,2 1-1 0,-4 0 1 15,0 2-1-15,4 0 1 0,-4 0-16 0,0 2 1 16,0 0 0-16,0 2 0 0,0 2-1 0,0 4 1 16,0 2 0-16,0 2 0 0,0 7-13 0,0-1 0 15,0 9 0-15,0 8 1 0,0 8-1 0,4 2 0 16,-2 6 0-16,4-2 1 0,-2 0-13 0,4 0 0 16,2-8 0-16,1 0 1 0,-1-8-1 0,0-2 0 15</inkml:trace>
  <inkml:trace contextRef="#ctx0" brushRef="#br0" timeOffset="130678.48">22483 13830 644 0,'0'0'0'0,"0"0"0"0,0 0 0 15,0 0 178-15,0 0 0 0,11 0 0 0,-5 0 1 16,2 4-1-16,4-4 0 0,4 2 0 0,1 0 0 15,3 0-107-15,6 0 1 0,7 0-1 0,4-2 1 16,3 0-1-16,9 0 1 0,0 0-1 0,0 2 1 16,2-2-23-16,-4 2 0 0</inkml:trace>
  <inkml:trace contextRef="#ctx0" brushRef="#br0" timeOffset="130896.21">23186 13627 636 0,'0'0'0'16,"0"0"0"-16,0 0 0 0,0 0 194 0,2-9 0 16,0 7 0-16,-2 0 0 0,2 0-1 0,-2 2 1 15,4 0 0-15,-4 4 0 0,4 7-131 0,0-3 0 16,0 8 0-16,2 5 0 0,-2 7 0 0,4 7 0 16,5 12 0-16,-5 7 0 0,4 7-13 0,2 9 0 15,-4 0 0-15,3-3 1 0,-1-3-1 0,0-4 0 0,2-1 0 16,-2-10 1-16,-3-12-29 0,1-8 0 0</inkml:trace>
  <inkml:trace contextRef="#ctx0" brushRef="#br0" timeOffset="131113.28">23296 13994 584 0,'0'0'0'0,"0"0"0"16,0 0 0-16,0 0 216 0,0 0 1 0,0 0-1 0,0 0 1 15,10 0-1-15,0 0 1 0,2-2-1 0,4-2 1 16,1-1-139-16,7 1 0 0,3-6 0 0,3-4 1 15,3-3-1-15,-7-3 0 0,5-3 0 0,-3-1 1 16,-1-3-24-16,-9-4 0 0,-2 2 0 0,-6-3 1 16,-4-1-1-16,-3 2 0 0,-8 0 0 0,-1 1 0 0,-8-1-29 15,2 4 1-15,-4 3 0 0,-7 5 0 0,3 5-1 16,-7 1 1-16,3 5-1 0,2 4 1 0,-9 4-26 16,5 4 1-16,1 2-1 0,-1 5 1 0,7 1-1 15,3 0 0-15</inkml:trace>
  <inkml:trace contextRef="#ctx0" brushRef="#br0" timeOffset="131377.23">23888 13302 696 0,'0'0'0'0,"0"0"0"16,0 0 0-16,4 11 212 0,0-7 1 0,-2 4 0 15,0 2 0-15,2 3-1 0,2 5 1 0,0-4 0 16,0 9 0-16,3 2-139 0,-1 1 1 0,0 5-1 16,0 0 1-16,0 0-1 0,-2 3 1 0,0-1-1 0,-2-2 1 15,-2 0-36-15,-2-3 0 0</inkml:trace>
  <inkml:trace contextRef="#ctx0" brushRef="#br0" timeOffset="131610.24">23723 13481 312 0,'0'0'0'0,"0"0"0"0,8-8 0 0,2 4 241 16,-4-3 1-16,7 3 0 0,3-4 0 0,2-2-1 16,3 0 1-16,1-1-1 0,2 1 1 0,-1 0-229 15,1 0 0-15,3 1 0 0,-3 1 1 0,0 2-1 16,1 2 0-16,-9 2 0 0,2 0 0 0,-3 2-8 0,-1 4 0 15,0 0 0-15,-6 0 0 0,1 4 0 0,-3 3 0 16,-2-1 0-16,0 0 0 0,-4-2-12 0,0 3 0 16,-4-5 0-16,-2 2 1 0,-1 0-1 0,-3 0 1 15,0-4-1-15,-2 3 1 0,-4-3 10 0,-3-2 1 16,1 0 0-16,0-2 0 0,-3 0-1 0,-1 0 1 16,0-2-1-16,-1 0 1 0,23 2-5 0,0 0-1781 0</inkml:trace>
  <inkml:trace contextRef="#ctx0" brushRef="#br0" timeOffset="131728.67">23719 13284 92 0,'0'0'0'0,"0"0"0"15,0 0 0-15,-4-6 191 0,2 6 0 0,0-4 0 16,0 2 1-16,2 0-1 0,0 2 0 0,2 0 0 16,2 0 1-16,2 2-140 0,2 4 0 0,4-2 0 15,-2 6 1-15,9 0-1 0,3 5 0 0,5 3 0 16,7-1 1-16,-3 1-14 0,5 5 1 0,1-1 0 16,-2 1 0-16,-7-3-1 0,3-1 1 0</inkml:trace>
  <inkml:trace contextRef="#ctx0" brushRef="#br0" timeOffset="131964.88">24309 13140 572 0,'0'0'0'0,"0"0"0"0,8 11 0 0,-4-3 162 16,0 4 0-16,2 3 0 0,3 1 1 0,3 9-1 15,-4 9 0-15,4 5 0 0,2 13 0 0,3 7-92 16,-5 11 1-16,2 2 0 0,-6 6 0 0,0 2-1 15,-3 12 1-15,-5-16-1 0,-5-6 1 0,-1-13-19 16,0-8 1-16,-6-6-1 0,0-6 1 0,2-6-1 0,-3-2 1 16,1-5-1-16,2-3 1 0,2-9-22 0,-2-2 1 15,4-1-1-15,2-7 1 0,4-2-32 0,0 0-2235 16</inkml:trace>
  <inkml:trace contextRef="#ctx0" brushRef="#br0" timeOffset="132880.43">24916 13163 528 0,'0'0'0'0,"0"0"0"0,-4-8 0 0,4 2 185 0,-2-5 0 0,2 1 0 16,0-2 1-16,2 2-1 0,2-3 0 0,2 1 0 15,0 0 1-15,2-3-97 0,4 5 0 0,4-4 0 16,3 5 1-16,1 1-1 0,5 6 0 0,-1 2 0 16,-2 2 0-16,5 2-41 0,1 5 0 0,-1 3 0 15,1 4 0-15,-1 5-1 0,-1-3 1 0</inkml:trace>
  <inkml:trace contextRef="#ctx0" brushRef="#br0" timeOffset="133229.56">25056 13081 240 0,'0'0'0'0,"0"0"0"0,-12-6 0 0,6 2 224 16,-2-2 0-16,-3-1 0 0,1 1 1 0,0 2-1 15,0 0 0-15,2-2 0 0,2 2 0 0,2 2-151 16,-5 2 1-16,5 4 0 0,2 4 0 0,2 4-1 15,0 7 1-15,0-1-1 0,0 9 1 0,2 8-18 0,-2 4 1 16,2 8 0-16,0 0 0 0,-2 4-1 16,2-1 1-16,0-1-1 0,3-6 1 0,1-4-23 0,2-6 1 15,0-7 0-15,4-5 0 0,0-7-1 0,1-6 1 16,-1-3-1-16,2-10 1 0,-2-1-40 0,7-2 1 16,-3 0-1-16,2-6 1 0,3 1-1 0,5-5 1 15,0 5-1-15,3-5 1 0,6 6 15 0,1 1 0 16,1 5 0-16,1 4 0 0,1 4-1 0,-2 4 1 15,-3 9 0-15,1 1 0 0,-2 3 0 0,-5 5 1 16,-6 7 0-16,-3 2 0 0,-5 4-1 0,-4 6 1 0,-6-4 0 16,-4 6 0-16,-6-6-4 0,-4 0 1 0,-6-2 0 15,-1-2 0-15,-7-7-1 0,0 1 1 0,-9-6 0 16,2-5 0-16,-1-1 0 0,-3-11 1 0,1-2-1 16,-1-6 1-16,7-2-1 0,-1-9 0 0</inkml:trace>
  <inkml:trace contextRef="#ctx0" brushRef="#br0" timeOffset="133830.41">26002 13542 472 0,'0'0'0'0,"0"0"0"0,0 0 0 0,-8 0 261 0,6-4 1 0,-2-4-1 0,0 2 1 0,0-2-1 0,2-2 0 16,2-3 0-16,0 1 1 0,2-7-176 0,2 3 0 0,2-2 0 15,2-1 1-15,5-1-1 0,1 1 0 0,2 5 0 16,2-1 1-16,1 3-39 0,-1 6 0 0,0 4 0 16,-1 4 1-16,-1 4-1 0,2 4 0 0,-8 5 0 15,1 1 0-15,-3 11-26 0,-2 0 0 0,-2 3 0 16,-4 5 1-16,-4 4-1 0,-2 2 0 0,-4-2 0 15,-3 2 0-15,-5 0-22 0,-2-2 1 0,-1 0-1 16,-3 0 1-16,-3-12-1 0,-1-1 0 0,-1-3 0 16,5-7 1-16,0-3-2 0,5-7 1 0,1-2-1 15,6-8 1-15,4-4-1 0,0 1 1 0,3-1-1 0,5-4 1 16,5 0-1-16,3 1 1 0,-2-5 0 0,4 2 0 16,2-3 0-16,4 7 0 0,3-2 0 0,1 1 0 15,0 3 0-15,5 2 0 0,3 4 0 0,5 2 0 16,-5 2 0-16,3 4 0 0,4 2 0 0,-3 3 0 0,1 1 3 15,-5 0 0-15,3 3 0 0,-5 1 0 0,-3-2-1 16,-5-1 1-16,-4-1 0 0,-4-2 0 0,-4 0 2 16,3-1 0-16,-3-1 0 0,0-2 0 0,0 0 0 15,0 0 0-15,2-2 0 0,0 1 0 0,0-5 0 0,1 4 1 16</inkml:trace>
  <inkml:trace contextRef="#ctx0" brushRef="#br0" timeOffset="143544.18">26871 13290 24 0,'0'0'0'0,"0"0"0"0,0 0 0 0,-8-8 185 0,6 4 0 0,-6-4 0 0,2-1 0 16,-2 3 0-16,0 2 0 0,0-4 0 0,-5 2 0 15,1 2-101-15,0 0 1 0,2 2-1 0,-2 2 1 16,-3 2-1-16,1 2 0 0,0 2 0 0,0 6 1 0,-3-2-17 16,1 7 1-16,0-1 0 0,2 7 0 0,-1 4-1 15,1-1 1-15,2 5-1 0,2 2 1 0,4 0-25 16,-3 3 1-16,5 3-1 0,4-6 1 0,2 4-1 15,4-4 0-15,3 2 0 0,3-4 1 0,2-7-51 16,4 1 0-16,5-7 0 0,5-1 0 0,3-5 0 16,3-8 0-16,1 0 0 0,4-4 0 0,-3-6 23 0,3 0 0 15,-11-4 0-15,1-3 1 0,-7-1-1 0,-5-2 0 16,-7-1 0-16,-4 3 1 0,-6-3-15 0,-8 3 1 16,-2-2 0-16,-3 1 0 0,-3 3-1 0,-4 0 1 15,-3 6-1-15,1-3 1 0,-9 3 4 0,1 2 1 16,-3 2 0-16,1 2 0 0,-1 0-1 0,3 2 1 15,3 0-1-15,3 2 1 0,8 2-3 0,1 1 0 0,5-3 0 16,4-2 0-16,6-2-6 0,0 0-2472 0</inkml:trace>
  <inkml:trace contextRef="#ctx0" brushRef="#br0" timeOffset="144128.84">26635 14078 284 0,'0'0'0'0,"0"0"0"0,0 0 0 0,0 0 226 0,0 0 0 0,0 0 0 0,0 0 0 0,-6-8 0 0,2 1 0 16,4 1 0-16,-4 0 0 0,2 0-175 0,0 0 1 15,2 0 0-15,-2 0 0 0,2-3-1 0,0 1 1 16,0 4 0-16,2-6 0 0,0 4-17 0,0-1 0 15,2 3 0-15,-4 0 0 0,4 4-1 0,-4 0 1 0,0 0 0 16,2 0 0-16,-2 0-15 0,0 4 1 0,0-2 0 16,-2 2 0-16,2 3-1 0,-4 1 1 0,-4 2 0 15,2-4 0-15,0 2-21 0,0 1 0 0,0-3 0 16,0 0 0-16,-1-4 0 0,3-2 0 0,2-2 0 16,2-2 0-16,0 0 0 0,2-6 1 0,2-1-1 15,3 1 1-15,-3 0-1 0,2-1 0 0,-2 5 0 16,2-6 1-16,-2 2 5 0,0 2 0 0,0 1 0 15,2 1 1-15,-2 0-1 0,-4 2 0 0,2 2 0 0,0 2 0 16,0 0 2-16,0 0 1 0,0 0 0 0,-2 0 0 16,0 0-1-16,0 2 1 0,0 0-1 0,-2 2 1 15,0 0-1-15,0 0 0 0,-2 0 0 0,0 1 1 16,-4-1-1-16,4-2 0 0,-2 0 0 0,0 2 1 16,2-2-2-16,0 0 0 0,2 0 0 0,-2-2 1 0,4 0-1 15,-5 2 0-15,3-2 0 0,2 2 0 16,0-2-7-16,0 0-2397 0</inkml:trace>
  <inkml:trace contextRef="#ctx0" brushRef="#br0" timeOffset="144511.17">27299 13419 444 0,'0'0'0'0,"0"0"0"0,0-12 0 0,0 6 225 0,0-2 0 0,-2-5 0 16,2 3 1-16,0-2-1 0,0 0 0 0,0 1 0 0,0 3 0 16,0 0-165-16,2 4 0 0,0 2 0 0,0 4 1 15,2 4-1-15,0 2 0 0,0 2 0 0,-2 5 0 16,2 1-20-16,-2 7 0 0,2 3 0 0,-2 5 1 16,0 4-1-16,3 2 0 0,-1 0 0 0,0 4 1 15,0-4-21-15,2 0 0 0,0 0 0 0,2-7 0 16,-8-30-20-16,0 0-2346 0</inkml:trace>
  <inkml:trace contextRef="#ctx0" brushRef="#br0" timeOffset="144844.14">27675 13315 472 0,'0'0'0'16,"0"0"0"-16,-2-6 0 0,0-3 211 0,0 3 1 0,2 0-1 15,-4 0 1-15,4-2-1 0,0-2 0 0,0-1 0 16,0-1 1-16,4 2-151 0,2-1 0 0,1-1 0 16,1 2 0-16,2 2-1 0,0 2 1 0,0-1 0 15,2 5 0-15,3 2-19 0,-3 2 0 0,0 2 0 16,2 5 1-16,-3-1-1 0,1 4 0 0,0 7 0 15,-6-1 1-15,0 7-23 0,0 1 1 0,-2 7-1 0,-2 2 1 16,-2 6-1-16,0 2 0 0,0 2 0 16,0 2 1-16,0-3-21 0,0 1 1 0,-2-2 0 0,2 2 0 15,0-10-1-15,0 2 1 0,0-7-1 0,0 1 1 16,0-31-1-16,0 0-2367 0</inkml:trace>
  <inkml:trace contextRef="#ctx0" brushRef="#br0" timeOffset="144994.5">27594 13491 676 0,'0'0'0'0,"0"0"0"0,0 0 0 0,0 0 199 15,8-6 0-15,-2 2 0 0,2 4 1 0,7-6-1 16,-1 2 0-16,6-2 0 0,5 1 0 0,3-1-133 0,5 6 1 16,3-6 0-16,5 4 0 0,0 0-1 15,2 2 1-15</inkml:trace>
  <inkml:trace contextRef="#ctx0" brushRef="#br0" timeOffset="145344.74">28534 13352 504 0,'0'0'0'0,"0"0"0"16,0 0 0-16,-12-8 192 0,6 3 1 0,-2-3 0 16,0 0 0-16,-5 0-1 0,3-2 1 0,-6-1-1 15,-2 3 1-15,-1 0-133 0,-1 4 1 0,-2-2 0 16,1-1 0-16,-7 5-1 0,-1 0 1 0,1 2 0 15,-1 4 0-15,3 1-18 0,-1 1 1 0,3 0 0 16,2 4 0-16,3 0-1 0,1 5 1 0,6-5-1 0,4 2 1 16,-1 3-12-16,5 1 0 0,4-2 0 0,2 3 1 15,5-3-1-15,3 3 0 0,2-5 0 0,2 2 0 16,4-8-40-16,5 3 0 0,3-3 0 0,3 0 0 16,-1-6 0-16,5 0 0 0,-1-4 0 0,1-2 0 15,-4 0 19-15,-1-1 1 0,-4-3-1 0,1-2 1 0,-5 0-1 16,-1 1 0-16,-5 1 0 0,-2 4 1 15,-12 6-2-15,0 0 1 0,0 0-1 0,0 0 1 0,0 0-1 16,0 0 1-16,0 0-1 0,0 0 1 0,18 51 2 16,-22-28 0-16,0 7 0 0,0 7 0 0,2-2 0 15,0 4 0-15,2-2 0 0,0 2 0 0,2-6-2 16,2 0 1-16,0-5 0 0,2-3 0 0,0-2-1 0,3-5 1 16</inkml:trace>
  <inkml:trace contextRef="#ctx0" brushRef="#br0" timeOffset="146244.49">28899 12829 384 0,'0'0'0'0,"0"0"0"0,-4-11 0 0,-1 7 231 0,1-4 0 0,0 2 0 0,-2 2 1 16,0 0-1-16,-2 2 0 0,-2 2 0 0,0 0 0 15,-3 4-166-15,1 2 1 0,0 4 0 0,0 0 0 16,0 5-1-16,1-1 1 0,-1 5 0 0,4 3 0 0,2 3-21 15,4-3 1-15,2 3-1 0,6 0 1 0,0-1-1 16,6-3 1-16,-2 1-1 0,7-1 1 0,1-3-20 16,0-3 0-16,3-1 0 0,-3 0 1 0,0-5-1 15,-1-1 0-15,-1-2 0 0,-2-2 1 0,-2-4-30 16,-1 0 1-16,-1 0-1 0,0 0 1 0,-2-6-1 0,-2 2 1 16,0 0-1-16,0 2 1 0,1 2 6 0,-1 0 1 15,-2 4-1-15,0 4 1 0,-2 4-1 16,2 7 1-16,-2-1-1 0,2 9 1 0,-2 10 3 0,4 4 0 15,4 8 0-15,-2 2 0 0,5 3 0 0,5 3 0 16,-2-2 0-16,7-1 0 0,-1-3-2 0,0-6 0 16,-1-2 0-16,-3-2 1 0,-2-4-1 0,-3 0 0 15,-3-6 0-15,-4 0 1 0,-4-5-2 0,-2-7 0 16,-2-1 0-16,-2-1 1 0,0-3-1 0,0-2 0 0,-5 3 0 16,1-1 1-16,0 0-3 0,0-1 0 0</inkml:trace>
  <inkml:trace contextRef="#ctx0" brushRef="#br0" timeOffset="149293.43">7651 16281 700 0,'0'0'0'0,"0"0"0"0,0 0 0 0,0 0 174 0,0 0 0 16,0 0 0-16,0 0 0 0,0 0 0 0,8 0 0 16,-2 0 0-16,6 2 0 0,0 0-89 0,0 0 1 15,7 0-1-15,-3 0 1 0,2-2-1 0,5 2 1 16,1-2-1-16,-1 0 1 0,1 0-35 0,-2-2 0 15,3 2 0-15,1 0 0 0,-3 0 0 0,-3 0 0 0</inkml:trace>
  <inkml:trace contextRef="#ctx0" brushRef="#br0" timeOffset="149727.91">7712 16605 756 0,'0'0'0'0,"0"0"0"0,0 0 0 0,0 0 184 0,12 0 1 0,-4-2 0 0,2 0 0 0,6-3-1 0,-1 1 1 0,5 0-1 0,2-2 1 0,7 0-118 0,1-4 0 0,5-1 0 16,4 1 1-16,-1 4-1 0,1-6 0 0</inkml:trace>
  <inkml:trace contextRef="#ctx0" brushRef="#br0" timeOffset="158110">8697 15901 468 0,'0'0'0'0,"0"0"0"0,0 0 0 0,-2-8 161 0,-2 4 1 0,4 0 0 15,-5-2 0-15,5-1-1 0,0 1 1 0,0 0 0 0,5-4 0 16,-1 2-77-16,4-5 1 0,2-1 0 0,2 0 0 16,4-3-1-16,7-1 1 0,-1-1-1 0,3 3 1 15,5 0-28-15,1 3 1 0,-1 3 0 0,-1 4 0 16,1 4-1-16,1 4 1 0,-5 4 0 0,-1 2 0 15,-3 4-24-15,-4 3 1 0,-1-3 0 0,-1 2 0 16,-8 5-1-16,2-3 1 0,-6 3-1 0,-4-1 1 16,0 1-39-16,-4 1 0 0,-4 1 0 0,-2-3 1 0,-2 1-1 15,-3-5 1-15,3 0-1 0,-4-1 1 0,6-3 13 16,2-2 0-16,-5-2 0 0,9-4 0 0,0 0-1 16,0-2 1-16,8 0 0 0,0 2 0 0,5 3-7 0,3-1 1 15,2 2-1-15,2 4 1 0,7 0-1 16,1 7 1-16,7-3-1 0,3 7 1 0,-3 1 0 0,3 1 1 15,1 3 0-15,-3 3 0 0,-3 0-1 0,-5 2 1 16,-1-1 0-16,-3-1 0 0,-10 0-1 0,-4 2 0 16,-4-5 0-16,-4 3 0 0,-6 0 0 0,-4-5 0 15,-8 3 0-15,-3-5 0 0,-7 1-4 0,3-13 1 16,-9 3-1-16,-1-5 1 0,0-8-1 0,3-4 1 16,-1-2-1-16,1-5 1 0,-1 1-2 0,9-4 1 0</inkml:trace>
  <inkml:trace contextRef="#ctx0" brushRef="#br0" timeOffset="158510.22">9641 16178 632 0,'0'0'0'0,"0"0"0"0,-14 6 0 0,8 0 192 0,-5-2 1 0,3 3 0 0,-4 1 0 0,4 4-1 15,-2-2 1-15,2 3 0 0,4 1 0 0,0 2-128 16,4-1 1-16,4 5 0 0,4-3 0 0,4 1-1 16,0 1 1-16,11-3-1 0,7 5 1 0,5-3-20 0,3 0 1 15,5 1-1-15,4-11 1 0,2 2-1 0,6-1 0 16,-4-9 0-16,-7 0 1 0,1-9-21 0,-4-3 0 15,-7-4 0-15,-1-5 1 0,-7-10-1 0,-7 1 0 16,-3-7 0-16,-12-4 0 0,-4 0-29 0,-4-7 1 16,-12 5 0-16,-3-2 0 0,-7 4 0 0,-9 0 0 15,1 6 0-15,-7 5 0 0,-4 7 6 0,-1 9 1 16,-5 3 0-16,-6 11 0 0,-2 9-1 0,4 5 1 16,2 11-1-16,2 7 1 0,6 5 4 0,2 8 1 0,7-1-1 15,5 3 1-15,9-2-1 0,6-2 0 0</inkml:trace>
  <inkml:trace contextRef="#ctx0" brushRef="#br0" timeOffset="159126.24">10689 16551 596 0,'0'0'0'0,"0"0"0"0,0 0 0 0,0 0 171 0,-12 0 0 0,6 0 0 0,0 0 0 0,0 0-1 0,2 0 1 16,-5 0 0-16,5 0 0 0,0 0-108 0,-2 0 0 15,2 0 0-15,2 0 0 0,0 0-1 0,0 0 1 16,2 0 0-16,0 0 0 0,0 0-20 0,0 0 0 16,0-2 0-16,0 2 1 0,0-2-1 0,-2 0 0 0,2 2 0 15,0-2 0-15,0 0-16 0,-4 2 1 16,4-2 0-16,0-4 0 0,0 2-1 0,-4 0 1 0,4-2-1 15,0-1 1-15,4 3-33 0,0 0 1 0,-2-2 0 16,2 2 0-16,2 0-1 0,0 0 1 0,-2 0 0 16,0 4 0-16,0 0 11 0,1 0 1 0,-5 0-1 15,0 0 1-15,0 2-1 0,0 2 0 0,-5 2 0 16,1 0 1-16,4-2 0 0,-4 0 0 0,-4 2 0 16,2-1 1-16,2-1-1 0,0-2 0 0,0-2 0 15,4 0 1-15,-4 0-1 0,4 0 0 0,0-2 0 0,0-2 0 16,0-1 0-16,0-1 0 0,4 0 0 0,0 0 0 15,-2 0 1-15,2 0 0 0,0 4 0 0,0-5 0 16,0 3-1-16,0 2 1 0,-4 0 0 0,4-2 0 16,-4 2 2-16,0 0 1 0,4 0-1 0,1 0 1 15,-5 2-1-15,4 0 0 0,-2-4 0 0,2 2 1 0,0 0-5 16,0 0 1-16,0 2-1 0,0 0 1 0,-4 0-1 16,4 2 1-16,-4 2-1 0,0 0 1 0,0-2-3 15,-4 2 1-15</inkml:trace>
  <inkml:trace contextRef="#ctx0" brushRef="#br0" timeOffset="160518.67">11566 15887 356 0,'0'0'0'0,"0"0"0"0,0 0 0 0,0 0 230 0,-10 2 0 0,6-2 0 0,2 0 1 0,0 0-1 0,0 0 0 16,0 0 0-16,2-2 1 0,2 0-197 0,2-2 0 16,0 0 0-16,4 1 0 0,5 1-1 0,-5 2 1 15,10 0 0-15,-2 2 0 0,7 5-11 0,-3-1 1 16,2 6 0-16,1-2 0 0,1 5-1 0,-1-1 1 16,1 5-1-16,-2-1 1 0,-5 2-15 0,1 3 1 15,-10 4-1-15,4-5 1 0,-8 5-1 0,-2 0 1 16,-2 1-1-16,-6 3 1 0,-2-2-10 0,0 0 0 15,-10-1 0-15,1-1 1 0,-5 0-1 0,-2-3 0 0,1-1 0 16,-3-9 1-16,5 5-2 0,-5-3 1 0,2-2-1 16,1 1 1-16,5-5-1 0,6 2 1 0,-1-2 0 15,5 1 0-15,-2-1 0 0,4-2 0 0,4-2 0 16,2 1 1-16,4-1-1 0,2 0 0 0,6-4 0 16,1-2 1-16,9 0 0 0,2-4 1 0,11-2 0 15,4-1 0-15,7-1-1 0,11 0 1 0,-4 0 0 16,10 0 0-16,-1-1 10 0,5 3 0 0,-2 0 0 15,4 2 1-15,8 0-13 0,-77 4-2099 0</inkml:trace>
  <inkml:trace contextRef="#ctx0" brushRef="#br0" timeOffset="161159.79">13264 15856 580 0,'0'0'0'0,"0"0"0"0,0 0 0 0,-8-6 218 0,2 2 1 0,-1 0-1 16,1-2 1-16,-2 3-1 0,-4-3 0 0,0 0 0 15,2 0 1-15,-7 2-160 0,-1 0 1 0,2 0-1 16,-5 0 1-16,-1 2-1 0,0-1 1 0,-3 3-1 0,-1 0 1 15,-1 0-27-15,-1 3 1 0,-3 1 0 16,1 2 0-16,3 2-1 0,-5 2 1 0,1 1-1 0,5 1 1 16,-1 2-20-16,3 5 1 0,5-1-1 0,-1 3 1 15,10-3-1-15,2 5 0 0,4-7 0 0,8 2 1 16,4-1-13-16,4-7 0 0,6 2 0 0,3-1 1 16,1-7-1-16,9 2 0 0,3-4 0 0,5-2 0 15,0-2-3-15,3-2 1 0,1-2 0 0,4-5 0 0,-4-1 0 16,1 0 0-16,-3-5 0 0,-2-1 0 0,-5 0 0 15,-3-1 0-15,-5 1 0 0,-5-3 1 0,-7 3-1 16,-6-1 0-16,-4 7 0 0,-4 4 1 0,-4-1-5 16,-4 3 0-16,4 2 0 0,-4 2 0 0,0 2 0 15,2 4 0-15,-7 2 0 0,1 5 0 0,2-1 3 0,-2 6 0 16,-2 5 0-16,1 3 0 0,5 5 0 0,0 6 0 16,0 2 0-16,2 6 0 0,2 2-2 0,2-4 1 15,2 6 0-15,4-4 0 0,2 3 0 0,4-7 0 16,2-1 0-16,2-1 0 0,7-6-2 0,-5 0 1 15,2-11-1-15,5 5 1 0,-23-25 3 0</inkml:trace>
  <inkml:trace contextRef="#ctx0" brushRef="#br0" timeOffset="167096.47">14125 15838 388 0,'0'0'0'0,"0"0"0"0,0 0 0 0,0 0 120 0,0 0 1 0,0 0-1 0,-2-7 1 0,2 3-1 0,0-2 0 16,-4 0 0-16,4 2 1 0,-4-4-37 0,-1-1 1 15,1 1 0-15,-2-2 0 0,0 0-1 0,-2 0 1 16,-2 1 0-16,-2 1 0 0,-3 0-26 0,-1 4 1 16,-6-4 0-16,1 6 0 0,-5 0-1 0,-1 2 1 15,-3 4-1-15,-3 4 1 0,3-2-20 0,-1 6 1 16,-1-1-1-16,5 3 1 0,5 0-1 0,-3 3 0 15,7 1 0-15,10-1 1 0,-2 1-47 0,6 0 0 16,4 1 0-16,6-1 1 0,6-3-1 0,0 1 1 0,7 1-1 16,5-7 1-16,7 2 22 0,-1-4 0 0,5-2 0 15,7-4 0-15,1-2-1 0,-4-4 1 0,4 0 0 16,-1-8 0-16,-1 0-6 0,-2-1 0 0,-3-3 0 16,-1 0 1-16,-9-1-1 0,-3-1 0 0,-3 1 0 15,-8 3 0-15,-10 4 0 0,-2 1 1 0,-2 1 0 16,-2 2 0-16,-4 2-1 0,4 0 1 0,-4 4 0 15,0 4 0-15,-2-2-2 0,1 4 0 0,-3 4 0 16,2 3 1-16,2 5-1 0,0 7 0 0,0 6 0 0,-3 6 1 16,5 1-4-16,0 6 1 0,6 5 0 0,0 2 0 15,0 0-1-15,6 1 1 0,2-5-1 0,5-4 1 16,3-4-3-16,2-4 0 0,-1-5 0 0,-1-3 1 16,-16-27-6-16,0 0-2450 0</inkml:trace>
  <inkml:trace contextRef="#ctx0" brushRef="#br0" timeOffset="168177.2">14257 15879 28 0,'0'0'0'0,"0"0"0"0,0 0 0 0,0 0 23 0,0 0 0 15,0 0 0-15,0 0 0 0,-12 4-1 0,10-4 1 16,-2 0 0-16,4 0 0 0,-4 0 54 0,0 0 1 16,4-2 0-16,-5-2 0 0,1-1-1 0,4 1 1 0,-4 0-1 15,4 0 1-15,-6 0 3 0,4-2 0 0,-2 2 0 16,2 0 0-16,0 0 0 0,0 2 0 0,2-3 0 16,-4 1 0-16,4 0-22 0,-4 0 0 0,0 0 0 15,0 0 1-15,-4 0-1 0,1 0 0 0,-1-2 0 16,0-1 1-16,-4 3-73 0,0-2 0 0,-2 0 0 15,-3 0 1-15,3 0-1 0,-6 0 1 0,1-3-1 16,3 3 1-16,-4-2 47 0,1 2 1 0,1-2 0 16,2 1 0-16,16 7-36 0,0 0-1497 0</inkml:trace>
  <inkml:trace contextRef="#ctx0" brushRef="#br0" timeOffset="202943.91">4388 13670 2069 0,'2'18'0'0,"6"9"0"0,4 20 0 0,7 60 0 0,13 79 93 0,17 77 0 0,28 137 0 0,-18-103 1 0,-2-34-68 16,-10-44 0-16,-8-36 0 0,-4-27 1 0,-15-15-1 16,2-12 0-16,-5-14 0 0,-3 4 1 15,2-4-13-15,-4 4 0 0,-2-4 0 0,3-11 0 0,-1-7-1 16,2-11 1-16,2-20 0 0,1-9 0 0,1-10-6 16,2-12 0-16,7-4 0 0,-1-9 0 0,-3-7 0 0,5-5 0 15,3-2 0-15,-1-8 0 0,5 2-7 0,4-2 1 16,3 0-1-16,1 0 1 0,8 0-1 0,-4 0 0 15,6 4 0-15,2 2 1 0,10 3-1 0,4 1 1 16,8 0-1-16,5-2 1 0,3 1-1 0,7-3 0 16,1-2 0-16,1-2 1 0,2 4-1 0,1 6 0 15,7 1 0-15,4 7 0 0,4 5-1 0,8-1 1 16,4 7 0-16,4 4 0 0,11 0-1 0,-1 6 0 16,7 0 0-16,5 0 0 0,5-4 0 0,0 0 0 0,-1-15 0 15,3-5 0-15,0-11 3 0,8-6 0 0,1-4 0 16,1-6 0-16,6-1-1 0,-2 1 1 0,-2 0 0 15,6 4 0-15,-2 6 0 0,-2 2 1 0,6 4-1 16,0 4 1-16,-2 2-1 0,2 1 1 0,3 3-1 16,-7 1 1-16,-2-1-3 0,0 0 0 0,-3 1 0 15,-5-1 0-15,0 5 0 0,2-3 0 0,-10 1 0 16,-7-3 0-16,-5-4-1 0,3-1 1 0,-9-1 0 0,-3-2 0 16,-6 0-1-16,-2-2 1 0,-6 3 0 0,0-5 0 15,-8 0-3-15,-6-2 1 0,0-4-1 0,-4 0 1 16,0 0-1-16,-3-2 1 0,-7-3 0 0,2 1 0 15,-7 2 0-15,-1 0 1 0,-7-2 0 0,4 0 0 16,-5-5-1-16,-1 1 1 0,-4 2 0 0,1-6 0 0,-7-3-1 16,2 1 1-16,-4-1 0 0,-6-1 0 0,-2 2-1 15,-2-1 1-15,-6-1 0 0,-2-1 0 0,-9 1 0 16,-3-3 0-16,-3 1 0 0,-1-1 0 0,-5-1 0 16,1 1 0-16,-3-3 0 0,3-1 0 0,-5 2 0 0,3 1 0 15,-3-1 0-15,-4 1 0 0,3 3 0 16,-5 7 0-16,2-4 0 0,-6 11 0 0,-1 7 0 0,-5 5 0 15,0 1 0-15,2-4 0 0,0 0 0 0,0-2 0 16,-2 0 0-16,5-2 0 0,-1 0 1 0,-6 0 1 16,4-2-1-16,-2-4 1 0,-6 6-2 0,0 0-2184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5DE4D82-5399-4617-A921-6B475C6022F1}" type="datetime1">
              <a:rPr lang="es-ES" noProof="0" smtClean="0"/>
              <a:t>01/11/2025</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F937A20-946F-4FE9-9157-769BA906E7B5}" type="slidenum">
              <a:rPr lang="es-ES" noProof="0" smtClean="0"/>
              <a:t>‹#›</a:t>
            </a:fld>
            <a:endParaRPr lang="es-ES" noProof="0"/>
          </a:p>
        </p:txBody>
      </p:sp>
    </p:spTree>
    <p:extLst>
      <p:ext uri="{BB962C8B-B14F-4D97-AF65-F5344CB8AC3E}">
        <p14:creationId xmlns:p14="http://schemas.microsoft.com/office/powerpoint/2010/main" val="1860623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Rectángulo 4">
            <a:extLst>
              <a:ext uri="{FF2B5EF4-FFF2-40B4-BE49-F238E27FC236}">
                <a16:creationId xmlns:a16="http://schemas.microsoft.com/office/drawing/2014/main" id="{4C0FA291-ABFE-FE78-C45B-2557D1E52CD6}"/>
              </a:ext>
            </a:extLst>
          </p:cNvPr>
          <p:cNvSpPr/>
          <p:nvPr userDrawn="1"/>
        </p:nvSpPr>
        <p:spPr>
          <a:xfrm>
            <a:off x="0" y="0"/>
            <a:ext cx="12192000" cy="6858000"/>
          </a:xfrm>
          <a:prstGeom prst="rect">
            <a:avLst/>
          </a:prstGeom>
          <a:gradFill>
            <a:gsLst>
              <a:gs pos="16000">
                <a:schemeClr val="tx1">
                  <a:alpha val="0"/>
                </a:schemeClr>
              </a:gs>
              <a:gs pos="100000">
                <a:schemeClr val="tx1"/>
              </a:gs>
            </a:gsLst>
            <a:lin ang="13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Marcador de posición de número de diapositiva 5">
            <a:extLst>
              <a:ext uri="{FF2B5EF4-FFF2-40B4-BE49-F238E27FC236}">
                <a16:creationId xmlns:a16="http://schemas.microsoft.com/office/drawing/2014/main" id="{C96C68C4-5631-FC15-F3E8-71F88C6EE6A3}"/>
              </a:ext>
            </a:extLst>
          </p:cNvPr>
          <p:cNvSpPr>
            <a:spLocks noGrp="1"/>
          </p:cNvSpPr>
          <p:nvPr>
            <p:ph type="sldNum" sz="quarter" idx="12"/>
          </p:nvPr>
        </p:nvSpPr>
        <p:spPr>
          <a:xfrm>
            <a:off x="10655285" y="6167887"/>
            <a:ext cx="1536715" cy="750498"/>
          </a:xfrm>
        </p:spPr>
        <p:txBody>
          <a:bodyPr rtlCol="0"/>
          <a:lstStyle>
            <a:lvl1pPr>
              <a:defRPr sz="3600"/>
            </a:lvl1pPr>
          </a:lstStyle>
          <a:p>
            <a:fld id="{4FAB73BC-B049-4115-A692-8D63A059BFB8}" type="slidenum">
              <a:rPr lang="es-ES" smtClean="0"/>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03504" y="767419"/>
            <a:ext cx="10780776" cy="3355848"/>
          </a:xfrm>
        </p:spPr>
        <p:txBody>
          <a:bodyPr rtlCol="0" anchor="b">
            <a:normAutofit/>
          </a:bodyPr>
          <a:lstStyle>
            <a:lvl1pPr>
              <a:lnSpc>
                <a:spcPct val="80000"/>
              </a:lnSpc>
              <a:defRPr sz="8800" b="0" baseline="0">
                <a:solidFill>
                  <a:schemeClr val="accent1"/>
                </a:solidFill>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667512" y="4204209"/>
            <a:ext cx="9226296" cy="1645920"/>
          </a:xfrm>
        </p:spPr>
        <p:txBody>
          <a:bodyPr rtlCol="0"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4FAB73BC-B049-4115-A692-8D63A059BFB8}" type="slidenum">
              <a:rPr lang="es-ES" noProof="0" smtClean="0"/>
              <a:pPr rtl="0"/>
              <a:t>‹#›</a:t>
            </a:fld>
            <a:endParaRPr lang="es-E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748EF985-6D3D-00BB-B4BA-24BBC09AE740}"/>
              </a:ext>
            </a:extLst>
          </p:cNvPr>
          <p:cNvSpPr/>
          <p:nvPr userDrawn="1"/>
        </p:nvSpPr>
        <p:spPr>
          <a:xfrm>
            <a:off x="0" y="0"/>
            <a:ext cx="12192000" cy="6858000"/>
          </a:xfrm>
          <a:prstGeom prst="rect">
            <a:avLst/>
          </a:prstGeom>
          <a:gradFill>
            <a:gsLst>
              <a:gs pos="0">
                <a:schemeClr val="accent1">
                  <a:alpha val="0"/>
                  <a:lumMod val="0"/>
                </a:schemeClr>
              </a:gs>
              <a:gs pos="81000">
                <a:schemeClr val="tx1">
                  <a:lumMod val="95000"/>
                  <a:lumOff val="5000"/>
                </a:schemeClr>
              </a:gs>
            </a:gsLst>
            <a:lin ang="13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 name="Imagen 9">
            <a:extLst>
              <a:ext uri="{FF2B5EF4-FFF2-40B4-BE49-F238E27FC236}">
                <a16:creationId xmlns:a16="http://schemas.microsoft.com/office/drawing/2014/main" id="{6EF3C0EA-C7D8-FCCF-0466-FA83525F0D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00010" y="2957892"/>
            <a:ext cx="3391981" cy="942217"/>
          </a:xfrm>
          <a:prstGeom prst="rect">
            <a:avLst/>
          </a:prstGeom>
        </p:spPr>
      </p:pic>
    </p:spTree>
    <p:extLst>
      <p:ext uri="{BB962C8B-B14F-4D97-AF65-F5344CB8AC3E}">
        <p14:creationId xmlns:p14="http://schemas.microsoft.com/office/powerpoint/2010/main" val="384649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676656" y="1998134"/>
            <a:ext cx="4663440" cy="3767328"/>
          </a:xfrm>
        </p:spPr>
        <p:txBody>
          <a:bodyPr rtlCol="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011330" y="1998134"/>
            <a:ext cx="4663440" cy="3767328"/>
          </a:xfrm>
        </p:spPr>
        <p:txBody>
          <a:bodyPr rtlCol="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ítulo 9"/>
          <p:cNvSpPr>
            <a:spLocks noGrp="1"/>
          </p:cNvSpPr>
          <p:nvPr>
            <p:ph type="title"/>
          </p:nvPr>
        </p:nvSpPr>
        <p:spPr/>
        <p:txBody>
          <a:bodyPr rtlCol="0"/>
          <a:lstStyle/>
          <a:p>
            <a:pPr rtl="0"/>
            <a:r>
              <a:rPr lang="es-ES" noProof="0"/>
              <a:t>Haga clic para modificar el estilo de título del patrón</a:t>
            </a:r>
          </a:p>
        </p:txBody>
      </p:sp>
      <p:sp>
        <p:nvSpPr>
          <p:cNvPr id="3" name="Marcador de texto 2"/>
          <p:cNvSpPr>
            <a:spLocks noGrp="1"/>
          </p:cNvSpPr>
          <p:nvPr>
            <p:ph type="body" idx="1"/>
          </p:nvPr>
        </p:nvSpPr>
        <p:spPr>
          <a:xfrm>
            <a:off x="676656" y="2040467"/>
            <a:ext cx="4663440" cy="723400"/>
          </a:xfrm>
        </p:spPr>
        <p:txBody>
          <a:bodyPr rtlCol="0"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676656" y="2753084"/>
            <a:ext cx="4663440" cy="3200400"/>
          </a:xfrm>
        </p:spPr>
        <p:txBody>
          <a:bodyPr rtlCol="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p:nvPr>
        </p:nvSpPr>
        <p:spPr>
          <a:xfrm>
            <a:off x="6007608" y="2038435"/>
            <a:ext cx="4663440" cy="722376"/>
          </a:xfrm>
        </p:spPr>
        <p:txBody>
          <a:bodyPr rtlCol="0"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007608" y="2750990"/>
            <a:ext cx="4663440" cy="3200400"/>
          </a:xfrm>
        </p:spPr>
        <p:txBody>
          <a:bodyPr rtlCol="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ítulo 5"/>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sp>
        <p:nvSpPr>
          <p:cNvPr id="2" name="Rectángulo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ítulo 8"/>
          <p:cNvSpPr>
            <a:spLocks noGrp="1"/>
          </p:cNvSpPr>
          <p:nvPr>
            <p:ph type="title"/>
          </p:nvPr>
        </p:nvSpPr>
        <p:spPr>
          <a:xfrm>
            <a:off x="8261404" y="542282"/>
            <a:ext cx="3383280" cy="1920240"/>
          </a:xfrm>
        </p:spPr>
        <p:txBody>
          <a:bodyPr rtlCol="0" anchor="b">
            <a:noAutofit/>
          </a:bodyPr>
          <a:lstStyle>
            <a:lvl1pPr>
              <a:lnSpc>
                <a:spcPct val="85000"/>
              </a:lnSpc>
              <a:defRPr sz="400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762000" y="762000"/>
            <a:ext cx="6096000" cy="4572000"/>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8275982" y="2511813"/>
            <a:ext cx="3398520" cy="3126987"/>
          </a:xfrm>
        </p:spPr>
        <p:txBody>
          <a:bodyPr rtlCol="0">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lvl1pPr>
              <a:defRPr>
                <a:solidFill>
                  <a:srgbClr val="FFFFFF">
                    <a:alpha val="20000"/>
                  </a:srgbClr>
                </a:solidFill>
              </a:defRPr>
            </a:lvl1pPr>
          </a:lstStyle>
          <a:p>
            <a:pPr rtl="0"/>
            <a:fld id="{4FAB73BC-B049-4115-A692-8D63A059BFB8}" type="slidenum">
              <a:rPr lang="es-ES" noProof="0" smtClean="0"/>
              <a:pPr rtl="0"/>
              <a:t>‹#›</a:t>
            </a:fld>
            <a:endParaRPr lang="es-E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leyenda">
    <p:bg>
      <p:bgPr>
        <a:solidFill>
          <a:schemeClr val="accent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49224" y="5418667"/>
            <a:ext cx="10780776" cy="613283"/>
          </a:xfrm>
        </p:spPr>
        <p:txBody>
          <a:bodyPr rtlCol="0" anchor="b">
            <a:normAutofit/>
          </a:bodyPr>
          <a:lstStyle>
            <a:lvl1pPr>
              <a:defRPr sz="3200" b="0">
                <a:solidFill>
                  <a:srgbClr val="FFFFFF"/>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0" y="0"/>
            <a:ext cx="12192000" cy="5330952"/>
          </a:xfrm>
          <a:solidFill>
            <a:schemeClr val="accent1">
              <a:lumMod val="40000"/>
              <a:lumOff val="60000"/>
            </a:schemeClr>
          </a:solidFill>
        </p:spPr>
        <p:txBody>
          <a:bodyPr rtlCol="0"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676656" y="5909735"/>
            <a:ext cx="9229344" cy="533400"/>
          </a:xfrm>
        </p:spPr>
        <p:txBody>
          <a:bodyPr rtlCol="0">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12" name="Marcador de fecha 11"/>
          <p:cNvSpPr>
            <a:spLocks noGrp="1"/>
          </p:cNvSpPr>
          <p:nvPr>
            <p:ph type="dt" sz="half" idx="10"/>
          </p:nvPr>
        </p:nvSpPr>
        <p:spPr/>
        <p:txBody>
          <a:bodyPr rtlCol="0"/>
          <a:lstStyle>
            <a:lvl1pPr>
              <a:defRPr>
                <a:solidFill>
                  <a:srgbClr val="FFFFFF">
                    <a:alpha val="80000"/>
                  </a:srgbClr>
                </a:solidFill>
              </a:defRPr>
            </a:lvl1pPr>
          </a:lstStyle>
          <a:p>
            <a:pPr rtl="0"/>
            <a:endParaRPr lang="es-ES" noProof="0"/>
          </a:p>
        </p:txBody>
      </p:sp>
      <p:sp>
        <p:nvSpPr>
          <p:cNvPr id="13" name="Marcador de pie de página 12"/>
          <p:cNvSpPr>
            <a:spLocks noGrp="1"/>
          </p:cNvSpPr>
          <p:nvPr>
            <p:ph type="ftr" sz="quarter" idx="11"/>
          </p:nvPr>
        </p:nvSpPr>
        <p:spPr/>
        <p:txBody>
          <a:bodyPr rtlCol="0"/>
          <a:lstStyle>
            <a:lvl1pPr>
              <a:defRPr>
                <a:solidFill>
                  <a:srgbClr val="FFFFFF">
                    <a:alpha val="80000"/>
                  </a:srgbClr>
                </a:solidFill>
              </a:defRPr>
            </a:lvl1pPr>
          </a:lstStyle>
          <a:p>
            <a:pPr rtl="0"/>
            <a:endParaRPr lang="es-ES" noProof="0"/>
          </a:p>
        </p:txBody>
      </p:sp>
      <p:sp>
        <p:nvSpPr>
          <p:cNvPr id="14" name="Marcador de número de diapositiva 13"/>
          <p:cNvSpPr>
            <a:spLocks noGrp="1"/>
          </p:cNvSpPr>
          <p:nvPr>
            <p:ph type="sldNum" sz="quarter" idx="12"/>
          </p:nvPr>
        </p:nvSpPr>
        <p:spPr/>
        <p:txBody>
          <a:bodyPr rtlCol="0"/>
          <a:lstStyle>
            <a:lvl1pPr>
              <a:defRPr>
                <a:solidFill>
                  <a:srgbClr val="FFFFFF">
                    <a:alpha val="25000"/>
                  </a:srgbClr>
                </a:solidFill>
              </a:defRPr>
            </a:lvl1pPr>
          </a:lstStyle>
          <a:p>
            <a:pPr rtl="0"/>
            <a:fld id="{4FAB73BC-B049-4115-A692-8D63A059BFB8}" type="slidenum">
              <a:rPr lang="es-ES" noProof="0" smtClean="0"/>
              <a:pPr rtl="0"/>
              <a:t>‹#›</a:t>
            </a:fld>
            <a:endParaRPr lang="es-ES" noProof="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43950" y="695325"/>
            <a:ext cx="2628900" cy="4800600"/>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771525" y="714375"/>
            <a:ext cx="7734300" cy="5400675"/>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4FAB73BC-B049-4115-A692-8D63A059BFB8}" type="slidenum">
              <a:rPr lang="es-ES" noProof="0" smtClean="0"/>
              <a:t>‹#›</a:t>
            </a:fld>
            <a:endParaRPr lang="es-E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pPr rtl="0"/>
            <a:endParaRPr lang="es-ES" noProof="0"/>
          </a:p>
        </p:txBody>
      </p:sp>
      <p:sp>
        <p:nvSpPr>
          <p:cNvPr id="5" name="Marcador de pie de página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pPr rtl="0"/>
            <a:endParaRPr lang="es-ES" noProof="0"/>
          </a:p>
        </p:txBody>
      </p:sp>
      <p:sp>
        <p:nvSpPr>
          <p:cNvPr id="6" name="Marcador de posición de número de diapositiva 5"/>
          <p:cNvSpPr>
            <a:spLocks noGrp="1"/>
          </p:cNvSpPr>
          <p:nvPr>
            <p:ph type="sldNum" sz="quarter" idx="4"/>
          </p:nvPr>
        </p:nvSpPr>
        <p:spPr>
          <a:xfrm>
            <a:off x="9962146" y="6179418"/>
            <a:ext cx="2229853" cy="678581"/>
          </a:xfrm>
          <a:prstGeom prst="rect">
            <a:avLst/>
          </a:prstGeom>
        </p:spPr>
        <p:txBody>
          <a:bodyPr vert="horz" lIns="91440" tIns="45720" rIns="91440" bIns="45720" rtlCol="0" anchor="b"/>
          <a:lstStyle>
            <a:lvl1pPr algn="r">
              <a:defRPr sz="2400" b="0">
                <a:ln>
                  <a:noFill/>
                </a:ln>
                <a:solidFill>
                  <a:schemeClr val="accent1">
                    <a:alpha val="25000"/>
                  </a:schemeClr>
                </a:solidFill>
                <a:latin typeface="Century Gothic" panose="020B0502020202020204" pitchFamily="34" charset="0"/>
              </a:defRPr>
            </a:lvl1pPr>
          </a:lstStyle>
          <a:p>
            <a:fld id="{4FAB73BC-B049-4115-A692-8D63A059BFB8}" type="slidenum">
              <a:rPr lang="es-ES" smtClean="0"/>
              <a:pPr/>
              <a:t>‹#›</a:t>
            </a:fld>
            <a:endParaRPr lang="es-E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52"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Lst>
  <p:hf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10">
            <a:extLst>
              <a:ext uri="{FF2B5EF4-FFF2-40B4-BE49-F238E27FC236}">
                <a16:creationId xmlns:a16="http://schemas.microsoft.com/office/drawing/2014/main" id="{6BDC0A34-EAEA-9011-E334-A2D9C9E129A9}"/>
              </a:ext>
            </a:extLst>
          </p:cNvPr>
          <p:cNvSpPr txBox="1"/>
          <p:nvPr/>
        </p:nvSpPr>
        <p:spPr>
          <a:xfrm>
            <a:off x="306070" y="3357177"/>
            <a:ext cx="6724765" cy="320601"/>
          </a:xfrm>
          <a:prstGeom prst="rect">
            <a:avLst/>
          </a:prstGeom>
        </p:spPr>
        <p:txBody>
          <a:bodyPr vert="horz" wrap="square" lIns="0" tIns="12700" rIns="0" bIns="0" rtlCol="0">
            <a:spAutoFit/>
          </a:bodyPr>
          <a:lstStyle/>
          <a:p>
            <a:pPr marL="12700">
              <a:spcBef>
                <a:spcPts val="100"/>
              </a:spcBef>
            </a:pPr>
            <a:r>
              <a:rPr lang="es-MX" sz="2000" b="1">
                <a:solidFill>
                  <a:schemeClr val="bg1"/>
                </a:solidFill>
                <a:latin typeface="Century Gothic" panose="020B0502020202020204" pitchFamily="34" charset="0"/>
              </a:rPr>
              <a:t>Derivatives</a:t>
            </a:r>
            <a:endParaRPr lang="en-US" sz="2000" b="1">
              <a:solidFill>
                <a:schemeClr val="bg1"/>
              </a:solidFill>
              <a:latin typeface="Century Gothic" panose="020B0502020202020204" pitchFamily="34" charset="0"/>
            </a:endParaRPr>
          </a:p>
        </p:txBody>
      </p:sp>
      <p:cxnSp>
        <p:nvCxnSpPr>
          <p:cNvPr id="5" name="Conector recto 9">
            <a:extLst>
              <a:ext uri="{FF2B5EF4-FFF2-40B4-BE49-F238E27FC236}">
                <a16:creationId xmlns:a16="http://schemas.microsoft.com/office/drawing/2014/main" id="{7E7E838D-0B0B-0A7C-DADF-0E6CCCB4A0FB}"/>
              </a:ext>
            </a:extLst>
          </p:cNvPr>
          <p:cNvCxnSpPr>
            <a:cxnSpLocks/>
          </p:cNvCxnSpPr>
          <p:nvPr/>
        </p:nvCxnSpPr>
        <p:spPr>
          <a:xfrm>
            <a:off x="243161" y="3294816"/>
            <a:ext cx="77183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Conector recto 10">
            <a:extLst>
              <a:ext uri="{FF2B5EF4-FFF2-40B4-BE49-F238E27FC236}">
                <a16:creationId xmlns:a16="http://schemas.microsoft.com/office/drawing/2014/main" id="{FD89421F-0414-D6A4-6D53-514418E1E019}"/>
              </a:ext>
            </a:extLst>
          </p:cNvPr>
          <p:cNvCxnSpPr>
            <a:cxnSpLocks/>
          </p:cNvCxnSpPr>
          <p:nvPr/>
        </p:nvCxnSpPr>
        <p:spPr>
          <a:xfrm>
            <a:off x="243161" y="4006022"/>
            <a:ext cx="77183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uadroTexto 13">
            <a:extLst>
              <a:ext uri="{FF2B5EF4-FFF2-40B4-BE49-F238E27FC236}">
                <a16:creationId xmlns:a16="http://schemas.microsoft.com/office/drawing/2014/main" id="{F567CBE1-81D7-343E-5098-5CC3B99ABD8A}"/>
              </a:ext>
            </a:extLst>
          </p:cNvPr>
          <p:cNvSpPr txBox="1"/>
          <p:nvPr/>
        </p:nvSpPr>
        <p:spPr>
          <a:xfrm>
            <a:off x="9265920" y="5403323"/>
            <a:ext cx="2926080" cy="150041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50" b="1"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Enrique Covarrubias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ecovarrubias@actinver.com.mx</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Tel. 01 (55) 1103-6600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Ext. 1061</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MX" sz="1050" b="1" i="0" u="none" strike="noStrike" kern="1200" cap="none" spc="0" normalizeH="0" baseline="0" noProof="0">
              <a:ln>
                <a:noFill/>
              </a:ln>
              <a:solidFill>
                <a:schemeClr val="bg1"/>
              </a:solidFill>
              <a:effectLst/>
              <a:uLnTx/>
              <a:uFillTx/>
              <a:latin typeface="Century Gothic" panose="020B0502020202020204" pitchFamily="34"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50" b="1"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Gustavo Muñoz</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gumunoz@actinver.com.mx</a:t>
            </a:r>
          </a:p>
          <a:p>
            <a:pPr algn="r" defTabSz="914400">
              <a:defRPr/>
            </a:pPr>
            <a:r>
              <a:rPr lang="es-MX" sz="1000">
                <a:solidFill>
                  <a:schemeClr val="bg1"/>
                </a:solidFill>
                <a:latin typeface="Century Gothic" panose="020B0502020202020204" pitchFamily="34" charset="0"/>
              </a:rPr>
              <a:t>Tel. 01 (55) 1103-6600 </a:t>
            </a:r>
            <a:endPar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Ext. 2466 </a:t>
            </a:r>
          </a:p>
        </p:txBody>
      </p:sp>
    </p:spTree>
    <p:extLst>
      <p:ext uri="{BB962C8B-B14F-4D97-AF65-F5344CB8AC3E}">
        <p14:creationId xmlns:p14="http://schemas.microsoft.com/office/powerpoint/2010/main" val="3390813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2C0A-4DE0-E963-9FF3-B976BE6DDF14}"/>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D3B7DF24-CE14-749E-3C95-59134CAB71CE}"/>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8814CE18-2726-BBDE-B3A0-FBC32267343D}"/>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 General</a:t>
            </a:r>
          </a:p>
        </p:txBody>
      </p:sp>
      <p:sp>
        <p:nvSpPr>
          <p:cNvPr id="39" name="Slide Number Placeholder 38">
            <a:extLst>
              <a:ext uri="{FF2B5EF4-FFF2-40B4-BE49-F238E27FC236}">
                <a16:creationId xmlns:a16="http://schemas.microsoft.com/office/drawing/2014/main" id="{79355100-AD8E-B403-E2C1-84C9370BB5B2}"/>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2</a:t>
            </a:fld>
            <a:endParaRPr lang="es-ES"/>
          </a:p>
        </p:txBody>
      </p:sp>
      <p:sp>
        <p:nvSpPr>
          <p:cNvPr id="5" name="TextBox 4">
            <a:extLst>
              <a:ext uri="{FF2B5EF4-FFF2-40B4-BE49-F238E27FC236}">
                <a16:creationId xmlns:a16="http://schemas.microsoft.com/office/drawing/2014/main" id="{7899294C-BF21-9EF4-B2D0-8ACB4955F768}"/>
              </a:ext>
            </a:extLst>
          </p:cNvPr>
          <p:cNvSpPr txBox="1"/>
          <p:nvPr/>
        </p:nvSpPr>
        <p:spPr>
          <a:xfrm>
            <a:off x="567472" y="1549116"/>
            <a:ext cx="10289137" cy="2800767"/>
          </a:xfrm>
          <a:prstGeom prst="rect">
            <a:avLst/>
          </a:prstGeom>
          <a:noFill/>
        </p:spPr>
        <p:txBody>
          <a:bodyPr wrap="square">
            <a:spAutoFit/>
          </a:bodyPr>
          <a:lstStyle/>
          <a:p>
            <a:pPr marL="285750" indent="-285750">
              <a:buFont typeface="Arial" panose="020B0604020202020204" pitchFamily="34" charset="0"/>
              <a:buChar char="•"/>
            </a:pPr>
            <a:r>
              <a:rPr lang="es-MX" sz="1600" b="1">
                <a:solidFill>
                  <a:srgbClr val="2EAFC0"/>
                </a:solidFill>
                <a:latin typeface="Century Gothic" panose="020B0502020202020204" pitchFamily="34" charset="0"/>
              </a:rPr>
              <a:t>In </a:t>
            </a:r>
            <a:r>
              <a:rPr lang="es-MX" sz="1600" b="1" err="1">
                <a:solidFill>
                  <a:srgbClr val="2EAFC0"/>
                </a:solidFill>
                <a:latin typeface="Century Gothic" panose="020B0502020202020204" pitchFamily="34" charset="0"/>
              </a:rPr>
              <a:t>multiple</a:t>
            </a:r>
            <a:r>
              <a:rPr lang="es-MX" sz="1600" b="1">
                <a:solidFill>
                  <a:srgbClr val="2EAFC0"/>
                </a:solidFill>
                <a:latin typeface="Century Gothic" panose="020B0502020202020204" pitchFamily="34" charset="0"/>
              </a:rPr>
              <a:t> step cases, </a:t>
            </a:r>
            <a:r>
              <a:rPr lang="es-MX" sz="1600" b="1" err="1">
                <a:solidFill>
                  <a:srgbClr val="2EAFC0"/>
                </a:solidFill>
                <a:latin typeface="Century Gothic" panose="020B0502020202020204" pitchFamily="34" charset="0"/>
              </a:rPr>
              <a:t>An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option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priced</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by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starting</a:t>
            </a:r>
            <a:r>
              <a:rPr lang="es-MX" sz="1600" b="1">
                <a:solidFill>
                  <a:srgbClr val="2EAFC0"/>
                </a:solidFill>
                <a:latin typeface="Century Gothic" panose="020B0502020202020204" pitchFamily="34" charset="0"/>
              </a:rPr>
              <a:t>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end</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tree</a:t>
            </a:r>
            <a:r>
              <a:rPr lang="es-MX" sz="1600" b="1">
                <a:solidFill>
                  <a:srgbClr val="2EAFC0"/>
                </a:solidFill>
                <a:latin typeface="Century Gothic" panose="020B0502020202020204" pitchFamily="34" charset="0"/>
              </a:rPr>
              <a:t> and </a:t>
            </a:r>
            <a:r>
              <a:rPr lang="es-MX" sz="1600" b="1" err="1">
                <a:solidFill>
                  <a:srgbClr val="2EAFC0"/>
                </a:solidFill>
                <a:latin typeface="Century Gothic" panose="020B0502020202020204" pitchFamily="34" charset="0"/>
              </a:rPr>
              <a:t>recursicvely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moving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backwards</a:t>
            </a: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r>
            <a:r>
              <a:rPr lang="en-US" sz="1600">
                <a:latin typeface="Century Gothic" panose="020B0502020202020204" pitchFamily="34" charset="0"/>
              </a:rPr>
              <a:t>For a 6-month European put option on a stock, you are given:</a:t>
            </a:r>
          </a:p>
          <a:p>
            <a:pPr marL="400050" indent="-400050">
              <a:buAutoNum type="romanLcParenBoth"/>
            </a:pPr>
            <a:r>
              <a:rPr lang="en-US" sz="1600">
                <a:latin typeface="Century Gothic" panose="020B0502020202020204" pitchFamily="34" charset="0"/>
              </a:rPr>
              <a:t>The stock price is 150.</a:t>
            </a:r>
          </a:p>
          <a:p>
            <a:pPr marL="400050" indent="-400050">
              <a:buAutoNum type="romanLcParenBoth"/>
            </a:pPr>
            <a:r>
              <a:rPr lang="en-US" sz="1600">
                <a:latin typeface="Century Gothic" panose="020B0502020202020204" pitchFamily="34" charset="0"/>
              </a:rPr>
              <a:t>The strike price is 160. </a:t>
            </a:r>
          </a:p>
          <a:p>
            <a:pPr marL="400050" indent="-400050">
              <a:buAutoNum type="romanLcParenBoth"/>
            </a:pPr>
            <a:r>
              <a:rPr lang="en-US" sz="1600">
                <a:latin typeface="Century Gothic" panose="020B0502020202020204" pitchFamily="34" charset="0"/>
              </a:rPr>
              <a:t>𝑢 = 1.3 and 𝑑=0.7 </a:t>
            </a:r>
          </a:p>
          <a:p>
            <a:pPr marL="400050" indent="-400050">
              <a:buAutoNum type="romanLcParenBoth"/>
            </a:pPr>
            <a:r>
              <a:rPr lang="en-US" sz="1600">
                <a:latin typeface="Century Gothic" panose="020B0502020202020204" pitchFamily="34" charset="0"/>
              </a:rPr>
              <a:t>The continuously compounded risk-free rate is 6%. </a:t>
            </a:r>
          </a:p>
          <a:p>
            <a:pPr marL="400050" indent="-400050">
              <a:buAutoNum type="romanLcParenBoth"/>
            </a:pPr>
            <a:r>
              <a:rPr lang="en-US" sz="1600">
                <a:latin typeface="Century Gothic" panose="020B0502020202020204" pitchFamily="34" charset="0"/>
              </a:rPr>
              <a:t>There are no dividends.</a:t>
            </a:r>
            <a:endParaRPr lang="es-MX" sz="1600">
              <a:latin typeface="Century Gothic" panose="020B0502020202020204" pitchFamily="34" charset="0"/>
            </a:endParaRPr>
          </a:p>
          <a:p>
            <a:pPr marL="285750" indent="-285750">
              <a:buFont typeface="Arial" panose="020B0604020202020204" pitchFamily="34" charset="0"/>
              <a:buChar char="•"/>
            </a:pP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CF32B1A-0CDB-88E2-5AE0-68E403B98D79}"/>
                  </a:ext>
                </a:extLst>
              </p14:cNvPr>
              <p14:cNvContentPartPr/>
              <p14:nvPr/>
            </p14:nvContentPartPr>
            <p14:xfrm>
              <a:off x="2033280" y="3543840"/>
              <a:ext cx="9280440" cy="3166560"/>
            </p14:xfrm>
          </p:contentPart>
        </mc:Choice>
        <mc:Fallback>
          <p:pic>
            <p:nvPicPr>
              <p:cNvPr id="2" name="Ink 1">
                <a:extLst>
                  <a:ext uri="{FF2B5EF4-FFF2-40B4-BE49-F238E27FC236}">
                    <a16:creationId xmlns:a16="http://schemas.microsoft.com/office/drawing/2014/main" id="{8CF32B1A-0CDB-88E2-5AE0-68E403B98D79}"/>
                  </a:ext>
                </a:extLst>
              </p:cNvPr>
              <p:cNvPicPr/>
              <p:nvPr/>
            </p:nvPicPr>
            <p:blipFill>
              <a:blip r:embed="rId3"/>
              <a:stretch>
                <a:fillRect/>
              </a:stretch>
            </p:blipFill>
            <p:spPr>
              <a:xfrm>
                <a:off x="2023920" y="3534480"/>
                <a:ext cx="9299160" cy="3185280"/>
              </a:xfrm>
              <a:prstGeom prst="rect">
                <a:avLst/>
              </a:prstGeom>
            </p:spPr>
          </p:pic>
        </mc:Fallback>
      </mc:AlternateContent>
    </p:spTree>
    <p:extLst>
      <p:ext uri="{BB962C8B-B14F-4D97-AF65-F5344CB8AC3E}">
        <p14:creationId xmlns:p14="http://schemas.microsoft.com/office/powerpoint/2010/main" val="25855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02474-292F-7D36-7ED5-778AFC8A3449}"/>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A34EEFC0-5D61-316F-A078-8654ECEF8088}"/>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75FD7A3C-AABF-F7ED-1A39-E345FE540219}"/>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 General</a:t>
            </a:r>
          </a:p>
        </p:txBody>
      </p:sp>
      <p:sp>
        <p:nvSpPr>
          <p:cNvPr id="39" name="Slide Number Placeholder 38">
            <a:extLst>
              <a:ext uri="{FF2B5EF4-FFF2-40B4-BE49-F238E27FC236}">
                <a16:creationId xmlns:a16="http://schemas.microsoft.com/office/drawing/2014/main" id="{3C564059-10BA-E76C-1E39-37C63AA6DB7C}"/>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3</a:t>
            </a:fld>
            <a:endParaRPr lang="es-ES"/>
          </a:p>
        </p:txBody>
      </p:sp>
      <p:sp>
        <p:nvSpPr>
          <p:cNvPr id="5" name="TextBox 4">
            <a:extLst>
              <a:ext uri="{FF2B5EF4-FFF2-40B4-BE49-F238E27FC236}">
                <a16:creationId xmlns:a16="http://schemas.microsoft.com/office/drawing/2014/main" id="{F37BC9C9-7695-1E9A-F1BA-447FA8B49674}"/>
              </a:ext>
            </a:extLst>
          </p:cNvPr>
          <p:cNvSpPr txBox="1"/>
          <p:nvPr/>
        </p:nvSpPr>
        <p:spPr>
          <a:xfrm>
            <a:off x="579504" y="1407801"/>
            <a:ext cx="10289137" cy="830997"/>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developed</a:t>
            </a:r>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class</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ED0A220-F044-3E64-ADCE-1927360EDC33}"/>
                  </a:ext>
                </a:extLst>
              </p14:cNvPr>
              <p14:cNvContentPartPr/>
              <p14:nvPr/>
            </p14:nvContentPartPr>
            <p14:xfrm>
              <a:off x="775080" y="1367280"/>
              <a:ext cx="11302200" cy="4979880"/>
            </p14:xfrm>
          </p:contentPart>
        </mc:Choice>
        <mc:Fallback>
          <p:pic>
            <p:nvPicPr>
              <p:cNvPr id="2" name="Ink 1">
                <a:extLst>
                  <a:ext uri="{FF2B5EF4-FFF2-40B4-BE49-F238E27FC236}">
                    <a16:creationId xmlns:a16="http://schemas.microsoft.com/office/drawing/2014/main" id="{DED0A220-F044-3E64-ADCE-1927360EDC33}"/>
                  </a:ext>
                </a:extLst>
              </p:cNvPr>
              <p:cNvPicPr/>
              <p:nvPr/>
            </p:nvPicPr>
            <p:blipFill>
              <a:blip r:embed="rId3"/>
              <a:stretch>
                <a:fillRect/>
              </a:stretch>
            </p:blipFill>
            <p:spPr>
              <a:xfrm>
                <a:off x="765720" y="1357920"/>
                <a:ext cx="11320920" cy="4998600"/>
              </a:xfrm>
              <a:prstGeom prst="rect">
                <a:avLst/>
              </a:prstGeom>
            </p:spPr>
          </p:pic>
        </mc:Fallback>
      </mc:AlternateContent>
    </p:spTree>
    <p:extLst>
      <p:ext uri="{BB962C8B-B14F-4D97-AF65-F5344CB8AC3E}">
        <p14:creationId xmlns:p14="http://schemas.microsoft.com/office/powerpoint/2010/main" val="588838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040E9-90A5-4824-5226-E66C2ABB9C70}"/>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B149F0C4-9A1C-3BF8-5999-6ED06FBCB956}"/>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6687533B-4B25-AE73-04C4-C57029BC1665}"/>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 General</a:t>
            </a:r>
          </a:p>
        </p:txBody>
      </p:sp>
      <p:sp>
        <p:nvSpPr>
          <p:cNvPr id="39" name="Slide Number Placeholder 38">
            <a:extLst>
              <a:ext uri="{FF2B5EF4-FFF2-40B4-BE49-F238E27FC236}">
                <a16:creationId xmlns:a16="http://schemas.microsoft.com/office/drawing/2014/main" id="{CB26420D-0AC7-E79C-088B-17988F80C867}"/>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4</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FBD34FC-6E85-784B-47EF-07154342B270}"/>
                  </a:ext>
                </a:extLst>
              </p:cNvPr>
              <p:cNvSpPr txBox="1"/>
              <p:nvPr/>
            </p:nvSpPr>
            <p:spPr>
              <a:xfrm>
                <a:off x="579504" y="1343716"/>
                <a:ext cx="10289137" cy="2554545"/>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For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European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options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with</a:t>
                </a:r>
                <a:r>
                  <a:rPr lang="es-MX" sz="1600" b="1">
                    <a:solidFill>
                      <a:srgbClr val="2EAFC0"/>
                    </a:solidFill>
                    <a:latin typeface="Century Gothic" panose="020B0502020202020204" pitchFamily="34" charset="0"/>
                  </a:rPr>
                  <a:t> no </a:t>
                </a:r>
                <a:r>
                  <a:rPr lang="es-MX" sz="1600" b="1" err="1">
                    <a:solidFill>
                      <a:srgbClr val="2EAFC0"/>
                    </a:solidFill>
                    <a:latin typeface="Century Gothic" panose="020B0502020202020204" pitchFamily="34" charset="0"/>
                  </a:rPr>
                  <a:t>early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expiration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there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a </a:t>
                </a:r>
                <a:r>
                  <a:rPr lang="es-MX" sz="1600" b="1" err="1">
                    <a:solidFill>
                      <a:srgbClr val="2EAFC0"/>
                    </a:solidFill>
                    <a:latin typeface="Century Gothic" panose="020B0502020202020204" pitchFamily="34" charset="0"/>
                  </a:rPr>
                  <a:t>way</a:t>
                </a:r>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which</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can compute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price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option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without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computing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intermediate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nodes</a:t>
                </a:r>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distribution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ending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a binomial </a:t>
                </a:r>
                <a:r>
                  <a:rPr lang="es-MX" sz="1600" b="1" err="1">
                    <a:solidFill>
                      <a:srgbClr val="2EAFC0"/>
                    </a:solidFill>
                    <a:latin typeface="Century Gothic" panose="020B0502020202020204" pitchFamily="34" charset="0"/>
                  </a:rPr>
                  <a:t>distribution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with</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parameters</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𝒏</m:t>
                    </m:r>
                  </m:oMath>
                </a14:m>
                <a:r>
                  <a:rPr lang="es-MX" sz="1600">
                    <a:latin typeface="Century Gothic" panose="020B0502020202020204" pitchFamily="34" charset="0"/>
                  </a:rPr>
                  <a:t> </a:t>
                </a:r>
                <a:r>
                  <a:rPr lang="es-MX" sz="1600" b="1">
                    <a:solidFill>
                      <a:srgbClr val="2EAFC0"/>
                    </a:solidFill>
                    <a:latin typeface="Century Gothic" panose="020B0502020202020204" pitchFamily="34" charset="0"/>
                  </a:rPr>
                  <a:t>as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numbre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periods</a:t>
                </a:r>
                <a:r>
                  <a:rPr lang="es-MX"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𝒒</m:t>
                    </m:r>
                    <m:r>
                      <a:rPr lang="es-MX" sz="1600" b="1" i="1" smtClean="0">
                        <a:solidFill>
                          <a:srgbClr val="2EAFC0"/>
                        </a:solidFill>
                        <a:latin typeface="Cambria Math" panose="02040503050406030204" pitchFamily="18" charset="0"/>
                      </a:rPr>
                      <m:t>=</m:t>
                    </m:r>
                    <m:sSup>
                      <m:sSupPr>
                        <m:ctrlPr>
                          <a:rPr lang="es-MX" sz="1600" b="1" i="1" smtClean="0">
                            <a:solidFill>
                              <a:srgbClr val="2EAFC0"/>
                            </a:solidFill>
                            <a:latin typeface="Cambria Math" panose="02040503050406030204" pitchFamily="18" charset="0"/>
                          </a:rPr>
                        </m:ctrlPr>
                      </m:sSupPr>
                      <m:e>
                        <m:r>
                          <a:rPr lang="es-MX" sz="1600" b="1" i="1" smtClean="0">
                            <a:solidFill>
                              <a:srgbClr val="2EAFC0"/>
                            </a:solidFill>
                            <a:latin typeface="Cambria Math" panose="02040503050406030204" pitchFamily="18" charset="0"/>
                          </a:rPr>
                          <m:t>𝒑</m:t>
                        </m:r>
                      </m:e>
                      <m:sup>
                        <m:r>
                          <a:rPr lang="es-MX" sz="1600" b="1" i="1" smtClean="0">
                            <a:solidFill>
                              <a:srgbClr val="2EAFC0"/>
                            </a:solidFill>
                            <a:latin typeface="Cambria Math" panose="02040503050406030204" pitchFamily="18" charset="0"/>
                          </a:rPr>
                          <m:t>∗</m:t>
                        </m:r>
                      </m:sup>
                    </m:sSup>
                    <m:r>
                      <a:rPr lang="es-MX" sz="1600" b="1" i="1" smtClean="0">
                        <a:solidFill>
                          <a:srgbClr val="2EAFC0"/>
                        </a:solidFill>
                        <a:latin typeface="Cambria Math" panose="02040503050406030204" pitchFamily="18" charset="0"/>
                      </a:rPr>
                      <m:t> </m:t>
                    </m:r>
                  </m:oMath>
                </a14:m>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risk</a:t>
                </a:r>
                <a:r>
                  <a:rPr lang="es-MX" sz="1600" b="1">
                    <a:solidFill>
                      <a:srgbClr val="2EAFC0"/>
                    </a:solidFill>
                    <a:latin typeface="Century Gothic" panose="020B0502020202020204" pitchFamily="34" charset="0"/>
                  </a:rPr>
                  <a:t> neutral </a:t>
                </a:r>
                <a:r>
                  <a:rPr lang="es-MX" sz="1600" b="1" err="1">
                    <a:solidFill>
                      <a:srgbClr val="2EAFC0"/>
                    </a:solidFill>
                    <a:latin typeface="Century Gothic" panose="020B0502020202020204" pitchFamily="34" charset="0"/>
                  </a:rPr>
                  <a:t>probability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an</a:t>
                </a:r>
                <a:r>
                  <a:rPr lang="es-MX" sz="1600" b="1">
                    <a:solidFill>
                      <a:srgbClr val="2EAFC0"/>
                    </a:solidFill>
                    <a:latin typeface="Century Gothic" panose="020B0502020202020204" pitchFamily="34" charset="0"/>
                  </a:rPr>
                  <a:t> up-</a:t>
                </a:r>
                <a:r>
                  <a:rPr lang="es-MX" sz="1600" b="1" err="1">
                    <a:solidFill>
                      <a:srgbClr val="2EAFC0"/>
                    </a:solidFill>
                    <a:latin typeface="Century Gothic" panose="020B0502020202020204" pitchFamily="34" charset="0"/>
                  </a:rPr>
                  <a:t>move</a:t>
                </a:r>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Thus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calculate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expected</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value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ending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using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this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distribution</a:t>
                </a:r>
                <a:r>
                  <a:rPr lang="es-MX" sz="1600" b="1">
                    <a:solidFill>
                      <a:srgbClr val="2EAFC0"/>
                    </a:solidFill>
                    <a:latin typeface="Century Gothic" panose="020B0502020202020204" pitchFamily="34" charset="0"/>
                  </a:rPr>
                  <a:t> and </a:t>
                </a:r>
                <a:r>
                  <a:rPr lang="es-MX" sz="1600" b="1" err="1">
                    <a:solidFill>
                      <a:srgbClr val="2EAFC0"/>
                    </a:solidFill>
                    <a:latin typeface="Century Gothic" panose="020B0502020202020204" pitchFamily="34" charset="0"/>
                  </a:rPr>
                  <a:t>then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discount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for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full </a:t>
                </a:r>
                <a:r>
                  <a:rPr lang="es-MX" sz="1600" b="1" err="1">
                    <a:solidFill>
                      <a:srgbClr val="2EAFC0"/>
                    </a:solidFill>
                    <a:latin typeface="Century Gothic" panose="020B0502020202020204" pitchFamily="34" charset="0"/>
                  </a:rPr>
                  <a:t>period</a:t>
                </a:r>
                <a:r>
                  <a:rPr lang="es-MX" sz="1600" b="1">
                    <a:solidFill>
                      <a:srgbClr val="2EAFC0"/>
                    </a:solidFill>
                    <a:latin typeface="Century Gothic" panose="020B0502020202020204" pitchFamily="34" charset="0"/>
                  </a:rPr>
                  <a:t>….</a:t>
                </a:r>
              </a:p>
              <a:p>
                <a:endParaRPr lang="es-MX" sz="1600" b="1">
                  <a:solidFill>
                    <a:srgbClr val="2EAFC0"/>
                  </a:solidFill>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0FBD34FC-6E85-784B-47EF-07154342B270}"/>
                  </a:ext>
                </a:extLst>
              </p:cNvPr>
              <p:cNvSpPr txBox="1">
                <a:spLocks noRot="1" noChangeAspect="1" noMove="1" noResize="1" noEditPoints="1" noAdjustHandles="1" noChangeArrowheads="1" noChangeShapeType="1" noTextEdit="1"/>
              </p:cNvSpPr>
              <p:nvPr/>
            </p:nvSpPr>
            <p:spPr>
              <a:xfrm>
                <a:off x="579504" y="1343716"/>
                <a:ext cx="10289137" cy="2554545"/>
              </a:xfrm>
              <a:prstGeom prst="rect">
                <a:avLst/>
              </a:prstGeom>
              <a:blipFill>
                <a:blip r:embed="rId2"/>
                <a:stretch>
                  <a:fillRect l="-23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87A20D0-718B-DDA4-AA3A-D563E7819AFE}"/>
                  </a:ext>
                </a:extLst>
              </p:cNvPr>
              <p:cNvSpPr txBox="1"/>
              <p:nvPr/>
            </p:nvSpPr>
            <p:spPr>
              <a:xfrm>
                <a:off x="6285094" y="3898261"/>
                <a:ext cx="5576441" cy="2308324"/>
              </a:xfrm>
              <a:prstGeom prst="rect">
                <a:avLst/>
              </a:prstGeom>
              <a:noFill/>
            </p:spPr>
            <p:txBody>
              <a:bodyPr wrap="square">
                <a:spAutoFit/>
              </a:bodyPr>
              <a:lstStyle/>
              <a:p>
                <a:r>
                  <a:rPr lang="en-US"/>
                  <a:t>For a 6-month European put option on a non dividend paying stock:</a:t>
                </a:r>
              </a:p>
              <a:p>
                <a:endParaRPr lang="en-US"/>
              </a:p>
              <a:p>
                <a:pPr marL="400050" indent="-400050">
                  <a:buAutoNum type="romanLcParenBoth"/>
                </a:pPr>
                <a:r>
                  <a:rPr lang="en-US"/>
                  <a:t>The stock’s price is currently 150.</a:t>
                </a:r>
              </a:p>
              <a:p>
                <a:pPr marL="400050" indent="-400050">
                  <a:buAutoNum type="romanLcParenBoth"/>
                </a:pPr>
                <a:r>
                  <a:rPr lang="es-MX" b="0"/>
                  <a:t> </a:t>
                </a:r>
                <a14:m>
                  <m:oMath xmlns:m="http://schemas.openxmlformats.org/officeDocument/2006/math">
                    <m:r>
                      <a:rPr lang="es-MX" b="0" i="1" smtClean="0">
                        <a:latin typeface="Cambria Math" panose="02040503050406030204" pitchFamily="18" charset="0"/>
                      </a:rPr>
                      <m:t>𝑢</m:t>
                    </m:r>
                    <m:r>
                      <a:rPr lang="es-MX" b="0" i="1" smtClean="0">
                        <a:latin typeface="Cambria Math" panose="02040503050406030204" pitchFamily="18" charset="0"/>
                      </a:rPr>
                      <m:t>=1.3</m:t>
                    </m:r>
                  </m:oMath>
                </a14:m>
                <a:r>
                  <a:rPr lang="en-US"/>
                  <a:t> and </a:t>
                </a:r>
                <a14:m>
                  <m:oMath xmlns:m="http://schemas.openxmlformats.org/officeDocument/2006/math">
                    <m:r>
                      <a:rPr lang="es-MX" b="0" i="1" smtClean="0">
                        <a:latin typeface="Cambria Math" panose="02040503050406030204" pitchFamily="18" charset="0"/>
                      </a:rPr>
                      <m:t>𝑑</m:t>
                    </m:r>
                    <m:r>
                      <a:rPr lang="es-MX" b="0" i="1" smtClean="0">
                        <a:latin typeface="Cambria Math" panose="02040503050406030204" pitchFamily="18" charset="0"/>
                      </a:rPr>
                      <m:t>=0.7</m:t>
                    </m:r>
                  </m:oMath>
                </a14:m>
                <a:r>
                  <a:rPr lang="en-US"/>
                  <a:t>. </a:t>
                </a:r>
              </a:p>
              <a:p>
                <a:pPr marL="400050" indent="-400050">
                  <a:buAutoNum type="romanLcParenBoth"/>
                </a:pPr>
                <a:r>
                  <a:rPr lang="en-US"/>
                  <a:t>The strike price is 160. </a:t>
                </a:r>
              </a:p>
              <a:p>
                <a:pPr marL="400050" indent="-400050">
                  <a:buAutoNum type="romanLcParenBoth"/>
                </a:pPr>
                <a:r>
                  <a:rPr lang="en-US"/>
                  <a:t>The continuously compounded risk-free rate is 6%.</a:t>
                </a:r>
              </a:p>
              <a:p>
                <a:pPr marL="400050" indent="-400050">
                  <a:buAutoNum type="romanLcParenBoth"/>
                </a:pPr>
                <a:r>
                  <a:rPr lang="en-US"/>
                  <a:t>The option is modeled with a 2-period binomial tree</a:t>
                </a:r>
              </a:p>
            </p:txBody>
          </p:sp>
        </mc:Choice>
        <mc:Fallback>
          <p:sp>
            <p:nvSpPr>
              <p:cNvPr id="2" name="TextBox 1">
                <a:extLst>
                  <a:ext uri="{FF2B5EF4-FFF2-40B4-BE49-F238E27FC236}">
                    <a16:creationId xmlns:a16="http://schemas.microsoft.com/office/drawing/2014/main" id="{087A20D0-718B-DDA4-AA3A-D563E7819AFE}"/>
                  </a:ext>
                </a:extLst>
              </p:cNvPr>
              <p:cNvSpPr txBox="1">
                <a:spLocks noRot="1" noChangeAspect="1" noMove="1" noResize="1" noEditPoints="1" noAdjustHandles="1" noChangeArrowheads="1" noChangeShapeType="1" noTextEdit="1"/>
              </p:cNvSpPr>
              <p:nvPr/>
            </p:nvSpPr>
            <p:spPr>
              <a:xfrm>
                <a:off x="6285094" y="3898261"/>
                <a:ext cx="5576441" cy="2308324"/>
              </a:xfrm>
              <a:prstGeom prst="rect">
                <a:avLst/>
              </a:prstGeom>
              <a:blipFill>
                <a:blip r:embed="rId3"/>
                <a:stretch>
                  <a:fillRect l="-874" t="-1319" b="-31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0AAD03E-32B9-0A7F-5B8E-76828B4D47A3}"/>
                  </a:ext>
                </a:extLst>
              </p:cNvPr>
              <p:cNvSpPr txBox="1"/>
              <p:nvPr/>
            </p:nvSpPr>
            <p:spPr>
              <a:xfrm>
                <a:off x="888022" y="4755962"/>
                <a:ext cx="4425462" cy="5082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𝑓</m:t>
                          </m:r>
                        </m:e>
                        <m:sub>
                          <m:r>
                            <a:rPr lang="es-MX" b="0" i="1" smtClean="0">
                              <a:latin typeface="Cambria Math" panose="02040503050406030204" pitchFamily="18" charset="0"/>
                            </a:rPr>
                            <m:t>𝑋</m:t>
                          </m:r>
                        </m:sub>
                      </m:sSub>
                      <m:d>
                        <m:dPr>
                          <m:ctrlPr>
                            <a:rPr lang="es-MX" b="0" i="1" smtClean="0">
                              <a:latin typeface="Cambria Math" panose="02040503050406030204" pitchFamily="18" charset="0"/>
                            </a:rPr>
                          </m:ctrlPr>
                        </m:dPr>
                        <m:e>
                          <m:r>
                            <a:rPr lang="es-MX" b="0" i="1" smtClean="0">
                              <a:latin typeface="Cambria Math" panose="02040503050406030204" pitchFamily="18" charset="0"/>
                            </a:rPr>
                            <m:t>𝑥</m:t>
                          </m:r>
                        </m:e>
                      </m:d>
                      <m:r>
                        <a:rPr lang="es-MX" b="0" i="1" smtClean="0">
                          <a:latin typeface="Cambria Math" panose="02040503050406030204" pitchFamily="18" charset="0"/>
                        </a:rPr>
                        <m:t>=</m:t>
                      </m:r>
                      <m:r>
                        <a:rPr lang="es-MX" b="0" i="1" smtClean="0">
                          <a:latin typeface="Cambria Math" panose="02040503050406030204" pitchFamily="18" charset="0"/>
                        </a:rPr>
                        <m:t>𝑃</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𝑥</m:t>
                          </m:r>
                        </m:e>
                      </m:d>
                      <m:r>
                        <a:rPr lang="es-MX" b="0" i="1" smtClean="0">
                          <a:latin typeface="Cambria Math" panose="02040503050406030204" pitchFamily="18" charset="0"/>
                        </a:rPr>
                        <m:t>=</m:t>
                      </m:r>
                      <m:d>
                        <m:dPr>
                          <m:ctrlPr>
                            <a:rPr lang="es-MX" b="0" i="1" smtClean="0">
                              <a:latin typeface="Cambria Math" panose="02040503050406030204" pitchFamily="18" charset="0"/>
                            </a:rPr>
                          </m:ctrlPr>
                        </m:dPr>
                        <m:e>
                          <m:m>
                            <m:mPr>
                              <m:mcs>
                                <m:mc>
                                  <m:mcPr>
                                    <m:count m:val="1"/>
                                    <m:mcJc m:val="center"/>
                                  </m:mcPr>
                                </m:mc>
                              </m:mcs>
                              <m:ctrlPr>
                                <a:rPr lang="es-MX" b="0" i="1" smtClean="0">
                                  <a:latin typeface="Cambria Math" panose="02040503050406030204" pitchFamily="18" charset="0"/>
                                </a:rPr>
                              </m:ctrlPr>
                            </m:mPr>
                            <m:mr>
                              <m:e>
                                <m:r>
                                  <m:rPr>
                                    <m:brk m:alnAt="7"/>
                                  </m:rPr>
                                  <a:rPr lang="es-MX" b="0" i="1" smtClean="0">
                                    <a:latin typeface="Cambria Math" panose="02040503050406030204" pitchFamily="18" charset="0"/>
                                  </a:rPr>
                                  <m:t>𝑛</m:t>
                                </m:r>
                              </m:e>
                            </m:mr>
                            <m:mr>
                              <m:e>
                                <m:r>
                                  <a:rPr lang="es-MX" b="0" i="1" smtClean="0">
                                    <a:latin typeface="Cambria Math" panose="02040503050406030204" pitchFamily="18" charset="0"/>
                                  </a:rPr>
                                  <m:t>𝑥</m:t>
                                </m:r>
                              </m:e>
                            </m:mr>
                          </m:m>
                        </m:e>
                      </m:d>
                      <m:sSup>
                        <m:sSupPr>
                          <m:ctrlPr>
                            <a:rPr lang="es-MX" b="0" i="1" smtClean="0">
                              <a:latin typeface="Cambria Math" panose="02040503050406030204" pitchFamily="18" charset="0"/>
                            </a:rPr>
                          </m:ctrlPr>
                        </m:sSupPr>
                        <m:e>
                          <m:r>
                            <a:rPr lang="es-MX" b="0" i="1" smtClean="0">
                              <a:latin typeface="Cambria Math" panose="02040503050406030204" pitchFamily="18" charset="0"/>
                            </a:rPr>
                            <m:t>𝑝</m:t>
                          </m:r>
                        </m:e>
                        <m:sup>
                          <m:r>
                            <a:rPr lang="es-MX" b="0" i="1" smtClean="0">
                              <a:latin typeface="Cambria Math" panose="02040503050406030204" pitchFamily="18" charset="0"/>
                            </a:rPr>
                            <m:t>𝑥</m:t>
                          </m:r>
                        </m:sup>
                      </m:sSup>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𝑝</m:t>
                              </m:r>
                            </m:e>
                          </m:d>
                        </m:e>
                        <m:sup>
                          <m:r>
                            <a:rPr lang="es-MX" b="0" i="1" smtClean="0">
                              <a:latin typeface="Cambria Math" panose="02040503050406030204" pitchFamily="18" charset="0"/>
                            </a:rPr>
                            <m:t>𝑛</m:t>
                          </m:r>
                          <m:r>
                            <a:rPr lang="es-MX" b="0" i="1" smtClean="0">
                              <a:latin typeface="Cambria Math" panose="02040503050406030204" pitchFamily="18" charset="0"/>
                            </a:rPr>
                            <m:t>−</m:t>
                          </m:r>
                          <m:r>
                            <a:rPr lang="es-MX" b="0" i="1" smtClean="0">
                              <a:latin typeface="Cambria Math" panose="02040503050406030204" pitchFamily="18" charset="0"/>
                            </a:rPr>
                            <m:t>𝑥</m:t>
                          </m:r>
                        </m:sup>
                      </m:sSup>
                    </m:oMath>
                  </m:oMathPara>
                </a14:m>
                <a:endParaRPr lang="en-US"/>
              </a:p>
            </p:txBody>
          </p:sp>
        </mc:Choice>
        <mc:Fallback>
          <p:sp>
            <p:nvSpPr>
              <p:cNvPr id="9" name="TextBox 8">
                <a:extLst>
                  <a:ext uri="{FF2B5EF4-FFF2-40B4-BE49-F238E27FC236}">
                    <a16:creationId xmlns:a16="http://schemas.microsoft.com/office/drawing/2014/main" id="{70AAD03E-32B9-0A7F-5B8E-76828B4D47A3}"/>
                  </a:ext>
                </a:extLst>
              </p:cNvPr>
              <p:cNvSpPr txBox="1">
                <a:spLocks noRot="1" noChangeAspect="1" noMove="1" noResize="1" noEditPoints="1" noAdjustHandles="1" noChangeArrowheads="1" noChangeShapeType="1" noTextEdit="1"/>
              </p:cNvSpPr>
              <p:nvPr/>
            </p:nvSpPr>
            <p:spPr>
              <a:xfrm>
                <a:off x="888022" y="4755962"/>
                <a:ext cx="4425462" cy="508216"/>
              </a:xfrm>
              <a:prstGeom prst="rect">
                <a:avLst/>
              </a:prstGeom>
              <a:blipFill>
                <a:blip r:embed="rId4"/>
                <a:stretch>
                  <a:fillRect b="-11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9069EFF-5365-A56A-84A9-7F77D5A84BD4}"/>
                  </a:ext>
                </a:extLst>
              </p:cNvPr>
              <p:cNvSpPr txBox="1"/>
              <p:nvPr/>
            </p:nvSpPr>
            <p:spPr>
              <a:xfrm>
                <a:off x="83588" y="5482447"/>
                <a:ext cx="6201506" cy="6600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𝑓</m:t>
                          </m:r>
                        </m:e>
                        <m:sub>
                          <m:r>
                            <a:rPr lang="es-MX" b="0" i="1" smtClean="0">
                              <a:latin typeface="Cambria Math" panose="02040503050406030204" pitchFamily="18" charset="0"/>
                            </a:rPr>
                            <m:t>𝑋</m:t>
                          </m:r>
                        </m:sub>
                      </m:sSub>
                      <m:d>
                        <m:dPr>
                          <m:ctrlPr>
                            <a:rPr lang="es-MX" b="0" i="1" smtClean="0">
                              <a:latin typeface="Cambria Math" panose="02040503050406030204" pitchFamily="18" charset="0"/>
                            </a:rPr>
                          </m:ctrlPr>
                        </m:dPr>
                        <m:e>
                          <m:r>
                            <a:rPr lang="es-MX" b="0" i="1" smtClean="0">
                              <a:latin typeface="Cambria Math" panose="02040503050406030204" pitchFamily="18" charset="0"/>
                            </a:rPr>
                            <m:t>𝑥</m:t>
                          </m:r>
                        </m:e>
                      </m:d>
                      <m:r>
                        <a:rPr lang="es-MX" b="0" i="1" smtClean="0">
                          <a:latin typeface="Cambria Math" panose="02040503050406030204" pitchFamily="18" charset="0"/>
                        </a:rPr>
                        <m:t>=</m:t>
                      </m:r>
                      <m:r>
                        <a:rPr lang="es-MX" b="0" i="1" smtClean="0">
                          <a:latin typeface="Cambria Math" panose="02040503050406030204" pitchFamily="18" charset="0"/>
                        </a:rPr>
                        <m:t>𝑃</m:t>
                      </m:r>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𝑋</m:t>
                          </m:r>
                          <m:r>
                            <a:rPr lang="es-MX" b="0" i="1" smtClean="0">
                              <a:latin typeface="Cambria Math" panose="02040503050406030204" pitchFamily="18" charset="0"/>
                            </a:rPr>
                            <m:t>=</m:t>
                          </m:r>
                          <m:r>
                            <a:rPr lang="es-MX" b="0" i="1" smtClean="0">
                              <a:latin typeface="Cambria Math" panose="02040503050406030204" pitchFamily="18" charset="0"/>
                            </a:rPr>
                            <m:t>𝑥</m:t>
                          </m:r>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𝑛</m:t>
                          </m:r>
                          <m:r>
                            <a:rPr lang="es-MX" b="0" i="1" smtClean="0">
                              <a:latin typeface="Cambria Math" panose="02040503050406030204" pitchFamily="18" charset="0"/>
                            </a:rPr>
                            <m:t>!</m:t>
                          </m:r>
                        </m:num>
                        <m:den>
                          <m:r>
                            <a:rPr lang="es-MX" b="0" i="1" smtClean="0">
                              <a:latin typeface="Cambria Math" panose="02040503050406030204" pitchFamily="18" charset="0"/>
                            </a:rPr>
                            <m:t>(</m:t>
                          </m:r>
                          <m:r>
                            <a:rPr lang="es-MX" b="0" i="1" smtClean="0">
                              <a:latin typeface="Cambria Math" panose="02040503050406030204" pitchFamily="18" charset="0"/>
                            </a:rPr>
                            <m:t>𝑛</m:t>
                          </m:r>
                          <m:r>
                            <a:rPr lang="es-MX" b="0" i="1" smtClean="0">
                              <a:latin typeface="Cambria Math" panose="02040503050406030204" pitchFamily="18" charset="0"/>
                            </a:rPr>
                            <m:t>−</m:t>
                          </m:r>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rPr>
                            <m:t>𝑥</m:t>
                          </m:r>
                          <m:r>
                            <a:rPr lang="es-MX" b="0" i="1" smtClean="0">
                              <a:latin typeface="Cambria Math" panose="02040503050406030204" pitchFamily="18" charset="0"/>
                            </a:rPr>
                            <m:t>!</m:t>
                          </m:r>
                        </m:den>
                      </m:f>
                      <m:sSup>
                        <m:sSupPr>
                          <m:ctrlPr>
                            <a:rPr lang="es-MX" b="0" i="1" smtClean="0">
                              <a:latin typeface="Cambria Math" panose="02040503050406030204" pitchFamily="18" charset="0"/>
                            </a:rPr>
                          </m:ctrlPr>
                        </m:sSupPr>
                        <m:e>
                          <m:r>
                            <a:rPr lang="es-MX" b="0" i="1" smtClean="0">
                              <a:latin typeface="Cambria Math" panose="02040503050406030204" pitchFamily="18" charset="0"/>
                            </a:rPr>
                            <m:t>𝑝</m:t>
                          </m:r>
                        </m:e>
                        <m:sup>
                          <m:r>
                            <a:rPr lang="es-MX" b="0" i="1" smtClean="0">
                              <a:latin typeface="Cambria Math" panose="02040503050406030204" pitchFamily="18" charset="0"/>
                            </a:rPr>
                            <m:t>𝑥</m:t>
                          </m:r>
                        </m:sup>
                      </m:sSup>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𝑝</m:t>
                              </m:r>
                            </m:e>
                          </m:d>
                        </m:e>
                        <m:sup>
                          <m:r>
                            <a:rPr lang="es-MX" b="0" i="1" smtClean="0">
                              <a:latin typeface="Cambria Math" panose="02040503050406030204" pitchFamily="18" charset="0"/>
                            </a:rPr>
                            <m:t>𝑛</m:t>
                          </m:r>
                          <m:r>
                            <a:rPr lang="es-MX" b="0" i="1" smtClean="0">
                              <a:latin typeface="Cambria Math" panose="02040503050406030204" pitchFamily="18" charset="0"/>
                            </a:rPr>
                            <m:t>−</m:t>
                          </m:r>
                          <m:r>
                            <a:rPr lang="es-MX" b="0" i="1" smtClean="0">
                              <a:latin typeface="Cambria Math" panose="02040503050406030204" pitchFamily="18" charset="0"/>
                            </a:rPr>
                            <m:t>𝑥</m:t>
                          </m:r>
                        </m:sup>
                      </m:sSup>
                    </m:oMath>
                  </m:oMathPara>
                </a14:m>
                <a:endParaRPr lang="en-US"/>
              </a:p>
            </p:txBody>
          </p:sp>
        </mc:Choice>
        <mc:Fallback>
          <p:sp>
            <p:nvSpPr>
              <p:cNvPr id="11" name="TextBox 10">
                <a:extLst>
                  <a:ext uri="{FF2B5EF4-FFF2-40B4-BE49-F238E27FC236}">
                    <a16:creationId xmlns:a16="http://schemas.microsoft.com/office/drawing/2014/main" id="{29069EFF-5365-A56A-84A9-7F77D5A84BD4}"/>
                  </a:ext>
                </a:extLst>
              </p:cNvPr>
              <p:cNvSpPr txBox="1">
                <a:spLocks noRot="1" noChangeAspect="1" noMove="1" noResize="1" noEditPoints="1" noAdjustHandles="1" noChangeArrowheads="1" noChangeShapeType="1" noTextEdit="1"/>
              </p:cNvSpPr>
              <p:nvPr/>
            </p:nvSpPr>
            <p:spPr>
              <a:xfrm>
                <a:off x="83588" y="5482447"/>
                <a:ext cx="6201506" cy="6600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5A13BF8-5BE1-ECA6-0362-36E851071CEC}"/>
                  </a:ext>
                </a:extLst>
              </p:cNvPr>
              <p:cNvSpPr txBox="1"/>
              <p:nvPr/>
            </p:nvSpPr>
            <p:spPr>
              <a:xfrm>
                <a:off x="888022" y="4115783"/>
                <a:ext cx="44254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𝑋</m:t>
                      </m:r>
                      <m:r>
                        <a:rPr lang="es-MX" b="0" i="1" smtClean="0">
                          <a:latin typeface="Cambria Math" panose="02040503050406030204" pitchFamily="18" charset="0"/>
                        </a:rPr>
                        <m:t>~ </m:t>
                      </m:r>
                      <m:r>
                        <a:rPr lang="es-MX" b="0" i="1" smtClean="0">
                          <a:latin typeface="Cambria Math" panose="02040503050406030204" pitchFamily="18" charset="0"/>
                        </a:rPr>
                        <m:t>𝐵𝑖𝑛</m:t>
                      </m:r>
                      <m:r>
                        <a:rPr lang="es-MX" b="0" i="1" smtClean="0">
                          <a:latin typeface="Cambria Math" panose="02040503050406030204" pitchFamily="18" charset="0"/>
                        </a:rPr>
                        <m:t>(</m:t>
                      </m:r>
                      <m:r>
                        <a:rPr lang="es-MX" b="0" i="1" smtClean="0">
                          <a:latin typeface="Cambria Math" panose="02040503050406030204" pitchFamily="18" charset="0"/>
                        </a:rPr>
                        <m:t>𝑛</m:t>
                      </m:r>
                      <m:r>
                        <a:rPr lang="es-MX" b="0" i="1" smtClean="0">
                          <a:latin typeface="Cambria Math" panose="02040503050406030204" pitchFamily="18" charset="0"/>
                        </a:rPr>
                        <m:t>,</m:t>
                      </m:r>
                      <m:r>
                        <a:rPr lang="es-MX" b="0" i="1" smtClean="0">
                          <a:latin typeface="Cambria Math" panose="02040503050406030204" pitchFamily="18" charset="0"/>
                        </a:rPr>
                        <m:t>𝑝</m:t>
                      </m:r>
                      <m:r>
                        <a:rPr lang="es-MX" b="0" i="1" smtClean="0">
                          <a:latin typeface="Cambria Math" panose="02040503050406030204" pitchFamily="18" charset="0"/>
                        </a:rPr>
                        <m:t>)</m:t>
                      </m:r>
                    </m:oMath>
                  </m:oMathPara>
                </a14:m>
                <a:endParaRPr lang="en-US"/>
              </a:p>
            </p:txBody>
          </p:sp>
        </mc:Choice>
        <mc:Fallback>
          <p:sp>
            <p:nvSpPr>
              <p:cNvPr id="12" name="TextBox 11">
                <a:extLst>
                  <a:ext uri="{FF2B5EF4-FFF2-40B4-BE49-F238E27FC236}">
                    <a16:creationId xmlns:a16="http://schemas.microsoft.com/office/drawing/2014/main" id="{B5A13BF8-5BE1-ECA6-0362-36E851071CEC}"/>
                  </a:ext>
                </a:extLst>
              </p:cNvPr>
              <p:cNvSpPr txBox="1">
                <a:spLocks noRot="1" noChangeAspect="1" noMove="1" noResize="1" noEditPoints="1" noAdjustHandles="1" noChangeArrowheads="1" noChangeShapeType="1" noTextEdit="1"/>
              </p:cNvSpPr>
              <p:nvPr/>
            </p:nvSpPr>
            <p:spPr>
              <a:xfrm>
                <a:off x="888022" y="4115783"/>
                <a:ext cx="4425462" cy="369332"/>
              </a:xfrm>
              <a:prstGeom prst="rect">
                <a:avLst/>
              </a:prstGeom>
              <a:blipFill>
                <a:blip r:embed="rId6"/>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977681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E2CE1-7967-5572-37C1-9F233060F2B5}"/>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C4CB2CD0-F987-FB1F-06F4-B0CCDBA52BD1}"/>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CAD99141-5E7A-0F1D-D054-0451B1368C87}"/>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 General</a:t>
            </a:r>
          </a:p>
        </p:txBody>
      </p:sp>
      <p:sp>
        <p:nvSpPr>
          <p:cNvPr id="39" name="Slide Number Placeholder 38">
            <a:extLst>
              <a:ext uri="{FF2B5EF4-FFF2-40B4-BE49-F238E27FC236}">
                <a16:creationId xmlns:a16="http://schemas.microsoft.com/office/drawing/2014/main" id="{B0930197-A453-1896-E8FE-A1C8AA05BEBA}"/>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5</a:t>
            </a:fld>
            <a:endParaRPr lang="es-ES"/>
          </a:p>
        </p:txBody>
      </p:sp>
      <p:sp>
        <p:nvSpPr>
          <p:cNvPr id="5" name="TextBox 4">
            <a:extLst>
              <a:ext uri="{FF2B5EF4-FFF2-40B4-BE49-F238E27FC236}">
                <a16:creationId xmlns:a16="http://schemas.microsoft.com/office/drawing/2014/main" id="{AFE318C9-F030-5DAE-6EE4-E838D50037A5}"/>
              </a:ext>
            </a:extLst>
          </p:cNvPr>
          <p:cNvSpPr txBox="1"/>
          <p:nvPr/>
        </p:nvSpPr>
        <p:spPr>
          <a:xfrm>
            <a:off x="579504" y="1407801"/>
            <a:ext cx="10289137" cy="830997"/>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developed</a:t>
            </a:r>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class</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9C73A91A-0E2F-A2D3-1D08-2BDF9902032E}"/>
                  </a:ext>
                </a:extLst>
              </p:cNvPr>
              <p:cNvGraphicFramePr>
                <a:graphicFrameLocks noGrp="1"/>
              </p:cNvGraphicFramePr>
              <p:nvPr>
                <p:extLst>
                  <p:ext uri="{D42A27DB-BD31-4B8C-83A1-F6EECF244321}">
                    <p14:modId xmlns:p14="http://schemas.microsoft.com/office/powerpoint/2010/main" val="3484758740"/>
                  </p:ext>
                </p:extLst>
              </p:nvPr>
            </p:nvGraphicFramePr>
            <p:xfrm>
              <a:off x="754183" y="2238799"/>
              <a:ext cx="6478955" cy="2204248"/>
            </p:xfrm>
            <a:graphic>
              <a:graphicData uri="http://schemas.openxmlformats.org/drawingml/2006/table">
                <a:tbl>
                  <a:tblPr firstRow="1" bandRow="1">
                    <a:tableStyleId>{5C22544A-7EE6-4342-B048-85BDC9FD1C3A}</a:tableStyleId>
                  </a:tblPr>
                  <a:tblGrid>
                    <a:gridCol w="1948066">
                      <a:extLst>
                        <a:ext uri="{9D8B030D-6E8A-4147-A177-3AD203B41FA5}">
                          <a16:colId xmlns:a16="http://schemas.microsoft.com/office/drawing/2014/main" val="580585650"/>
                        </a:ext>
                      </a:extLst>
                    </a:gridCol>
                    <a:gridCol w="4530889">
                      <a:extLst>
                        <a:ext uri="{9D8B030D-6E8A-4147-A177-3AD203B41FA5}">
                          <a16:colId xmlns:a16="http://schemas.microsoft.com/office/drawing/2014/main" val="875566140"/>
                        </a:ext>
                      </a:extLst>
                    </a:gridCol>
                  </a:tblGrid>
                  <a:tr h="582042">
                    <a:tc>
                      <a:txBody>
                        <a:bodyPr/>
                        <a:lstStyle/>
                        <a:p>
                          <a:pPr algn="ctr"/>
                          <a:r>
                            <a:rPr lang="es-MX"/>
                            <a:t>Case </a:t>
                          </a:r>
                          <a:r>
                            <a:rPr lang="es-MX" err="1"/>
                            <a:t>Scenario</a:t>
                          </a:r>
                          <a:endParaRPr lang="en-US"/>
                        </a:p>
                      </a:txBody>
                      <a:tcPr anchor="ctr"/>
                    </a:tc>
                    <a:tc>
                      <a:txBody>
                        <a:bodyPr/>
                        <a:lstStyle/>
                        <a:p>
                          <a:pPr algn="ctr"/>
                          <a:r>
                            <a:rPr lang="es-MX" err="1"/>
                            <a:t>Probability</a:t>
                          </a:r>
                          <a:endParaRPr lang="en-US"/>
                        </a:p>
                      </a:txBody>
                      <a:tcPr anchor="ctr"/>
                    </a:tc>
                    <a:extLst>
                      <a:ext uri="{0D108BD9-81ED-4DB2-BD59-A6C34878D82A}">
                        <a16:rowId xmlns:a16="http://schemas.microsoft.com/office/drawing/2014/main" val="3977270352"/>
                      </a:ext>
                    </a:extLst>
                  </a:tr>
                  <a:tr h="582042">
                    <a:tc>
                      <a:txBody>
                        <a:bodyPr/>
                        <a:lstStyle/>
                        <a:p>
                          <a:pPr algn="ct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𝑢𝑢</m:t>
                                </m:r>
                              </m:oMath>
                            </m:oMathPara>
                          </a14:m>
                          <a:endParaRPr lang="en-US"/>
                        </a:p>
                      </a:txBody>
                      <a:tcPr anchor="ctr"/>
                    </a:tc>
                    <a:tc>
                      <a:txBody>
                        <a:bodyPr/>
                        <a:lstStyle/>
                        <a:p>
                          <a:pPr algn="ctr"/>
                          <a:endParaRPr lang="en-US"/>
                        </a:p>
                      </a:txBody>
                      <a:tcPr anchor="ctr"/>
                    </a:tc>
                    <a:extLst>
                      <a:ext uri="{0D108BD9-81ED-4DB2-BD59-A6C34878D82A}">
                        <a16:rowId xmlns:a16="http://schemas.microsoft.com/office/drawing/2014/main" val="1531245394"/>
                      </a:ext>
                    </a:extLst>
                  </a:tr>
                  <a:tr h="582042">
                    <a:tc>
                      <a:txBody>
                        <a:bodyPr/>
                        <a:lstStyle/>
                        <a:p>
                          <a:pPr algn="ct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𝑢𝑑</m:t>
                                </m:r>
                              </m:oMath>
                            </m:oMathPara>
                          </a14:m>
                          <a:endParaRPr lang="en-US"/>
                        </a:p>
                      </a:txBody>
                      <a:tcPr anchor="ctr"/>
                    </a:tc>
                    <a:tc>
                      <a:txBody>
                        <a:bodyPr/>
                        <a:lstStyle/>
                        <a:p>
                          <a:pPr algn="ctr"/>
                          <a:endParaRPr lang="en-US"/>
                        </a:p>
                      </a:txBody>
                      <a:tcPr anchor="ctr"/>
                    </a:tc>
                    <a:extLst>
                      <a:ext uri="{0D108BD9-81ED-4DB2-BD59-A6C34878D82A}">
                        <a16:rowId xmlns:a16="http://schemas.microsoft.com/office/drawing/2014/main" val="203389418"/>
                      </a:ext>
                    </a:extLst>
                  </a:tr>
                  <a:tr h="458122">
                    <a:tc>
                      <a:txBody>
                        <a:bodyPr/>
                        <a:lstStyle/>
                        <a:p>
                          <a:pPr algn="ct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𝑑𝑑</m:t>
                                </m:r>
                              </m:oMath>
                            </m:oMathPara>
                          </a14:m>
                          <a:endParaRPr lang="en-US"/>
                        </a:p>
                      </a:txBody>
                      <a:tcPr anchor="ctr"/>
                    </a:tc>
                    <a:tc>
                      <a:txBody>
                        <a:bodyPr/>
                        <a:lstStyle/>
                        <a:p>
                          <a:pPr algn="ctr"/>
                          <a:endParaRPr lang="en-US"/>
                        </a:p>
                      </a:txBody>
                      <a:tcPr anchor="ctr"/>
                    </a:tc>
                    <a:extLst>
                      <a:ext uri="{0D108BD9-81ED-4DB2-BD59-A6C34878D82A}">
                        <a16:rowId xmlns:a16="http://schemas.microsoft.com/office/drawing/2014/main" val="3103710488"/>
                      </a:ext>
                    </a:extLst>
                  </a:tr>
                </a:tbl>
              </a:graphicData>
            </a:graphic>
          </p:graphicFrame>
        </mc:Choice>
        <mc:Fallback>
          <p:graphicFrame>
            <p:nvGraphicFramePr>
              <p:cNvPr id="2" name="Table 1">
                <a:extLst>
                  <a:ext uri="{FF2B5EF4-FFF2-40B4-BE49-F238E27FC236}">
                    <a16:creationId xmlns:a16="http://schemas.microsoft.com/office/drawing/2014/main" id="{9C73A91A-0E2F-A2D3-1D08-2BDF9902032E}"/>
                  </a:ext>
                </a:extLst>
              </p:cNvPr>
              <p:cNvGraphicFramePr>
                <a:graphicFrameLocks noGrp="1"/>
              </p:cNvGraphicFramePr>
              <p:nvPr>
                <p:extLst>
                  <p:ext uri="{D42A27DB-BD31-4B8C-83A1-F6EECF244321}">
                    <p14:modId xmlns:p14="http://schemas.microsoft.com/office/powerpoint/2010/main" val="3484758740"/>
                  </p:ext>
                </p:extLst>
              </p:nvPr>
            </p:nvGraphicFramePr>
            <p:xfrm>
              <a:off x="754183" y="2238799"/>
              <a:ext cx="6478955" cy="2204248"/>
            </p:xfrm>
            <a:graphic>
              <a:graphicData uri="http://schemas.openxmlformats.org/drawingml/2006/table">
                <a:tbl>
                  <a:tblPr firstRow="1" bandRow="1">
                    <a:tableStyleId>{5C22544A-7EE6-4342-B048-85BDC9FD1C3A}</a:tableStyleId>
                  </a:tblPr>
                  <a:tblGrid>
                    <a:gridCol w="1948066">
                      <a:extLst>
                        <a:ext uri="{9D8B030D-6E8A-4147-A177-3AD203B41FA5}">
                          <a16:colId xmlns:a16="http://schemas.microsoft.com/office/drawing/2014/main" val="580585650"/>
                        </a:ext>
                      </a:extLst>
                    </a:gridCol>
                    <a:gridCol w="4530889">
                      <a:extLst>
                        <a:ext uri="{9D8B030D-6E8A-4147-A177-3AD203B41FA5}">
                          <a16:colId xmlns:a16="http://schemas.microsoft.com/office/drawing/2014/main" val="875566140"/>
                        </a:ext>
                      </a:extLst>
                    </a:gridCol>
                  </a:tblGrid>
                  <a:tr h="582042">
                    <a:tc>
                      <a:txBody>
                        <a:bodyPr/>
                        <a:lstStyle/>
                        <a:p>
                          <a:pPr algn="ctr"/>
                          <a:r>
                            <a:rPr lang="es-MX"/>
                            <a:t>Case </a:t>
                          </a:r>
                          <a:r>
                            <a:rPr lang="es-MX" err="1"/>
                            <a:t>Scenario</a:t>
                          </a:r>
                          <a:endParaRPr lang="en-US"/>
                        </a:p>
                      </a:txBody>
                      <a:tcPr anchor="ctr"/>
                    </a:tc>
                    <a:tc>
                      <a:txBody>
                        <a:bodyPr/>
                        <a:lstStyle/>
                        <a:p>
                          <a:pPr algn="ctr"/>
                          <a:r>
                            <a:rPr lang="es-MX" err="1"/>
                            <a:t>Probability</a:t>
                          </a:r>
                          <a:endParaRPr lang="en-US"/>
                        </a:p>
                      </a:txBody>
                      <a:tcPr anchor="ctr"/>
                    </a:tc>
                    <a:extLst>
                      <a:ext uri="{0D108BD9-81ED-4DB2-BD59-A6C34878D82A}">
                        <a16:rowId xmlns:a16="http://schemas.microsoft.com/office/drawing/2014/main" val="3977270352"/>
                      </a:ext>
                    </a:extLst>
                  </a:tr>
                  <a:tr h="582042">
                    <a:tc>
                      <a:txBody>
                        <a:bodyPr/>
                        <a:lstStyle/>
                        <a:p>
                          <a:endParaRPr lang="en-US"/>
                        </a:p>
                      </a:txBody>
                      <a:tcPr anchor="ctr">
                        <a:blipFill>
                          <a:blip r:embed="rId2"/>
                          <a:stretch>
                            <a:fillRect l="-313" t="-102105" r="-233750" b="-182105"/>
                          </a:stretch>
                        </a:blipFill>
                      </a:tcPr>
                    </a:tc>
                    <a:tc>
                      <a:txBody>
                        <a:bodyPr/>
                        <a:lstStyle/>
                        <a:p>
                          <a:pPr algn="ctr"/>
                          <a:endParaRPr lang="en-US"/>
                        </a:p>
                      </a:txBody>
                      <a:tcPr anchor="ctr"/>
                    </a:tc>
                    <a:extLst>
                      <a:ext uri="{0D108BD9-81ED-4DB2-BD59-A6C34878D82A}">
                        <a16:rowId xmlns:a16="http://schemas.microsoft.com/office/drawing/2014/main" val="1531245394"/>
                      </a:ext>
                    </a:extLst>
                  </a:tr>
                  <a:tr h="582042">
                    <a:tc>
                      <a:txBody>
                        <a:bodyPr/>
                        <a:lstStyle/>
                        <a:p>
                          <a:endParaRPr lang="en-US"/>
                        </a:p>
                      </a:txBody>
                      <a:tcPr anchor="ctr">
                        <a:blipFill>
                          <a:blip r:embed="rId2"/>
                          <a:stretch>
                            <a:fillRect l="-313" t="-200000" r="-233750" b="-80208"/>
                          </a:stretch>
                        </a:blipFill>
                      </a:tcPr>
                    </a:tc>
                    <a:tc>
                      <a:txBody>
                        <a:bodyPr/>
                        <a:lstStyle/>
                        <a:p>
                          <a:pPr algn="ctr"/>
                          <a:endParaRPr lang="en-US"/>
                        </a:p>
                      </a:txBody>
                      <a:tcPr anchor="ctr"/>
                    </a:tc>
                    <a:extLst>
                      <a:ext uri="{0D108BD9-81ED-4DB2-BD59-A6C34878D82A}">
                        <a16:rowId xmlns:a16="http://schemas.microsoft.com/office/drawing/2014/main" val="203389418"/>
                      </a:ext>
                    </a:extLst>
                  </a:tr>
                  <a:tr h="458122">
                    <a:tc>
                      <a:txBody>
                        <a:bodyPr/>
                        <a:lstStyle/>
                        <a:p>
                          <a:endParaRPr lang="en-US"/>
                        </a:p>
                      </a:txBody>
                      <a:tcPr anchor="ctr">
                        <a:blipFill>
                          <a:blip r:embed="rId2"/>
                          <a:stretch>
                            <a:fillRect l="-313" t="-384000" r="-233750" b="-2667"/>
                          </a:stretch>
                        </a:blipFill>
                      </a:tcPr>
                    </a:tc>
                    <a:tc>
                      <a:txBody>
                        <a:bodyPr/>
                        <a:lstStyle/>
                        <a:p>
                          <a:pPr algn="ctr"/>
                          <a:endParaRPr lang="en-US"/>
                        </a:p>
                      </a:txBody>
                      <a:tcPr anchor="ctr"/>
                    </a:tc>
                    <a:extLst>
                      <a:ext uri="{0D108BD9-81ED-4DB2-BD59-A6C34878D82A}">
                        <a16:rowId xmlns:a16="http://schemas.microsoft.com/office/drawing/2014/main" val="3103710488"/>
                      </a:ext>
                    </a:extLst>
                  </a:tr>
                </a:tbl>
              </a:graphicData>
            </a:graphic>
          </p:graphicFrame>
        </mc:Fallback>
      </mc:AlternateContent>
      <p:sp>
        <p:nvSpPr>
          <p:cNvPr id="8" name="TextBox 7">
            <a:extLst>
              <a:ext uri="{FF2B5EF4-FFF2-40B4-BE49-F238E27FC236}">
                <a16:creationId xmlns:a16="http://schemas.microsoft.com/office/drawing/2014/main" id="{A8694F88-E8FD-035B-70E1-4E00338C5608}"/>
              </a:ext>
            </a:extLst>
          </p:cNvPr>
          <p:cNvSpPr txBox="1"/>
          <p:nvPr/>
        </p:nvSpPr>
        <p:spPr>
          <a:xfrm>
            <a:off x="754183" y="4607580"/>
            <a:ext cx="10289137" cy="1815882"/>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expected</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value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ending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put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value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So,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put</a:t>
            </a:r>
            <a:r>
              <a:rPr lang="es-MX" sz="1600" b="1">
                <a:solidFill>
                  <a:srgbClr val="2EAFC0"/>
                </a:solidFill>
                <a:latin typeface="Century Gothic" panose="020B0502020202020204" pitchFamily="34" charset="0"/>
              </a:rPr>
              <a:t> premium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3674BC2-644C-C0D7-008C-D60EF5141216}"/>
                  </a:ext>
                </a:extLst>
              </p14:cNvPr>
              <p14:cNvContentPartPr/>
              <p14:nvPr/>
            </p14:nvContentPartPr>
            <p14:xfrm>
              <a:off x="1244160" y="1593360"/>
              <a:ext cx="9603720" cy="5079600"/>
            </p14:xfrm>
          </p:contentPart>
        </mc:Choice>
        <mc:Fallback>
          <p:pic>
            <p:nvPicPr>
              <p:cNvPr id="3" name="Ink 2">
                <a:extLst>
                  <a:ext uri="{FF2B5EF4-FFF2-40B4-BE49-F238E27FC236}">
                    <a16:creationId xmlns:a16="http://schemas.microsoft.com/office/drawing/2014/main" id="{63674BC2-644C-C0D7-008C-D60EF5141216}"/>
                  </a:ext>
                </a:extLst>
              </p:cNvPr>
              <p:cNvPicPr/>
              <p:nvPr/>
            </p:nvPicPr>
            <p:blipFill>
              <a:blip r:embed="rId4"/>
              <a:stretch>
                <a:fillRect/>
              </a:stretch>
            </p:blipFill>
            <p:spPr>
              <a:xfrm>
                <a:off x="1234800" y="1584000"/>
                <a:ext cx="9622440" cy="5098320"/>
              </a:xfrm>
              <a:prstGeom prst="rect">
                <a:avLst/>
              </a:prstGeom>
            </p:spPr>
          </p:pic>
        </mc:Fallback>
      </mc:AlternateContent>
    </p:spTree>
    <p:extLst>
      <p:ext uri="{BB962C8B-B14F-4D97-AF65-F5344CB8AC3E}">
        <p14:creationId xmlns:p14="http://schemas.microsoft.com/office/powerpoint/2010/main" val="798531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0BB8-1D53-0338-E67B-DD76DFF9AC9D}"/>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5C2AA940-04DE-C217-B6AC-D1BD31DF0CCC}"/>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EFAF4F8D-8126-FAB6-3A72-8652F54B0755}"/>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 General</a:t>
            </a:r>
          </a:p>
        </p:txBody>
      </p:sp>
      <p:sp>
        <p:nvSpPr>
          <p:cNvPr id="39" name="Slide Number Placeholder 38">
            <a:extLst>
              <a:ext uri="{FF2B5EF4-FFF2-40B4-BE49-F238E27FC236}">
                <a16:creationId xmlns:a16="http://schemas.microsoft.com/office/drawing/2014/main" id="{F96674B8-161B-A0B5-E10B-C6D393B816D0}"/>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6</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6FD7F1A-F112-8E97-A3A2-66F181F5FAD9}"/>
                  </a:ext>
                </a:extLst>
              </p:cNvPr>
              <p:cNvSpPr txBox="1"/>
              <p:nvPr/>
            </p:nvSpPr>
            <p:spPr>
              <a:xfrm>
                <a:off x="579504" y="1407801"/>
                <a:ext cx="10289137" cy="1077218"/>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It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also</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possible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to</a:t>
                </a:r>
                <a:r>
                  <a:rPr lang="es-MX" sz="1600" b="1">
                    <a:solidFill>
                      <a:srgbClr val="2EAFC0"/>
                    </a:solidFill>
                    <a:latin typeface="Century Gothic" panose="020B0502020202020204" pitchFamily="34" charset="0"/>
                  </a:rPr>
                  <a:t> compute </a:t>
                </a:r>
                <a14:m>
                  <m:oMath xmlns:m="http://schemas.openxmlformats.org/officeDocument/2006/math">
                    <m:r>
                      <a:rPr lang="es-MX" sz="1600" b="1" i="0" smtClean="0">
                        <a:solidFill>
                          <a:srgbClr val="2EAFC0"/>
                        </a:solidFill>
                        <a:latin typeface="Cambria Math" panose="02040503050406030204" pitchFamily="18" charset="0"/>
                      </a:rPr>
                      <m:t>𝚫</m:t>
                    </m:r>
                  </m:oMath>
                </a14:m>
                <a:r>
                  <a:rPr lang="es-MX" sz="1600" b="1">
                    <a:solidFill>
                      <a:srgbClr val="2EAFC0"/>
                    </a:solidFill>
                    <a:latin typeface="Century Gothic" panose="020B0502020202020204" pitchFamily="34" charset="0"/>
                  </a:rPr>
                  <a:t> and B at </a:t>
                </a:r>
                <a:r>
                  <a:rPr lang="es-MX" sz="1600" b="1" err="1">
                    <a:solidFill>
                      <a:srgbClr val="2EAFC0"/>
                    </a:solidFill>
                    <a:latin typeface="Century Gothic" panose="020B0502020202020204" pitchFamily="34" charset="0"/>
                  </a:rPr>
                  <a:t>each</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These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calculations</a:t>
                </a:r>
                <a:r>
                  <a:rPr lang="es-MX" sz="1600" b="1">
                    <a:solidFill>
                      <a:srgbClr val="2EAFC0"/>
                    </a:solidFill>
                    <a:latin typeface="Century Gothic" panose="020B0502020202020204" pitchFamily="34" charset="0"/>
                  </a:rPr>
                  <a:t> are done </a:t>
                </a:r>
                <a:r>
                  <a:rPr lang="es-MX" sz="1600" b="1" err="1">
                    <a:solidFill>
                      <a:srgbClr val="2EAFC0"/>
                    </a:solidFill>
                    <a:latin typeface="Century Gothic" panose="020B0502020202020204" pitchFamily="34" charset="0"/>
                  </a:rPr>
                  <a:t>using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option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values</a:t>
                </a:r>
                <a:r>
                  <a:rPr lang="es-MX" sz="1600" b="1">
                    <a:solidFill>
                      <a:srgbClr val="2EAFC0"/>
                    </a:solidFill>
                    <a:latin typeface="Century Gothic" panose="020B0502020202020204" pitchFamily="34" charset="0"/>
                  </a:rPr>
                  <a:t>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For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initial</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B6FD7F1A-F112-8E97-A3A2-66F181F5FAD9}"/>
                  </a:ext>
                </a:extLst>
              </p:cNvPr>
              <p:cNvSpPr txBox="1">
                <a:spLocks noRot="1" noChangeAspect="1" noMove="1" noResize="1" noEditPoints="1" noAdjustHandles="1" noChangeArrowheads="1" noChangeShapeType="1" noTextEdit="1"/>
              </p:cNvSpPr>
              <p:nvPr/>
            </p:nvSpPr>
            <p:spPr>
              <a:xfrm>
                <a:off x="579504" y="1407801"/>
                <a:ext cx="10289137" cy="1077218"/>
              </a:xfrm>
              <a:prstGeom prst="rect">
                <a:avLst/>
              </a:prstGeom>
              <a:blipFill>
                <a:blip r:embed="rId2"/>
                <a:stretch>
                  <a:fillRect l="-23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6D9E68D-89AA-D791-5CE5-21939BABEF8A}"/>
                  </a:ext>
                </a:extLst>
              </p:cNvPr>
              <p:cNvSpPr txBox="1"/>
              <p:nvPr/>
            </p:nvSpPr>
            <p:spPr>
              <a:xfrm>
                <a:off x="983950" y="2713671"/>
                <a:ext cx="1611923" cy="6576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𝑢</m:t>
                              </m:r>
                            </m:sub>
                          </m:sSub>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𝑑</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𝑆</m:t>
                              </m:r>
                            </m:e>
                            <m:sub>
                              <m:r>
                                <a:rPr lang="es-MX" b="0" i="1" smtClean="0">
                                  <a:latin typeface="Cambria Math" panose="02040503050406030204" pitchFamily="18" charset="0"/>
                                </a:rPr>
                                <m:t>𝑢</m:t>
                              </m:r>
                            </m:sub>
                          </m:sSub>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𝑆</m:t>
                              </m:r>
                            </m:e>
                            <m:sub>
                              <m:r>
                                <a:rPr lang="es-MX" b="0" i="1" smtClean="0">
                                  <a:latin typeface="Cambria Math" panose="02040503050406030204" pitchFamily="18" charset="0"/>
                                </a:rPr>
                                <m:t>𝑑</m:t>
                              </m:r>
                            </m:sub>
                          </m:sSub>
                        </m:den>
                      </m:f>
                    </m:oMath>
                  </m:oMathPara>
                </a14:m>
                <a:endParaRPr lang="en-US"/>
              </a:p>
            </p:txBody>
          </p:sp>
        </mc:Choice>
        <mc:Fallback>
          <p:sp>
            <p:nvSpPr>
              <p:cNvPr id="4" name="TextBox 3">
                <a:extLst>
                  <a:ext uri="{FF2B5EF4-FFF2-40B4-BE49-F238E27FC236}">
                    <a16:creationId xmlns:a16="http://schemas.microsoft.com/office/drawing/2014/main" id="{86D9E68D-89AA-D791-5CE5-21939BABEF8A}"/>
                  </a:ext>
                </a:extLst>
              </p:cNvPr>
              <p:cNvSpPr txBox="1">
                <a:spLocks noRot="1" noChangeAspect="1" noMove="1" noResize="1" noEditPoints="1" noAdjustHandles="1" noChangeArrowheads="1" noChangeShapeType="1" noTextEdit="1"/>
              </p:cNvSpPr>
              <p:nvPr/>
            </p:nvSpPr>
            <p:spPr>
              <a:xfrm>
                <a:off x="983950" y="2713671"/>
                <a:ext cx="1611923" cy="65768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50E6435-7355-73E8-A3C9-317CC0B56093}"/>
                  </a:ext>
                </a:extLst>
              </p:cNvPr>
              <p:cNvSpPr txBox="1"/>
              <p:nvPr/>
            </p:nvSpPr>
            <p:spPr>
              <a:xfrm>
                <a:off x="931985" y="3693845"/>
                <a:ext cx="2514601" cy="6199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rPr>
                        <m:t>B</m:t>
                      </m:r>
                      <m:r>
                        <a:rPr lang="es-MX" b="0" i="1" smtClean="0">
                          <a:latin typeface="Cambria Math" panose="02040503050406030204" pitchFamily="18" charset="0"/>
                        </a:rPr>
                        <m:t>=</m:t>
                      </m:r>
                      <m:sSup>
                        <m:sSupPr>
                          <m:ctrlPr>
                            <a:rPr lang="es-MX" b="0" i="1" smtClean="0">
                              <a:latin typeface="Cambria Math" panose="02040503050406030204" pitchFamily="18" charset="0"/>
                            </a:rPr>
                          </m:ctrlPr>
                        </m:sSupPr>
                        <m:e>
                          <m:r>
                            <a:rPr lang="es-MX" b="0" i="1" smtClean="0">
                              <a:latin typeface="Cambria Math" panose="02040503050406030204" pitchFamily="18" charset="0"/>
                            </a:rPr>
                            <m:t>𝑒</m:t>
                          </m:r>
                        </m:e>
                        <m:sup>
                          <m:r>
                            <a:rPr lang="es-MX" b="0" i="1" smtClean="0">
                              <a:latin typeface="Cambria Math" panose="02040503050406030204" pitchFamily="18" charset="0"/>
                            </a:rPr>
                            <m:t>𝑟h</m:t>
                          </m:r>
                        </m:sup>
                      </m:sSup>
                      <m:f>
                        <m:fPr>
                          <m:ctrlPr>
                            <a:rPr lang="es-MX" b="0" i="1" smtClean="0">
                              <a:latin typeface="Cambria Math" panose="02040503050406030204" pitchFamily="18" charset="0"/>
                            </a:rPr>
                          </m:ctrlPr>
                        </m:fPr>
                        <m:num>
                          <m:r>
                            <a:rPr lang="es-MX" b="0" i="1" smtClean="0">
                              <a:latin typeface="Cambria Math" panose="02040503050406030204" pitchFamily="18" charset="0"/>
                            </a:rPr>
                            <m:t>(</m:t>
                          </m:r>
                          <m:r>
                            <a:rPr lang="es-MX" b="0" i="1" smtClean="0">
                              <a:latin typeface="Cambria Math" panose="02040503050406030204" pitchFamily="18" charset="0"/>
                            </a:rPr>
                            <m:t>𝑢</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𝑑</m:t>
                              </m:r>
                            </m:sub>
                          </m:sSub>
                          <m:r>
                            <a:rPr lang="es-MX" b="0" i="1" smtClean="0">
                              <a:latin typeface="Cambria Math" panose="02040503050406030204" pitchFamily="18" charset="0"/>
                            </a:rPr>
                            <m:t> −</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𝑑𝑃</m:t>
                              </m:r>
                            </m:e>
                            <m:sub>
                              <m:r>
                                <a:rPr lang="es-MX" b="0" i="1" smtClean="0">
                                  <a:latin typeface="Cambria Math" panose="02040503050406030204" pitchFamily="18" charset="0"/>
                                </a:rPr>
                                <m:t>𝑢</m:t>
                              </m:r>
                            </m:sub>
                          </m:sSub>
                          <m:r>
                            <a:rPr lang="es-MX" b="0" i="1" smtClean="0">
                              <a:latin typeface="Cambria Math" panose="02040503050406030204" pitchFamily="18" charset="0"/>
                            </a:rPr>
                            <m:t>)</m:t>
                          </m:r>
                        </m:num>
                        <m:den>
                          <m:r>
                            <a:rPr lang="es-MX" b="0" i="1" smtClean="0">
                              <a:latin typeface="Cambria Math" panose="02040503050406030204" pitchFamily="18" charset="0"/>
                            </a:rPr>
                            <m:t>𝑢</m:t>
                          </m:r>
                          <m:r>
                            <a:rPr lang="es-MX" b="0" i="1" smtClean="0">
                              <a:latin typeface="Cambria Math" panose="02040503050406030204" pitchFamily="18" charset="0"/>
                            </a:rPr>
                            <m:t>−</m:t>
                          </m:r>
                          <m:r>
                            <a:rPr lang="es-MX" b="0" i="1" smtClean="0">
                              <a:latin typeface="Cambria Math" panose="02040503050406030204" pitchFamily="18" charset="0"/>
                            </a:rPr>
                            <m:t>𝑑</m:t>
                          </m:r>
                        </m:den>
                      </m:f>
                    </m:oMath>
                  </m:oMathPara>
                </a14:m>
                <a:endParaRPr lang="en-US"/>
              </a:p>
            </p:txBody>
          </p:sp>
        </mc:Choice>
        <mc:Fallback>
          <p:sp>
            <p:nvSpPr>
              <p:cNvPr id="9" name="TextBox 8">
                <a:extLst>
                  <a:ext uri="{FF2B5EF4-FFF2-40B4-BE49-F238E27FC236}">
                    <a16:creationId xmlns:a16="http://schemas.microsoft.com/office/drawing/2014/main" id="{550E6435-7355-73E8-A3C9-317CC0B56093}"/>
                  </a:ext>
                </a:extLst>
              </p:cNvPr>
              <p:cNvSpPr txBox="1">
                <a:spLocks noRot="1" noChangeAspect="1" noMove="1" noResize="1" noEditPoints="1" noAdjustHandles="1" noChangeArrowheads="1" noChangeShapeType="1" noTextEdit="1"/>
              </p:cNvSpPr>
              <p:nvPr/>
            </p:nvSpPr>
            <p:spPr>
              <a:xfrm>
                <a:off x="931985" y="3693845"/>
                <a:ext cx="2514601" cy="61991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84542DD-9F26-38DB-ACC2-CAEC33B0AF2A}"/>
                  </a:ext>
                </a:extLst>
              </p:cNvPr>
              <p:cNvSpPr txBox="1"/>
              <p:nvPr/>
            </p:nvSpPr>
            <p:spPr>
              <a:xfrm>
                <a:off x="1065616" y="4764702"/>
                <a:ext cx="14720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m:rPr>
                              <m:sty m:val="p"/>
                            </m:rPr>
                            <a:rPr lang="es-MX" b="0" i="0" smtClean="0">
                              <a:latin typeface="Cambria Math" panose="02040503050406030204" pitchFamily="18" charset="0"/>
                            </a:rPr>
                            <m:t>P</m:t>
                          </m:r>
                        </m:e>
                        <m:sub>
                          <m:r>
                            <a:rPr lang="es-MX" b="0" i="0" smtClean="0">
                              <a:latin typeface="Cambria Math" panose="02040503050406030204" pitchFamily="18" charset="0"/>
                            </a:rPr>
                            <m:t>0</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𝑆</m:t>
                          </m:r>
                        </m:e>
                        <m:sub>
                          <m:r>
                            <a:rPr lang="es-MX" b="0" i="1" smtClean="0">
                              <a:latin typeface="Cambria Math" panose="02040503050406030204" pitchFamily="18" charset="0"/>
                            </a:rPr>
                            <m:t>0</m:t>
                          </m:r>
                        </m:sub>
                      </m:sSub>
                      <m:r>
                        <a:rPr lang="es-MX" b="0" i="1" smtClean="0">
                          <a:latin typeface="Cambria Math" panose="02040503050406030204" pitchFamily="18" charset="0"/>
                        </a:rPr>
                        <m:t>+</m:t>
                      </m:r>
                      <m:r>
                        <a:rPr lang="es-MX" b="0" i="1" smtClean="0">
                          <a:latin typeface="Cambria Math" panose="02040503050406030204" pitchFamily="18" charset="0"/>
                        </a:rPr>
                        <m:t>𝐵</m:t>
                      </m:r>
                    </m:oMath>
                  </m:oMathPara>
                </a14:m>
                <a:endParaRPr lang="en-US"/>
              </a:p>
            </p:txBody>
          </p:sp>
        </mc:Choice>
        <mc:Fallback>
          <p:sp>
            <p:nvSpPr>
              <p:cNvPr id="10" name="TextBox 9">
                <a:extLst>
                  <a:ext uri="{FF2B5EF4-FFF2-40B4-BE49-F238E27FC236}">
                    <a16:creationId xmlns:a16="http://schemas.microsoft.com/office/drawing/2014/main" id="{584542DD-9F26-38DB-ACC2-CAEC33B0AF2A}"/>
                  </a:ext>
                </a:extLst>
              </p:cNvPr>
              <p:cNvSpPr txBox="1">
                <a:spLocks noRot="1" noChangeAspect="1" noMove="1" noResize="1" noEditPoints="1" noAdjustHandles="1" noChangeArrowheads="1" noChangeShapeType="1" noTextEdit="1"/>
              </p:cNvSpPr>
              <p:nvPr/>
            </p:nvSpPr>
            <p:spPr>
              <a:xfrm>
                <a:off x="1065616" y="4764702"/>
                <a:ext cx="1472036"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86329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662A8-D2EA-00A9-3DD3-9DE33CC85E11}"/>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983DBDD2-C3E7-341C-4CC0-824A0524B467}"/>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B64C8ACB-9680-1836-04BB-A5D934C73F3E}"/>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i="0" u="none" strike="noStrike" cap="none" err="1">
                <a:solidFill>
                  <a:schemeClr val="accent1"/>
                </a:solidFill>
                <a:latin typeface="Century Gothic"/>
                <a:ea typeface="Arial"/>
                <a:cs typeface="Arial"/>
                <a:sym typeface="Century Gothic"/>
              </a:rPr>
              <a:t>Volatility</a:t>
            </a:r>
            <a:endParaRPr sz="1400" i="0" u="none" strike="noStrike" cap="none">
              <a:solidFill>
                <a:srgbClr val="000000"/>
              </a:solidFill>
              <a:latin typeface="Arial"/>
              <a:ea typeface="Arial"/>
              <a:cs typeface="Arial"/>
              <a:sym typeface="Arial"/>
            </a:endParaRPr>
          </a:p>
        </p:txBody>
      </p:sp>
      <p:sp>
        <p:nvSpPr>
          <p:cNvPr id="39" name="Slide Number Placeholder 38">
            <a:extLst>
              <a:ext uri="{FF2B5EF4-FFF2-40B4-BE49-F238E27FC236}">
                <a16:creationId xmlns:a16="http://schemas.microsoft.com/office/drawing/2014/main" id="{8B69E5E0-5D3D-B40E-B91A-23F3503F6AB8}"/>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7</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579CC1E-FBC5-756C-6AEA-ED89576C470F}"/>
                  </a:ext>
                </a:extLst>
              </p:cNvPr>
              <p:cNvSpPr txBox="1"/>
              <p:nvPr/>
            </p:nvSpPr>
            <p:spPr>
              <a:xfrm>
                <a:off x="567472" y="1549116"/>
                <a:ext cx="10289137" cy="2317942"/>
              </a:xfrm>
              <a:prstGeom prst="rect">
                <a:avLst/>
              </a:prstGeom>
              <a:noFill/>
            </p:spPr>
            <p:txBody>
              <a:bodyPr wrap="square">
                <a:spAutoFit/>
              </a:bodyPr>
              <a:lstStyle/>
              <a:p>
                <a:pPr marL="285750" indent="-285750">
                  <a:buFont typeface="Arial" panose="020B0604020202020204" pitchFamily="34" charset="0"/>
                  <a:buChar char="•"/>
                </a:pPr>
                <a:r>
                  <a:rPr lang="es-MX" sz="1600" b="1">
                    <a:solidFill>
                      <a:srgbClr val="2EAFC0"/>
                    </a:solidFill>
                    <a:latin typeface="Century Gothic" panose="020B0502020202020204" pitchFamily="34" charset="0"/>
                  </a:rPr>
                  <a:t>So </a:t>
                </a:r>
                <a:r>
                  <a:rPr lang="es-MX" sz="1600" b="1" err="1">
                    <a:solidFill>
                      <a:srgbClr val="2EAFC0"/>
                    </a:solidFill>
                    <a:latin typeface="Century Gothic" panose="020B0502020202020204" pitchFamily="34" charset="0"/>
                  </a:rPr>
                  <a:t>far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have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picked</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arbitrary</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𝒖</m:t>
                    </m:r>
                  </m:oMath>
                </a14:m>
                <a:r>
                  <a:rPr lang="en-US"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𝒅</m:t>
                    </m:r>
                  </m:oMath>
                </a14:m>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We can´t make </a:t>
                </a:r>
                <a14:m>
                  <m:oMath xmlns:m="http://schemas.openxmlformats.org/officeDocument/2006/math">
                    <m:r>
                      <a:rPr lang="es-MX" sz="1600" b="1" i="1" smtClean="0">
                        <a:solidFill>
                          <a:srgbClr val="2EAFC0"/>
                        </a:solidFill>
                        <a:latin typeface="Cambria Math" panose="02040503050406030204" pitchFamily="18" charset="0"/>
                      </a:rPr>
                      <m:t>𝒖</m:t>
                    </m:r>
                  </m:oMath>
                </a14:m>
                <a:r>
                  <a:rPr lang="en-US" sz="1600" b="1">
                    <a:solidFill>
                      <a:srgbClr val="2EAFC0"/>
                    </a:solidFill>
                    <a:latin typeface="Century Gothic" panose="020B0502020202020204" pitchFamily="34" charset="0"/>
                  </a:rPr>
                  <a:t> too low or </a:t>
                </a:r>
                <a14:m>
                  <m:oMath xmlns:m="http://schemas.openxmlformats.org/officeDocument/2006/math">
                    <m:r>
                      <a:rPr lang="es-MX" sz="1600" b="1" i="1" smtClean="0">
                        <a:solidFill>
                          <a:srgbClr val="2EAFC0"/>
                        </a:solidFill>
                        <a:latin typeface="Cambria Math" panose="02040503050406030204" pitchFamily="18" charset="0"/>
                      </a:rPr>
                      <m:t>𝒅</m:t>
                    </m:r>
                  </m:oMath>
                </a14:m>
                <a:r>
                  <a:rPr lang="en-US" sz="1600" b="1">
                    <a:solidFill>
                      <a:srgbClr val="2EAFC0"/>
                    </a:solidFill>
                    <a:latin typeface="Century Gothic" panose="020B0502020202020204" pitchFamily="34" charset="0"/>
                  </a:rPr>
                  <a:t> too high. The upper node must be higher than the result of a risk-free investment, and the lower node must be lower, otherwise arbitrage would be possible.</a:t>
                </a:r>
              </a:p>
              <a:p>
                <a:pPr marL="285750" indent="-285750">
                  <a:buFont typeface="Arial" panose="020B0604020202020204" pitchFamily="34" charset="0"/>
                  <a:buChar char="•"/>
                </a:pPr>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A risk –free investment of </a:t>
                </a:r>
                <a14:m>
                  <m:oMath xmlns:m="http://schemas.openxmlformats.org/officeDocument/2006/math">
                    <m:r>
                      <a:rPr lang="es-MX" sz="1600" b="1" i="1" smtClean="0">
                        <a:solidFill>
                          <a:srgbClr val="2EAFC0"/>
                        </a:solidFill>
                        <a:latin typeface="Cambria Math" panose="02040503050406030204" pitchFamily="18" charset="0"/>
                      </a:rPr>
                      <m:t>𝑺</m:t>
                    </m:r>
                  </m:oMath>
                </a14:m>
                <a:r>
                  <a:rPr lang="en-US" sz="1600" b="1">
                    <a:solidFill>
                      <a:srgbClr val="2EAFC0"/>
                    </a:solidFill>
                    <a:latin typeface="Century Gothic" panose="020B0502020202020204" pitchFamily="34" charset="0"/>
                  </a:rPr>
                  <a:t> produces </a:t>
                </a:r>
                <a14:m>
                  <m:oMath xmlns:m="http://schemas.openxmlformats.org/officeDocument/2006/math">
                    <m:r>
                      <a:rPr lang="es-MX" sz="1600" b="1" i="1" smtClean="0">
                        <a:solidFill>
                          <a:srgbClr val="2EAFC0"/>
                        </a:solidFill>
                        <a:latin typeface="Cambria Math" panose="02040503050406030204" pitchFamily="18" charset="0"/>
                      </a:rPr>
                      <m:t>𝑺</m:t>
                    </m:r>
                    <m:sSup>
                      <m:sSupPr>
                        <m:ctrlPr>
                          <a:rPr lang="es-MX" sz="1600" b="1" i="1" smtClean="0">
                            <a:solidFill>
                              <a:srgbClr val="2EAFC0"/>
                            </a:solidFill>
                            <a:latin typeface="Cambria Math" panose="02040503050406030204" pitchFamily="18" charset="0"/>
                          </a:rPr>
                        </m:ctrlPr>
                      </m:sSupPr>
                      <m:e>
                        <m:r>
                          <a:rPr lang="es-MX" sz="1600" b="1" i="1" smtClean="0">
                            <a:solidFill>
                              <a:srgbClr val="2EAFC0"/>
                            </a:solidFill>
                            <a:latin typeface="Cambria Math" panose="02040503050406030204" pitchFamily="18" charset="0"/>
                          </a:rPr>
                          <m:t>𝒆</m:t>
                        </m:r>
                      </m:e>
                      <m:sup>
                        <m:r>
                          <a:rPr lang="es-MX" sz="1600" b="1" i="1" smtClean="0">
                            <a:solidFill>
                              <a:srgbClr val="2EAFC0"/>
                            </a:solidFill>
                            <a:latin typeface="Cambria Math" panose="02040503050406030204" pitchFamily="18" charset="0"/>
                          </a:rPr>
                          <m:t>𝒓𝒉</m:t>
                        </m:r>
                      </m:sup>
                    </m:sSup>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whereas the stock produces </a:t>
                </a:r>
                <a14:m>
                  <m:oMath xmlns:m="http://schemas.openxmlformats.org/officeDocument/2006/math">
                    <m:r>
                      <a:rPr lang="es-MX" sz="1600" b="1" i="1" smtClean="0">
                        <a:solidFill>
                          <a:srgbClr val="2EAFC0"/>
                        </a:solidFill>
                        <a:latin typeface="Cambria Math" panose="02040503050406030204" pitchFamily="18" charset="0"/>
                      </a:rPr>
                      <m:t>𝑺</m:t>
                    </m:r>
                    <m:sSup>
                      <m:sSupPr>
                        <m:ctrlPr>
                          <a:rPr lang="es-MX" sz="1600" b="1" i="1" smtClean="0">
                            <a:solidFill>
                              <a:srgbClr val="2EAFC0"/>
                            </a:solidFill>
                            <a:latin typeface="Cambria Math" panose="02040503050406030204" pitchFamily="18" charset="0"/>
                          </a:rPr>
                        </m:ctrlPr>
                      </m:sSupPr>
                      <m:e>
                        <m:r>
                          <a:rPr lang="es-MX" sz="1600" b="1" i="1" smtClean="0">
                            <a:solidFill>
                              <a:srgbClr val="2EAFC0"/>
                            </a:solidFill>
                            <a:latin typeface="Cambria Math" panose="02040503050406030204" pitchFamily="18" charset="0"/>
                          </a:rPr>
                          <m:t>𝒆</m:t>
                        </m:r>
                      </m:e>
                      <m:sup>
                        <m:r>
                          <a:rPr lang="es-MX" sz="1600" b="1" i="1" smtClean="0">
                            <a:solidFill>
                              <a:srgbClr val="2EAFC0"/>
                            </a:solidFill>
                            <a:latin typeface="Cambria Math" panose="02040503050406030204" pitchFamily="18" charset="0"/>
                          </a:rPr>
                          <m:t>𝜹</m:t>
                        </m:r>
                        <m:r>
                          <a:rPr lang="es-MX" sz="1600" b="1" i="1" smtClean="0">
                            <a:solidFill>
                              <a:srgbClr val="2EAFC0"/>
                            </a:solidFill>
                            <a:latin typeface="Cambria Math" panose="02040503050406030204" pitchFamily="18" charset="0"/>
                          </a:rPr>
                          <m:t>𝒉</m:t>
                        </m:r>
                      </m:sup>
                    </m:sSup>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so…</a:t>
                </a:r>
              </a:p>
              <a:p>
                <a:pPr marL="285750" indent="-285750">
                  <a:buFont typeface="Arial" panose="020B0604020202020204" pitchFamily="34" charset="0"/>
                  <a:buChar char="•"/>
                </a:pPr>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n-US" sz="1600" b="1">
                  <a:solidFill>
                    <a:schemeClr val="tx1"/>
                  </a:solidFill>
                  <a:latin typeface="Century Gothic" panose="020B0502020202020204" pitchFamily="34" charset="0"/>
                </a:endParaRPr>
              </a:p>
              <a:p>
                <a:pPr/>
                <a14:m>
                  <m:oMathPara xmlns:m="http://schemas.openxmlformats.org/officeDocument/2006/math">
                    <m:oMathParaPr>
                      <m:jc m:val="centerGroup"/>
                    </m:oMathParaPr>
                    <m:oMath xmlns:m="http://schemas.openxmlformats.org/officeDocument/2006/math">
                      <m:r>
                        <a:rPr lang="es-MX" sz="1600" b="1" i="1" smtClean="0">
                          <a:solidFill>
                            <a:schemeClr val="tx1"/>
                          </a:solidFill>
                          <a:latin typeface="Cambria Math" panose="02040503050406030204" pitchFamily="18" charset="0"/>
                        </a:rPr>
                        <m:t>𝒅</m:t>
                      </m:r>
                      <m:r>
                        <a:rPr lang="es-MX" sz="1600" b="1" i="1" smtClean="0">
                          <a:solidFill>
                            <a:schemeClr val="tx1"/>
                          </a:solidFill>
                          <a:latin typeface="Cambria Math" panose="02040503050406030204" pitchFamily="18" charset="0"/>
                        </a:rPr>
                        <m:t>&lt;</m:t>
                      </m:r>
                      <m:sSup>
                        <m:sSupPr>
                          <m:ctrlPr>
                            <a:rPr lang="es-MX" sz="1600" b="1" i="1" smtClean="0">
                              <a:solidFill>
                                <a:schemeClr val="tx1"/>
                              </a:solidFill>
                              <a:latin typeface="Cambria Math" panose="02040503050406030204" pitchFamily="18" charset="0"/>
                            </a:rPr>
                          </m:ctrlPr>
                        </m:sSupPr>
                        <m:e>
                          <m:r>
                            <a:rPr lang="es-MX" sz="1600" b="1" i="1" smtClean="0">
                              <a:solidFill>
                                <a:schemeClr val="tx1"/>
                              </a:solidFill>
                              <a:latin typeface="Cambria Math" panose="02040503050406030204" pitchFamily="18" charset="0"/>
                            </a:rPr>
                            <m:t>𝒆</m:t>
                          </m:r>
                        </m:e>
                        <m:sup>
                          <m:d>
                            <m:dPr>
                              <m:ctrlPr>
                                <a:rPr lang="es-MX" sz="1600" b="1" i="1" smtClean="0">
                                  <a:solidFill>
                                    <a:schemeClr val="tx1"/>
                                  </a:solidFill>
                                  <a:latin typeface="Cambria Math" panose="02040503050406030204" pitchFamily="18" charset="0"/>
                                </a:rPr>
                              </m:ctrlPr>
                            </m:dPr>
                            <m:e>
                              <m:r>
                                <a:rPr lang="es-MX" sz="1600" b="1" i="1" smtClean="0">
                                  <a:solidFill>
                                    <a:schemeClr val="tx1"/>
                                  </a:solidFill>
                                  <a:latin typeface="Cambria Math" panose="02040503050406030204" pitchFamily="18" charset="0"/>
                                </a:rPr>
                                <m:t>𝒓</m:t>
                              </m:r>
                              <m:r>
                                <a:rPr lang="es-MX" sz="1600" b="1" i="1" smtClean="0">
                                  <a:solidFill>
                                    <a:schemeClr val="tx1"/>
                                  </a:solidFill>
                                  <a:latin typeface="Cambria Math" panose="02040503050406030204" pitchFamily="18" charset="0"/>
                                </a:rPr>
                                <m:t>−</m:t>
                              </m:r>
                              <m:r>
                                <a:rPr lang="es-MX" sz="1600" b="1" i="1" smtClean="0">
                                  <a:solidFill>
                                    <a:schemeClr val="tx1"/>
                                  </a:solidFill>
                                  <a:latin typeface="Cambria Math" panose="02040503050406030204" pitchFamily="18" charset="0"/>
                                </a:rPr>
                                <m:t>𝜹</m:t>
                              </m:r>
                            </m:e>
                          </m:d>
                          <m:r>
                            <a:rPr lang="es-MX" sz="1600" b="1" i="1" smtClean="0">
                              <a:solidFill>
                                <a:schemeClr val="tx1"/>
                              </a:solidFill>
                              <a:latin typeface="Cambria Math" panose="02040503050406030204" pitchFamily="18" charset="0"/>
                            </a:rPr>
                            <m:t>𝒉</m:t>
                          </m:r>
                        </m:sup>
                      </m:sSup>
                      <m:r>
                        <a:rPr lang="es-MX" sz="1600" b="1" i="1" smtClean="0">
                          <a:solidFill>
                            <a:schemeClr val="tx1"/>
                          </a:solidFill>
                          <a:latin typeface="Cambria Math" panose="02040503050406030204" pitchFamily="18" charset="0"/>
                        </a:rPr>
                        <m:t>&lt;</m:t>
                      </m:r>
                      <m:r>
                        <a:rPr lang="es-MX" sz="1600" b="1" i="1" smtClean="0">
                          <a:solidFill>
                            <a:schemeClr val="tx1"/>
                          </a:solidFill>
                          <a:latin typeface="Cambria Math" panose="02040503050406030204" pitchFamily="18" charset="0"/>
                        </a:rPr>
                        <m:t>𝒖</m:t>
                      </m:r>
                    </m:oMath>
                  </m:oMathPara>
                </a14:m>
                <a:endParaRPr lang="en-US" sz="1600" b="1">
                  <a:solidFill>
                    <a:schemeClr val="tx1"/>
                  </a:solidFill>
                  <a:latin typeface="Century Gothic" panose="020B0502020202020204" pitchFamily="34" charset="0"/>
                </a:endParaRPr>
              </a:p>
              <a:p>
                <a:endParaRPr lang="en-US" sz="1600" b="1">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B579CC1E-FBC5-756C-6AEA-ED89576C470F}"/>
                  </a:ext>
                </a:extLst>
              </p:cNvPr>
              <p:cNvSpPr txBox="1">
                <a:spLocks noRot="1" noChangeAspect="1" noMove="1" noResize="1" noEditPoints="1" noAdjustHandles="1" noChangeArrowheads="1" noChangeShapeType="1" noTextEdit="1"/>
              </p:cNvSpPr>
              <p:nvPr/>
            </p:nvSpPr>
            <p:spPr>
              <a:xfrm>
                <a:off x="567472" y="1549116"/>
                <a:ext cx="10289137" cy="2317942"/>
              </a:xfrm>
              <a:prstGeom prst="rect">
                <a:avLst/>
              </a:prstGeom>
              <a:blipFill>
                <a:blip r:embed="rId2"/>
                <a:stretch>
                  <a:fillRect l="-237" t="-7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067FB93-7EAE-4331-5967-5F9ACD5198A3}"/>
                  </a:ext>
                </a:extLst>
              </p:cNvPr>
              <p:cNvSpPr txBox="1"/>
              <p:nvPr/>
            </p:nvSpPr>
            <p:spPr>
              <a:xfrm>
                <a:off x="567472" y="3867058"/>
                <a:ext cx="10862528" cy="2308324"/>
              </a:xfrm>
              <a:prstGeom prst="rect">
                <a:avLst/>
              </a:prstGeom>
              <a:noFill/>
            </p:spPr>
            <p:txBody>
              <a:bodyPr wrap="square">
                <a:spAutoFit/>
              </a:bodyPr>
              <a:lstStyle/>
              <a:p>
                <a:pPr marL="285750" indent="-285750">
                  <a:buFont typeface="Arial" panose="020B0604020202020204" pitchFamily="34" charset="0"/>
                  <a:buChar char="•"/>
                </a:pPr>
                <a:r>
                  <a:rPr lang="es-MX" sz="1600" b="1">
                    <a:solidFill>
                      <a:srgbClr val="2EAFC0"/>
                    </a:solidFill>
                    <a:latin typeface="Century Gothic" panose="020B0502020202020204" pitchFamily="34" charset="0"/>
                  </a:rPr>
                  <a:t>The </a:t>
                </a:r>
                <a:r>
                  <a:rPr lang="es-MX" sz="1600" b="1" err="1">
                    <a:solidFill>
                      <a:srgbClr val="2EAFC0"/>
                    </a:solidFill>
                    <a:latin typeface="Century Gothic" panose="020B0502020202020204" pitchFamily="34" charset="0"/>
                  </a:rPr>
                  <a:t>further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apart</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𝒖</m:t>
                    </m:r>
                  </m:oMath>
                </a14:m>
                <a:r>
                  <a:rPr lang="en-US"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𝒅</m:t>
                    </m:r>
                  </m:oMath>
                </a14:m>
                <a:r>
                  <a:rPr lang="en-US" sz="1600" b="1">
                    <a:solidFill>
                      <a:srgbClr val="2EAFC0"/>
                    </a:solidFill>
                    <a:latin typeface="Century Gothic" panose="020B0502020202020204" pitchFamily="34" charset="0"/>
                  </a:rPr>
                  <a:t> are, the greater the variance in the stock’s price.</a:t>
                </a:r>
              </a:p>
              <a:p>
                <a:pPr marL="285750" indent="-285750">
                  <a:buFont typeface="Arial" panose="020B0604020202020204" pitchFamily="34" charset="0"/>
                  <a:buChar char="•"/>
                </a:pPr>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Rather than considering the variance of a variable assuming values </a:t>
                </a:r>
                <a14:m>
                  <m:oMath xmlns:m="http://schemas.openxmlformats.org/officeDocument/2006/math">
                    <m:r>
                      <a:rPr lang="es-MX" sz="1600" b="1" i="1" smtClean="0">
                        <a:solidFill>
                          <a:srgbClr val="2EAFC0"/>
                        </a:solidFill>
                        <a:latin typeface="Cambria Math" panose="02040503050406030204" pitchFamily="18" charset="0"/>
                      </a:rPr>
                      <m:t>𝒖</m:t>
                    </m:r>
                  </m:oMath>
                </a14:m>
                <a:r>
                  <a:rPr lang="en-US"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𝒅</m:t>
                    </m:r>
                    <m:r>
                      <a:rPr lang="es-MX" sz="1600" b="1" i="0"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let´s consider a </a:t>
                </a:r>
                <a:r>
                  <a:rPr lang="en-US" sz="1600" b="1" err="1">
                    <a:solidFill>
                      <a:srgbClr val="2EAFC0"/>
                    </a:solidFill>
                    <a:latin typeface="Century Gothic" panose="020B0502020202020204" pitchFamily="34" charset="0"/>
                  </a:rPr>
                  <a:t>r.v</a:t>
                </a:r>
                <a:r>
                  <a:rPr lang="en-US" sz="1600" b="1">
                    <a:solidFill>
                      <a:srgbClr val="2EAFC0"/>
                    </a:solidFill>
                    <a:latin typeface="Century Gothic" panose="020B0502020202020204" pitchFamily="34" charset="0"/>
                  </a:rPr>
                  <a:t> assuming values </a:t>
                </a:r>
                <a14:m>
                  <m:oMath xmlns:m="http://schemas.openxmlformats.org/officeDocument/2006/math">
                    <m:r>
                      <a:rPr lang="es-MX" sz="1600" b="1" i="1" smtClean="0">
                        <a:solidFill>
                          <a:srgbClr val="2EAFC0"/>
                        </a:solidFill>
                        <a:latin typeface="Cambria Math" panose="02040503050406030204" pitchFamily="18" charset="0"/>
                      </a:rPr>
                      <m:t>𝒍𝒏</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𝒖</m:t>
                    </m:r>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𝒍𝒏</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𝒅</m:t>
                    </m:r>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(i.e. the variance of the continuously compounded rate of return of the stock)</a:t>
                </a:r>
              </a:p>
              <a:p>
                <a:pPr marL="285750" indent="-285750">
                  <a:buFont typeface="Arial" panose="020B0604020202020204" pitchFamily="34" charset="0"/>
                  <a:buChar char="•"/>
                </a:pPr>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To simplify calculation, remember that a Bernoulli </a:t>
                </a:r>
                <a:r>
                  <a:rPr lang="en-US" sz="1600" b="1" err="1">
                    <a:solidFill>
                      <a:srgbClr val="2EAFC0"/>
                    </a:solidFill>
                    <a:latin typeface="Century Gothic" panose="020B0502020202020204" pitchFamily="34" charset="0"/>
                  </a:rPr>
                  <a:t>r.v.</a:t>
                </a:r>
                <a:r>
                  <a:rPr lang="en-US" sz="1600" b="1">
                    <a:solidFill>
                      <a:srgbClr val="2EAFC0"/>
                    </a:solidFill>
                    <a:latin typeface="Century Gothic" panose="020B0502020202020204" pitchFamily="34" charset="0"/>
                  </a:rPr>
                  <a:t> with </a:t>
                </a:r>
                <a:r>
                  <a:rPr lang="en-US" sz="1600" b="1" err="1">
                    <a:solidFill>
                      <a:srgbClr val="2EAFC0"/>
                    </a:solidFill>
                    <a:latin typeface="Century Gothic" panose="020B0502020202020204" pitchFamily="34" charset="0"/>
                  </a:rPr>
                  <a:t>equall</a:t>
                </a:r>
                <a:r>
                  <a:rPr lang="en-US" sz="1600" b="1">
                    <a:solidFill>
                      <a:srgbClr val="2EAFC0"/>
                    </a:solidFill>
                    <a:latin typeface="Century Gothic" panose="020B0502020202020204" pitchFamily="34" charset="0"/>
                  </a:rPr>
                  <a:t> probability of assuming values 0 and 1 has variance 0.25.</a:t>
                </a:r>
              </a:p>
              <a:p>
                <a:pPr marL="285750" indent="-285750">
                  <a:buFont typeface="Arial" panose="020B0604020202020204" pitchFamily="34" charset="0"/>
                  <a:buChar char="•"/>
                </a:pPr>
                <a:endParaRPr lang="en-US"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Hence,  a </a:t>
                </a:r>
                <a:r>
                  <a:rPr lang="en-US" sz="1600" b="1" err="1">
                    <a:solidFill>
                      <a:srgbClr val="2EAFC0"/>
                    </a:solidFill>
                    <a:latin typeface="Century Gothic" panose="020B0502020202020204" pitchFamily="34" charset="0"/>
                  </a:rPr>
                  <a:t>r.v.</a:t>
                </a:r>
                <a:r>
                  <a:rPr lang="en-US" sz="1600" b="1">
                    <a:solidFill>
                      <a:srgbClr val="2EAFC0"/>
                    </a:solidFill>
                    <a:latin typeface="Century Gothic" panose="020B0502020202020204" pitchFamily="34" charset="0"/>
                  </a:rPr>
                  <a:t> equally likely to assume the values </a:t>
                </a:r>
                <a14:m>
                  <m:oMath xmlns:m="http://schemas.openxmlformats.org/officeDocument/2006/math">
                    <m:r>
                      <a:rPr lang="es-MX" sz="1600" b="1" i="1" smtClean="0">
                        <a:solidFill>
                          <a:srgbClr val="2EAFC0"/>
                        </a:solidFill>
                        <a:latin typeface="Cambria Math" panose="02040503050406030204" pitchFamily="18" charset="0"/>
                      </a:rPr>
                      <m:t>𝒍𝒏</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𝒖</m:t>
                    </m:r>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𝒍𝒏</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𝒅</m:t>
                    </m:r>
                    <m:r>
                      <a:rPr lang="es-MX" sz="1600" b="1" i="1" smtClean="0">
                        <a:solidFill>
                          <a:srgbClr val="2EAFC0"/>
                        </a:solidFill>
                        <a:latin typeface="Cambria Math" panose="02040503050406030204" pitchFamily="18" charset="0"/>
                      </a:rPr>
                      <m:t>)</m:t>
                    </m:r>
                  </m:oMath>
                </a14:m>
                <a:r>
                  <a:rPr lang="en-US" sz="1600" b="1">
                    <a:solidFill>
                      <a:srgbClr val="2EAFC0"/>
                    </a:solidFill>
                    <a:latin typeface="Century Gothic" panose="020B0502020202020204" pitchFamily="34" charset="0"/>
                  </a:rPr>
                  <a:t> has variance…</a:t>
                </a:r>
              </a:p>
            </p:txBody>
          </p:sp>
        </mc:Choice>
        <mc:Fallback>
          <p:sp>
            <p:nvSpPr>
              <p:cNvPr id="3" name="TextBox 2">
                <a:extLst>
                  <a:ext uri="{FF2B5EF4-FFF2-40B4-BE49-F238E27FC236}">
                    <a16:creationId xmlns:a16="http://schemas.microsoft.com/office/drawing/2014/main" id="{5067FB93-7EAE-4331-5967-5F9ACD5198A3}"/>
                  </a:ext>
                </a:extLst>
              </p:cNvPr>
              <p:cNvSpPr txBox="1">
                <a:spLocks noRot="1" noChangeAspect="1" noMove="1" noResize="1" noEditPoints="1" noAdjustHandles="1" noChangeArrowheads="1" noChangeShapeType="1" noTextEdit="1"/>
              </p:cNvSpPr>
              <p:nvPr/>
            </p:nvSpPr>
            <p:spPr>
              <a:xfrm>
                <a:off x="567472" y="3867058"/>
                <a:ext cx="10862528" cy="2308324"/>
              </a:xfrm>
              <a:prstGeom prst="rect">
                <a:avLst/>
              </a:prstGeom>
              <a:blipFill>
                <a:blip r:embed="rId3"/>
                <a:stretch>
                  <a:fillRect l="-224" t="-792" r="-617" b="-237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2A9AF0C-5A4D-FF08-C50F-6F715910F980}"/>
                  </a:ext>
                </a:extLst>
              </p14:cNvPr>
              <p14:cNvContentPartPr/>
              <p14:nvPr/>
            </p14:nvContentPartPr>
            <p14:xfrm>
              <a:off x="1324800" y="1543680"/>
              <a:ext cx="10562040" cy="5017680"/>
            </p14:xfrm>
          </p:contentPart>
        </mc:Choice>
        <mc:Fallback>
          <p:pic>
            <p:nvPicPr>
              <p:cNvPr id="2" name="Ink 1">
                <a:extLst>
                  <a:ext uri="{FF2B5EF4-FFF2-40B4-BE49-F238E27FC236}">
                    <a16:creationId xmlns:a16="http://schemas.microsoft.com/office/drawing/2014/main" id="{A2A9AF0C-5A4D-FF08-C50F-6F715910F980}"/>
                  </a:ext>
                </a:extLst>
              </p:cNvPr>
              <p:cNvPicPr/>
              <p:nvPr/>
            </p:nvPicPr>
            <p:blipFill>
              <a:blip r:embed="rId5"/>
              <a:stretch>
                <a:fillRect/>
              </a:stretch>
            </p:blipFill>
            <p:spPr>
              <a:xfrm>
                <a:off x="1315440" y="1534320"/>
                <a:ext cx="10580760" cy="5036400"/>
              </a:xfrm>
              <a:prstGeom prst="rect">
                <a:avLst/>
              </a:prstGeom>
            </p:spPr>
          </p:pic>
        </mc:Fallback>
      </mc:AlternateContent>
    </p:spTree>
    <p:extLst>
      <p:ext uri="{BB962C8B-B14F-4D97-AF65-F5344CB8AC3E}">
        <p14:creationId xmlns:p14="http://schemas.microsoft.com/office/powerpoint/2010/main" val="479591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8F523-7474-4420-160F-F6AB14238B79}"/>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71F28453-7C8A-D8C7-3A83-F805EBBE9F29}"/>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CA06A03E-26B1-B344-A097-66B74A449F4D}"/>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i="0" u="none" strike="noStrike" cap="none" err="1">
                <a:solidFill>
                  <a:schemeClr val="accent1"/>
                </a:solidFill>
                <a:latin typeface="Century Gothic"/>
                <a:ea typeface="Arial"/>
                <a:cs typeface="Arial"/>
                <a:sym typeface="Century Gothic"/>
              </a:rPr>
              <a:t>Volatility</a:t>
            </a:r>
            <a:endParaRPr sz="1400" i="0" u="none" strike="noStrike" cap="none">
              <a:solidFill>
                <a:srgbClr val="000000"/>
              </a:solidFill>
              <a:latin typeface="Arial"/>
              <a:ea typeface="Arial"/>
              <a:cs typeface="Arial"/>
              <a:sym typeface="Arial"/>
            </a:endParaRPr>
          </a:p>
        </p:txBody>
      </p:sp>
      <p:sp>
        <p:nvSpPr>
          <p:cNvPr id="39" name="Slide Number Placeholder 38">
            <a:extLst>
              <a:ext uri="{FF2B5EF4-FFF2-40B4-BE49-F238E27FC236}">
                <a16:creationId xmlns:a16="http://schemas.microsoft.com/office/drawing/2014/main" id="{09FFE199-B2AC-A2C2-ECC8-9B283EC9968E}"/>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8</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E22DB71-B4D9-AC1B-D5CF-79455FBD89F6}"/>
                  </a:ext>
                </a:extLst>
              </p:cNvPr>
              <p:cNvSpPr txBox="1"/>
              <p:nvPr/>
            </p:nvSpPr>
            <p:spPr>
              <a:xfrm>
                <a:off x="567472" y="1549116"/>
                <a:ext cx="10289137" cy="5035161"/>
              </a:xfrm>
              <a:prstGeom prst="rect">
                <a:avLst/>
              </a:prstGeom>
              <a:noFill/>
            </p:spPr>
            <p:txBody>
              <a:bodyPr wrap="square">
                <a:spAutoFit/>
              </a:bodyPr>
              <a:lstStyle/>
              <a:p>
                <a:pPr marL="285750" indent="-285750">
                  <a:buFont typeface="Arial" panose="020B0604020202020204" pitchFamily="34" charset="0"/>
                  <a:buChar char="•"/>
                </a:pPr>
                <a:r>
                  <a:rPr lang="es-MX" sz="1600" b="1">
                    <a:solidFill>
                      <a:srgbClr val="2EAFC0"/>
                    </a:solidFill>
                    <a:latin typeface="Century Gothic" panose="020B0502020202020204" pitchFamily="34" charset="0"/>
                  </a:rPr>
                  <a:t>While </a:t>
                </a:r>
                <a:r>
                  <a:rPr lang="es-MX" sz="1600" b="1" err="1">
                    <a:solidFill>
                      <a:srgbClr val="2EAFC0"/>
                    </a:solidFill>
                    <a:latin typeface="Century Gothic" panose="020B0502020202020204" pitchFamily="34" charset="0"/>
                  </a:rPr>
                  <a:t>our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trees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does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always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have</a:t>
                </a:r>
                <a:r>
                  <a:rPr lang="es-MX" sz="1600" b="1">
                    <a:solidFill>
                      <a:srgbClr val="2EAFC0"/>
                    </a:solidFill>
                    <a:latin typeface="Century Gothic" panose="020B0502020202020204" pitchFamily="34" charset="0"/>
                  </a:rPr>
                  <a:t> a 50/50 </a:t>
                </a:r>
                <a:r>
                  <a:rPr lang="es-MX" sz="1600" b="1" err="1">
                    <a:solidFill>
                      <a:srgbClr val="2EAFC0"/>
                    </a:solidFill>
                    <a:latin typeface="Century Gothic" panose="020B0502020202020204" pitchFamily="34" charset="0"/>
                  </a:rPr>
                  <a:t>probability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an</a:t>
                </a:r>
                <a:r>
                  <a:rPr lang="es-MX" sz="1600" b="1">
                    <a:solidFill>
                      <a:srgbClr val="2EAFC0"/>
                    </a:solidFill>
                    <a:latin typeface="Century Gothic" panose="020B0502020202020204" pitchFamily="34" charset="0"/>
                  </a:rPr>
                  <a:t> up </a:t>
                </a:r>
                <a:r>
                  <a:rPr lang="es-MX" sz="1600" b="1" err="1">
                    <a:solidFill>
                      <a:srgbClr val="2EAFC0"/>
                    </a:solidFill>
                    <a:latin typeface="Century Gothic" panose="020B0502020202020204" pitchFamily="34" charset="0"/>
                  </a:rPr>
                  <a:t>or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down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move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will</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calculate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variance</a:t>
                </a:r>
                <a:r>
                  <a:rPr lang="es-MX" sz="1600" b="1">
                    <a:solidFill>
                      <a:srgbClr val="2EAFC0"/>
                    </a:solidFill>
                    <a:latin typeface="Century Gothic" panose="020B0502020202020204" pitchFamily="34" charset="0"/>
                  </a:rPr>
                  <a:t> as </a:t>
                </a:r>
                <a:r>
                  <a:rPr lang="es-MX" sz="1600" b="1" err="1">
                    <a:solidFill>
                      <a:srgbClr val="2EAFC0"/>
                    </a:solidFill>
                    <a:latin typeface="Century Gothic" panose="020B0502020202020204" pitchFamily="34" charset="0"/>
                  </a:rPr>
                  <a:t>if</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probability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0.5.</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Then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solving</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for</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𝒅</m:t>
                    </m:r>
                  </m:oMath>
                </a14:m>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terms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of</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𝒖</m:t>
                    </m:r>
                  </m:oMath>
                </a14:m>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14:m>
                  <m:oMath xmlns:m="http://schemas.openxmlformats.org/officeDocument/2006/math">
                    <m:r>
                      <a:rPr lang="es-MX" sz="1600" b="1" i="1" smtClean="0">
                        <a:latin typeface="Cambria Math" panose="02040503050406030204" pitchFamily="18" charset="0"/>
                      </a:rPr>
                      <m:t>𝒗</m:t>
                    </m:r>
                  </m:oMath>
                </a14:m>
                <a:r>
                  <a:rPr lang="en-US" sz="1600">
                    <a:latin typeface="Century Gothic" panose="020B0502020202020204" pitchFamily="34" charset="0"/>
                  </a:rPr>
                  <a:t> is the square root of the variance, or the </a:t>
                </a:r>
                <a:r>
                  <a:rPr lang="en-US" sz="1600" b="1">
                    <a:solidFill>
                      <a:srgbClr val="C00000"/>
                    </a:solidFill>
                    <a:latin typeface="Century Gothic" panose="020B0502020202020204" pitchFamily="34" charset="0"/>
                  </a:rPr>
                  <a:t>volatility</a:t>
                </a:r>
                <a:r>
                  <a:rPr lang="en-US" sz="1600">
                    <a:solidFill>
                      <a:srgbClr val="C00000"/>
                    </a:solidFill>
                    <a:latin typeface="Century Gothic" panose="020B0502020202020204" pitchFamily="34" charset="0"/>
                  </a:rPr>
                  <a:t> </a:t>
                </a:r>
                <a:r>
                  <a:rPr lang="en-US" sz="1600">
                    <a:latin typeface="Century Gothic" panose="020B0502020202020204" pitchFamily="34" charset="0"/>
                  </a:rPr>
                  <a:t>of one period, we annualize it by dividing it by </a:t>
                </a:r>
                <a14:m>
                  <m:oMath xmlns:m="http://schemas.openxmlformats.org/officeDocument/2006/math">
                    <m:r>
                      <a:rPr lang="es-MX" sz="1600" b="0" i="1" smtClean="0">
                        <a:latin typeface="Cambria Math" panose="02040503050406030204" pitchFamily="18" charset="0"/>
                      </a:rPr>
                      <m:t>√</m:t>
                    </m:r>
                    <m:r>
                      <a:rPr lang="es-MX" sz="1600" b="0" i="1" smtClean="0">
                        <a:latin typeface="Cambria Math" panose="02040503050406030204" pitchFamily="18" charset="0"/>
                      </a:rPr>
                      <m:t>h</m:t>
                    </m:r>
                  </m:oMath>
                </a14:m>
                <a:r>
                  <a:rPr lang="en-US" sz="1600">
                    <a:solidFill>
                      <a:srgbClr val="C00000"/>
                    </a:solidFill>
                    <a:latin typeface="Century Gothic" panose="020B0502020202020204" pitchFamily="34" charset="0"/>
                  </a:rPr>
                  <a:t> </a:t>
                </a:r>
                <a:r>
                  <a:rPr lang="en-US" sz="1600">
                    <a:latin typeface="Century Gothic" panose="020B0502020202020204" pitchFamily="34" charset="0"/>
                  </a:rPr>
                  <a:t>where </a:t>
                </a:r>
                <a14:m>
                  <m:oMath xmlns:m="http://schemas.openxmlformats.org/officeDocument/2006/math">
                    <m:r>
                      <a:rPr lang="es-MX" sz="1600" b="0" i="1" smtClean="0">
                        <a:latin typeface="Cambria Math" panose="02040503050406030204" pitchFamily="18" charset="0"/>
                      </a:rPr>
                      <m:t>h</m:t>
                    </m:r>
                  </m:oMath>
                </a14:m>
                <a:r>
                  <a:rPr lang="en-US" sz="1600">
                    <a:solidFill>
                      <a:srgbClr val="C00000"/>
                    </a:solidFill>
                    <a:latin typeface="Century Gothic" panose="020B0502020202020204" pitchFamily="34" charset="0"/>
                  </a:rPr>
                  <a:t> </a:t>
                </a:r>
                <a:r>
                  <a:rPr lang="en-US" sz="1600">
                    <a:latin typeface="Century Gothic" panose="020B0502020202020204" pitchFamily="34" charset="0"/>
                  </a:rPr>
                  <a:t>is the size of the period. Thus </a:t>
                </a:r>
                <a14:m>
                  <m:oMath xmlns:m="http://schemas.openxmlformats.org/officeDocument/2006/math">
                    <m:r>
                      <a:rPr lang="es-MX" sz="1600" b="0" i="1" smtClean="0">
                        <a:latin typeface="Cambria Math" panose="02040503050406030204" pitchFamily="18" charset="0"/>
                      </a:rPr>
                      <m:t>𝜎</m:t>
                    </m:r>
                    <m:r>
                      <a:rPr lang="es-MX" sz="1600" b="0" i="1" smtClean="0">
                        <a:latin typeface="Cambria Math" panose="02040503050406030204" pitchFamily="18" charset="0"/>
                      </a:rPr>
                      <m:t>=</m:t>
                    </m:r>
                    <m:r>
                      <a:rPr lang="es-MX" sz="1600" b="0" i="1" smtClean="0">
                        <a:latin typeface="Cambria Math" panose="02040503050406030204" pitchFamily="18" charset="0"/>
                      </a:rPr>
                      <m:t>𝑣</m:t>
                    </m:r>
                    <m:r>
                      <a:rPr lang="es-MX" sz="1600" b="0" i="1" smtClean="0">
                        <a:latin typeface="Cambria Math" panose="02040503050406030204" pitchFamily="18" charset="0"/>
                      </a:rPr>
                      <m:t>/√</m:t>
                    </m:r>
                    <m:r>
                      <a:rPr lang="es-MX" sz="1600" b="0" i="1" smtClean="0">
                        <a:latin typeface="Cambria Math" panose="02040503050406030204" pitchFamily="18" charset="0"/>
                      </a:rPr>
                      <m:t>h</m:t>
                    </m:r>
                  </m:oMath>
                </a14:m>
                <a:r>
                  <a:rPr lang="en-US" sz="1600">
                    <a:latin typeface="Century Gothic" panose="020B0502020202020204" pitchFamily="34" charset="0"/>
                  </a:rPr>
                  <a:t> is the annual volatility.</a:t>
                </a:r>
              </a:p>
              <a:p>
                <a:pPr marL="285750" indent="-285750">
                  <a:buFont typeface="Arial" panose="020B0604020202020204" pitchFamily="34" charset="0"/>
                  <a:buChar char="•"/>
                </a:pPr>
                <a:endParaRPr lang="en-US" sz="1600">
                  <a:latin typeface="Century Gothic" panose="020B0502020202020204" pitchFamily="34" charset="0"/>
                </a:endParaRPr>
              </a:p>
              <a:p>
                <a:pPr marL="285750" indent="-285750">
                  <a:buFont typeface="Arial" panose="020B0604020202020204" pitchFamily="34" charset="0"/>
                  <a:buChar char="•"/>
                </a:pPr>
                <a:r>
                  <a:rPr lang="en-US" sz="1600">
                    <a:latin typeface="Century Gothic" panose="020B0502020202020204" pitchFamily="34" charset="0"/>
                  </a:rPr>
                  <a:t>To determine </a:t>
                </a:r>
                <a14:m>
                  <m:oMath xmlns:m="http://schemas.openxmlformats.org/officeDocument/2006/math">
                    <m:r>
                      <a:rPr lang="es-MX" sz="1600" b="0" i="1" smtClean="0">
                        <a:latin typeface="Cambria Math" panose="02040503050406030204" pitchFamily="18" charset="0"/>
                      </a:rPr>
                      <m:t>𝑢</m:t>
                    </m:r>
                  </m:oMath>
                </a14:m>
                <a:r>
                  <a:rPr lang="en-US" sz="1600">
                    <a:latin typeface="Century Gothic" panose="020B0502020202020204" pitchFamily="34" charset="0"/>
                  </a:rPr>
                  <a:t> and </a:t>
                </a:r>
                <a14:m>
                  <m:oMath xmlns:m="http://schemas.openxmlformats.org/officeDocument/2006/math">
                    <m:r>
                      <a:rPr lang="es-MX" sz="1600" b="0" i="1" smtClean="0">
                        <a:latin typeface="Cambria Math" panose="02040503050406030204" pitchFamily="18" charset="0"/>
                      </a:rPr>
                      <m:t>𝑑</m:t>
                    </m:r>
                  </m:oMath>
                </a14:m>
                <a:r>
                  <a:rPr lang="en-US" sz="1600">
                    <a:latin typeface="Century Gothic" panose="020B0502020202020204" pitchFamily="34" charset="0"/>
                  </a:rPr>
                  <a:t> we first specify the volatility of the stock, then, given a </a:t>
                </a:r>
                <a14:m>
                  <m:oMath xmlns:m="http://schemas.openxmlformats.org/officeDocument/2006/math">
                    <m:r>
                      <a:rPr lang="es-MX" sz="1600" b="0" i="1" smtClean="0">
                        <a:latin typeface="Cambria Math" panose="02040503050406030204" pitchFamily="18" charset="0"/>
                      </a:rPr>
                      <m:t>𝑑</m:t>
                    </m:r>
                  </m:oMath>
                </a14:m>
                <a:r>
                  <a:rPr lang="en-US" sz="1600">
                    <a:latin typeface="Century Gothic" panose="020B0502020202020204" pitchFamily="34" charset="0"/>
                  </a:rPr>
                  <a:t> and set for </a:t>
                </a:r>
                <a14:m>
                  <m:oMath xmlns:m="http://schemas.openxmlformats.org/officeDocument/2006/math">
                    <m:r>
                      <a:rPr lang="es-MX" sz="1600" b="0" i="1" smtClean="0">
                        <a:latin typeface="Cambria Math" panose="02040503050406030204" pitchFamily="18" charset="0"/>
                      </a:rPr>
                      <m:t>𝑢</m:t>
                    </m:r>
                  </m:oMath>
                </a14:m>
                <a:r>
                  <a:rPr lang="en-US" sz="1600">
                    <a:latin typeface="Century Gothic" panose="020B0502020202020204" pitchFamily="34" charset="0"/>
                  </a:rPr>
                  <a:t> or voce-versa</a:t>
                </a:r>
              </a:p>
            </p:txBody>
          </p:sp>
        </mc:Choice>
        <mc:Fallback>
          <p:sp>
            <p:nvSpPr>
              <p:cNvPr id="5" name="TextBox 4">
                <a:extLst>
                  <a:ext uri="{FF2B5EF4-FFF2-40B4-BE49-F238E27FC236}">
                    <a16:creationId xmlns:a16="http://schemas.microsoft.com/office/drawing/2014/main" id="{AE22DB71-B4D9-AC1B-D5CF-79455FBD89F6}"/>
                  </a:ext>
                </a:extLst>
              </p:cNvPr>
              <p:cNvSpPr txBox="1">
                <a:spLocks noRot="1" noChangeAspect="1" noMove="1" noResize="1" noEditPoints="1" noAdjustHandles="1" noChangeArrowheads="1" noChangeShapeType="1" noTextEdit="1"/>
              </p:cNvSpPr>
              <p:nvPr/>
            </p:nvSpPr>
            <p:spPr>
              <a:xfrm>
                <a:off x="567472" y="1549116"/>
                <a:ext cx="10289137" cy="5035161"/>
              </a:xfrm>
              <a:prstGeom prst="rect">
                <a:avLst/>
              </a:prstGeom>
              <a:blipFill>
                <a:blip r:embed="rId2"/>
                <a:stretch>
                  <a:fillRect l="-237" t="-363" b="-60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8919C95-86A3-9701-6C9E-867FBA0F3F43}"/>
                  </a:ext>
                </a:extLst>
              </p14:cNvPr>
              <p14:cNvContentPartPr/>
              <p14:nvPr/>
            </p14:nvContentPartPr>
            <p14:xfrm>
              <a:off x="948960" y="2508120"/>
              <a:ext cx="10739160" cy="4015440"/>
            </p14:xfrm>
          </p:contentPart>
        </mc:Choice>
        <mc:Fallback>
          <p:pic>
            <p:nvPicPr>
              <p:cNvPr id="2" name="Ink 1">
                <a:extLst>
                  <a:ext uri="{FF2B5EF4-FFF2-40B4-BE49-F238E27FC236}">
                    <a16:creationId xmlns:a16="http://schemas.microsoft.com/office/drawing/2014/main" id="{68919C95-86A3-9701-6C9E-867FBA0F3F43}"/>
                  </a:ext>
                </a:extLst>
              </p:cNvPr>
              <p:cNvPicPr/>
              <p:nvPr/>
            </p:nvPicPr>
            <p:blipFill>
              <a:blip r:embed="rId4"/>
              <a:stretch>
                <a:fillRect/>
              </a:stretch>
            </p:blipFill>
            <p:spPr>
              <a:xfrm>
                <a:off x="939600" y="2498760"/>
                <a:ext cx="10757880" cy="4034160"/>
              </a:xfrm>
              <a:prstGeom prst="rect">
                <a:avLst/>
              </a:prstGeom>
            </p:spPr>
          </p:pic>
        </mc:Fallback>
      </mc:AlternateContent>
    </p:spTree>
    <p:extLst>
      <p:ext uri="{BB962C8B-B14F-4D97-AF65-F5344CB8AC3E}">
        <p14:creationId xmlns:p14="http://schemas.microsoft.com/office/powerpoint/2010/main" val="3442439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CCFF8-BC18-510E-4047-A01ACE854B33}"/>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ACF0B9CD-E621-31B5-5B40-CDC3A5579A47}"/>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2D56DAE2-2884-79CC-BA52-D18324B86859}"/>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i="0" u="none" strike="noStrike" cap="none" err="1">
                <a:solidFill>
                  <a:schemeClr val="accent1"/>
                </a:solidFill>
                <a:latin typeface="Century Gothic"/>
                <a:ea typeface="Arial"/>
                <a:cs typeface="Arial"/>
                <a:sym typeface="Century Gothic"/>
              </a:rPr>
              <a:t>Volatility</a:t>
            </a:r>
            <a:endParaRPr sz="1400" i="0" u="none" strike="noStrike" cap="none">
              <a:solidFill>
                <a:srgbClr val="000000"/>
              </a:solidFill>
              <a:latin typeface="Arial"/>
              <a:ea typeface="Arial"/>
              <a:cs typeface="Arial"/>
              <a:sym typeface="Arial"/>
            </a:endParaRPr>
          </a:p>
        </p:txBody>
      </p:sp>
      <p:sp>
        <p:nvSpPr>
          <p:cNvPr id="39" name="Slide Number Placeholder 38">
            <a:extLst>
              <a:ext uri="{FF2B5EF4-FFF2-40B4-BE49-F238E27FC236}">
                <a16:creationId xmlns:a16="http://schemas.microsoft.com/office/drawing/2014/main" id="{E912FB4D-A37C-30D3-A86D-3CC28AED8032}"/>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9</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4EE5AAB-22BA-8208-6D5D-A0461C0C6CA2}"/>
                  </a:ext>
                </a:extLst>
              </p:cNvPr>
              <p:cNvSpPr txBox="1"/>
              <p:nvPr/>
            </p:nvSpPr>
            <p:spPr>
              <a:xfrm>
                <a:off x="567472" y="1549116"/>
                <a:ext cx="10289137" cy="4551182"/>
              </a:xfrm>
              <a:prstGeom prst="rect">
                <a:avLst/>
              </a:prstGeom>
              <a:noFill/>
            </p:spPr>
            <p:txBody>
              <a:bodyPr wrap="square">
                <a:spAutoFit/>
              </a:bodyPr>
              <a:lstStyle/>
              <a:p>
                <a:pPr marL="285750" indent="-285750">
                  <a:buFont typeface="Arial" panose="020B0604020202020204" pitchFamily="34" charset="0"/>
                  <a:buChar char="•"/>
                </a:pPr>
                <a:r>
                  <a:rPr lang="es-MX" sz="1600" b="1">
                    <a:solidFill>
                      <a:srgbClr val="2EAFC0"/>
                    </a:solidFill>
                    <a:latin typeface="Century Gothic" panose="020B0502020202020204" pitchFamily="34" charset="0"/>
                  </a:rPr>
                  <a:t>A </a:t>
                </a:r>
                <a:r>
                  <a:rPr lang="es-MX" sz="1600" b="1" err="1">
                    <a:solidFill>
                      <a:srgbClr val="2EAFC0"/>
                    </a:solidFill>
                    <a:latin typeface="Century Gothic" panose="020B0502020202020204" pitchFamily="34" charset="0"/>
                  </a:rPr>
                  <a:t>specific</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way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to</a:t>
                </a:r>
                <a:r>
                  <a:rPr lang="es-MX" sz="1600" b="1">
                    <a:solidFill>
                      <a:srgbClr val="2EAFC0"/>
                    </a:solidFill>
                    <a:latin typeface="Century Gothic" panose="020B0502020202020204" pitchFamily="34" charset="0"/>
                  </a:rPr>
                  <a:t> determine, </a:t>
                </a:r>
                <a:r>
                  <a:rPr lang="es-MX" sz="1600" b="1" err="1">
                    <a:solidFill>
                      <a:srgbClr val="2EAFC0"/>
                    </a:solidFill>
                    <a:latin typeface="Century Gothic" panose="020B0502020202020204" pitchFamily="34" charset="0"/>
                  </a:rPr>
                  <a:t>by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arbitrage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argument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can show </a:t>
                </a:r>
                <a:r>
                  <a:rPr lang="es-MX" sz="1600" b="1" err="1">
                    <a:solidFill>
                      <a:srgbClr val="2EAFC0"/>
                    </a:solidFill>
                    <a:latin typeface="Century Gothic" panose="020B0502020202020204" pitchFamily="34" charset="0"/>
                  </a:rPr>
                  <a:t>that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price</a:t>
                </a:r>
                <a:r>
                  <a:rPr lang="es-MX" sz="1600" b="1">
                    <a:solidFill>
                      <a:srgbClr val="2EAFC0"/>
                    </a:solidFill>
                    <a:latin typeface="Century Gothic" panose="020B0502020202020204" pitchFamily="34" charset="0"/>
                  </a:rPr>
                  <a:t> at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upper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must</a:t>
                </a:r>
                <a:r>
                  <a:rPr lang="es-MX" sz="1600" b="1">
                    <a:solidFill>
                      <a:srgbClr val="2EAFC0"/>
                    </a:solidFill>
                    <a:latin typeface="Century Gothic" panose="020B0502020202020204" pitchFamily="34" charset="0"/>
                  </a:rPr>
                  <a:t> be at </a:t>
                </a:r>
                <a:r>
                  <a:rPr lang="es-MX" sz="1600" b="1" err="1">
                    <a:solidFill>
                      <a:srgbClr val="2EAFC0"/>
                    </a:solidFill>
                    <a:latin typeface="Century Gothic" panose="020B0502020202020204" pitchFamily="34" charset="0"/>
                  </a:rPr>
                  <a:t>least</a:t>
                </a:r>
                <a:r>
                  <a:rPr lang="es-MX" sz="1600" b="1">
                    <a:solidFill>
                      <a:srgbClr val="2EAFC0"/>
                    </a:solidFill>
                    <a:latin typeface="Century Gothic" panose="020B0502020202020204" pitchFamily="34" charset="0"/>
                  </a:rPr>
                  <a:t> as </a:t>
                </a:r>
                <a:r>
                  <a:rPr lang="es-MX" sz="1600" b="1" err="1">
                    <a:solidFill>
                      <a:srgbClr val="2EAFC0"/>
                    </a:solidFill>
                    <a:latin typeface="Century Gothic" panose="020B0502020202020204" pitchFamily="34" charset="0"/>
                  </a:rPr>
                  <a:t>high</a:t>
                </a:r>
                <a:r>
                  <a:rPr lang="es-MX" sz="1600" b="1">
                    <a:solidFill>
                      <a:srgbClr val="2EAFC0"/>
                    </a:solidFill>
                    <a:latin typeface="Century Gothic" panose="020B0502020202020204" pitchFamily="34" charset="0"/>
                  </a:rPr>
                  <a:t> as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forward Price and </a:t>
                </a:r>
                <a:r>
                  <a:rPr lang="es-MX" sz="1600" b="1" err="1">
                    <a:solidFill>
                      <a:srgbClr val="2EAFC0"/>
                    </a:solidFill>
                    <a:latin typeface="Century Gothic" panose="020B0502020202020204" pitchFamily="34" charset="0"/>
                  </a:rPr>
                  <a:t>the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lower</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node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must</a:t>
                </a:r>
                <a:r>
                  <a:rPr lang="es-MX" sz="1600" b="1">
                    <a:solidFill>
                      <a:srgbClr val="2EAFC0"/>
                    </a:solidFill>
                    <a:latin typeface="Century Gothic" panose="020B0502020202020204" pitchFamily="34" charset="0"/>
                  </a:rPr>
                  <a:t> be no </a:t>
                </a:r>
                <a:r>
                  <a:rPr lang="es-MX" sz="1600" b="1" err="1">
                    <a:solidFill>
                      <a:srgbClr val="2EAFC0"/>
                    </a:solidFill>
                    <a:latin typeface="Century Gothic" panose="020B0502020202020204" pitchFamily="34" charset="0"/>
                  </a:rPr>
                  <a:t>higher</a:t>
                </a:r>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To </a:t>
                </a:r>
                <a:r>
                  <a:rPr lang="es-MX" sz="1600" b="1" err="1">
                    <a:solidFill>
                      <a:srgbClr val="2EAFC0"/>
                    </a:solidFill>
                    <a:latin typeface="Century Gothic" panose="020B0502020202020204" pitchFamily="34" charset="0"/>
                  </a:rPr>
                  <a:t>guarantee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that</a:t>
                </a:r>
                <a:r>
                  <a:rPr lang="es-MX" sz="1600" b="1">
                    <a:solidFill>
                      <a:srgbClr val="2EAFC0"/>
                    </a:solidFill>
                    <a:latin typeface="Century Gothic" panose="020B0502020202020204" pitchFamily="34" charset="0"/>
                  </a:rPr>
                  <a:t> </a:t>
                </a:r>
                <a14:m>
                  <m:oMath xmlns:m="http://schemas.openxmlformats.org/officeDocument/2006/math">
                    <m:r>
                      <a:rPr lang="es-MX" sz="1600" b="1" i="1" smtClean="0">
                        <a:solidFill>
                          <a:srgbClr val="2EAFC0"/>
                        </a:solidFill>
                        <a:latin typeface="Cambria Math" panose="02040503050406030204" pitchFamily="18" charset="0"/>
                      </a:rPr>
                      <m:t>𝒖</m:t>
                    </m:r>
                  </m:oMath>
                </a14:m>
                <a:r>
                  <a:rPr lang="es-MX" sz="1600" b="1">
                    <a:solidFill>
                      <a:srgbClr val="2EAFC0"/>
                    </a:solidFill>
                    <a:latin typeface="Century Gothic" panose="020B0502020202020204" pitchFamily="34" charset="0"/>
                  </a:rPr>
                  <a:t> and </a:t>
                </a:r>
                <a14:m>
                  <m:oMath xmlns:m="http://schemas.openxmlformats.org/officeDocument/2006/math">
                    <m:r>
                      <a:rPr lang="es-MX" sz="1600" b="1" i="1" smtClean="0">
                        <a:solidFill>
                          <a:srgbClr val="2EAFC0"/>
                        </a:solidFill>
                        <a:latin typeface="Cambria Math" panose="02040503050406030204" pitchFamily="18" charset="0"/>
                      </a:rPr>
                      <m:t>𝒅</m:t>
                    </m:r>
                  </m:oMath>
                </a14:m>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satisfy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this</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property</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we</a:t>
                </a:r>
                <a:r>
                  <a:rPr lang="es-MX" sz="1600" b="1">
                    <a:solidFill>
                      <a:srgbClr val="2EAFC0"/>
                    </a:solidFill>
                    <a:latin typeface="Century Gothic" panose="020B0502020202020204" pitchFamily="34" charset="0"/>
                  </a:rPr>
                  <a:t> set:</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a14:m>
                  <m:oMathPara xmlns:m="http://schemas.openxmlformats.org/officeDocument/2006/math">
                    <m:oMathParaPr>
                      <m:jc m:val="centerGroup"/>
                    </m:oMathParaPr>
                    <m:oMath xmlns:m="http://schemas.openxmlformats.org/officeDocument/2006/math">
                      <m:r>
                        <a:rPr lang="es-MX" sz="1600" b="1" i="1" smtClean="0">
                          <a:solidFill>
                            <a:schemeClr val="tx1"/>
                          </a:solidFill>
                          <a:latin typeface="Cambria Math" panose="02040503050406030204" pitchFamily="18" charset="0"/>
                        </a:rPr>
                        <m:t>𝒖</m:t>
                      </m:r>
                      <m:r>
                        <a:rPr lang="es-MX" sz="1600" b="1" i="1" smtClean="0">
                          <a:solidFill>
                            <a:schemeClr val="tx1"/>
                          </a:solidFill>
                          <a:latin typeface="Cambria Math" panose="02040503050406030204" pitchFamily="18" charset="0"/>
                        </a:rPr>
                        <m:t>=</m:t>
                      </m:r>
                      <m:f>
                        <m:fPr>
                          <m:ctrlPr>
                            <a:rPr lang="es-MX" sz="1600" b="1" i="1" smtClean="0">
                              <a:solidFill>
                                <a:schemeClr val="tx1"/>
                              </a:solidFill>
                              <a:latin typeface="Cambria Math" panose="02040503050406030204" pitchFamily="18" charset="0"/>
                            </a:rPr>
                          </m:ctrlPr>
                        </m:fPr>
                        <m:num>
                          <m:sSub>
                            <m:sSubPr>
                              <m:ctrlPr>
                                <a:rPr lang="es-MX" sz="1600" b="1" i="1" smtClean="0">
                                  <a:solidFill>
                                    <a:schemeClr val="tx1"/>
                                  </a:solidFill>
                                  <a:latin typeface="Cambria Math" panose="02040503050406030204" pitchFamily="18" charset="0"/>
                                </a:rPr>
                              </m:ctrlPr>
                            </m:sSubPr>
                            <m:e>
                              <m:r>
                                <a:rPr lang="es-MX" sz="1600" b="1" i="1" smtClean="0">
                                  <a:solidFill>
                                    <a:schemeClr val="tx1"/>
                                  </a:solidFill>
                                  <a:latin typeface="Cambria Math" panose="02040503050406030204" pitchFamily="18" charset="0"/>
                                </a:rPr>
                                <m:t>𝑭</m:t>
                              </m:r>
                            </m:e>
                            <m:sub>
                              <m:r>
                                <a:rPr lang="es-MX" sz="1600" b="1" i="1" smtClean="0">
                                  <a:solidFill>
                                    <a:schemeClr val="tx1"/>
                                  </a:solidFill>
                                  <a:latin typeface="Cambria Math" panose="02040503050406030204" pitchFamily="18" charset="0"/>
                                </a:rPr>
                                <m:t>𝟎</m:t>
                              </m:r>
                              <m:r>
                                <a:rPr lang="es-MX" sz="1600" b="1" i="1" smtClean="0">
                                  <a:solidFill>
                                    <a:schemeClr val="tx1"/>
                                  </a:solidFill>
                                  <a:latin typeface="Cambria Math" panose="02040503050406030204" pitchFamily="18" charset="0"/>
                                </a:rPr>
                                <m:t>,</m:t>
                              </m:r>
                              <m:r>
                                <a:rPr lang="es-MX" sz="1600" b="1" i="1" smtClean="0">
                                  <a:solidFill>
                                    <a:schemeClr val="tx1"/>
                                  </a:solidFill>
                                  <a:latin typeface="Cambria Math" panose="02040503050406030204" pitchFamily="18" charset="0"/>
                                </a:rPr>
                                <m:t>𝒉</m:t>
                              </m:r>
                            </m:sub>
                          </m:sSub>
                          <m:d>
                            <m:dPr>
                              <m:ctrlPr>
                                <a:rPr lang="es-MX" sz="1600" b="1" i="1" smtClean="0">
                                  <a:solidFill>
                                    <a:schemeClr val="tx1"/>
                                  </a:solidFill>
                                  <a:latin typeface="Cambria Math" panose="02040503050406030204" pitchFamily="18" charset="0"/>
                                </a:rPr>
                              </m:ctrlPr>
                            </m:dPr>
                            <m:e>
                              <m:r>
                                <a:rPr lang="es-MX" sz="1600" b="1" i="1" smtClean="0">
                                  <a:solidFill>
                                    <a:schemeClr val="tx1"/>
                                  </a:solidFill>
                                  <a:latin typeface="Cambria Math" panose="02040503050406030204" pitchFamily="18" charset="0"/>
                                </a:rPr>
                                <m:t>𝑺</m:t>
                              </m:r>
                            </m:e>
                          </m:d>
                        </m:num>
                        <m:den>
                          <m:sSub>
                            <m:sSubPr>
                              <m:ctrlPr>
                                <a:rPr lang="es-MX" sz="1600" b="1" i="1" smtClean="0">
                                  <a:solidFill>
                                    <a:schemeClr val="tx1"/>
                                  </a:solidFill>
                                  <a:latin typeface="Cambria Math" panose="02040503050406030204" pitchFamily="18" charset="0"/>
                                </a:rPr>
                              </m:ctrlPr>
                            </m:sSubPr>
                            <m:e>
                              <m:r>
                                <a:rPr lang="es-MX" sz="1600" b="1" i="1" smtClean="0">
                                  <a:solidFill>
                                    <a:schemeClr val="tx1"/>
                                  </a:solidFill>
                                  <a:latin typeface="Cambria Math" panose="02040503050406030204" pitchFamily="18" charset="0"/>
                                </a:rPr>
                                <m:t>𝑺</m:t>
                              </m:r>
                            </m:e>
                            <m:sub>
                              <m:r>
                                <a:rPr lang="es-MX" sz="1600" b="1" i="1" smtClean="0">
                                  <a:solidFill>
                                    <a:schemeClr val="tx1"/>
                                  </a:solidFill>
                                  <a:latin typeface="Cambria Math" panose="02040503050406030204" pitchFamily="18" charset="0"/>
                                </a:rPr>
                                <m:t>𝟎</m:t>
                              </m:r>
                            </m:sub>
                          </m:sSub>
                        </m:den>
                      </m:f>
                      <m:sSup>
                        <m:sSupPr>
                          <m:ctrlPr>
                            <a:rPr lang="es-MX" sz="1600" b="1" i="1" smtClean="0">
                              <a:solidFill>
                                <a:schemeClr val="tx1"/>
                              </a:solidFill>
                              <a:latin typeface="Cambria Math" panose="02040503050406030204" pitchFamily="18" charset="0"/>
                            </a:rPr>
                          </m:ctrlPr>
                        </m:sSupPr>
                        <m:e>
                          <m:r>
                            <a:rPr lang="es-MX" sz="1600" b="1" i="1" smtClean="0">
                              <a:solidFill>
                                <a:schemeClr val="tx1"/>
                              </a:solidFill>
                              <a:latin typeface="Cambria Math" panose="02040503050406030204" pitchFamily="18" charset="0"/>
                            </a:rPr>
                            <m:t>𝒆</m:t>
                          </m:r>
                        </m:e>
                        <m:sup>
                          <m:r>
                            <a:rPr lang="es-MX" sz="1600" b="1" i="1" smtClean="0">
                              <a:solidFill>
                                <a:schemeClr val="tx1"/>
                              </a:solidFill>
                              <a:latin typeface="Cambria Math" panose="02040503050406030204" pitchFamily="18" charset="0"/>
                            </a:rPr>
                            <m:t>𝝈</m:t>
                          </m:r>
                          <m:r>
                            <a:rPr lang="es-MX" sz="1600" b="1" i="1" smtClean="0">
                              <a:solidFill>
                                <a:schemeClr val="tx1"/>
                              </a:solidFill>
                              <a:latin typeface="Cambria Math" panose="02040503050406030204" pitchFamily="18" charset="0"/>
                            </a:rPr>
                            <m:t>√</m:t>
                          </m:r>
                          <m:r>
                            <a:rPr lang="es-MX" sz="1600" b="1" i="1" smtClean="0">
                              <a:solidFill>
                                <a:schemeClr val="tx1"/>
                              </a:solidFill>
                              <a:latin typeface="Cambria Math" panose="02040503050406030204" pitchFamily="18" charset="0"/>
                            </a:rPr>
                            <m:t>𝒉</m:t>
                          </m:r>
                        </m:sup>
                      </m:sSup>
                      <m:r>
                        <a:rPr lang="es-MX" sz="1600" b="1" i="1">
                          <a:latin typeface="Cambria Math" panose="02040503050406030204" pitchFamily="18" charset="0"/>
                        </a:rPr>
                        <m:t>,</m:t>
                      </m:r>
                      <m:r>
                        <a:rPr lang="es-MX" sz="1600" b="1" i="1" smtClean="0">
                          <a:latin typeface="Cambria Math" panose="02040503050406030204" pitchFamily="18" charset="0"/>
                        </a:rPr>
                        <m:t>  </m:t>
                      </m:r>
                      <m:r>
                        <a:rPr lang="es-MX" sz="1600" b="1" i="1" smtClean="0">
                          <a:latin typeface="Cambria Math" panose="02040503050406030204" pitchFamily="18" charset="0"/>
                        </a:rPr>
                        <m:t>𝒅</m:t>
                      </m:r>
                      <m:r>
                        <a:rPr lang="es-MX" sz="1600" b="1" i="1">
                          <a:latin typeface="Cambria Math" panose="02040503050406030204" pitchFamily="18" charset="0"/>
                        </a:rPr>
                        <m:t>=</m:t>
                      </m:r>
                      <m:f>
                        <m:fPr>
                          <m:ctrlPr>
                            <a:rPr lang="es-MX" sz="1600" b="1" i="1">
                              <a:latin typeface="Cambria Math" panose="02040503050406030204" pitchFamily="18" charset="0"/>
                            </a:rPr>
                          </m:ctrlPr>
                        </m:fPr>
                        <m:num>
                          <m:sSub>
                            <m:sSubPr>
                              <m:ctrlPr>
                                <a:rPr lang="es-MX" sz="1600" b="1" i="1">
                                  <a:latin typeface="Cambria Math" panose="02040503050406030204" pitchFamily="18" charset="0"/>
                                </a:rPr>
                              </m:ctrlPr>
                            </m:sSubPr>
                            <m:e>
                              <m:r>
                                <a:rPr lang="es-MX" sz="1600" b="1" i="1">
                                  <a:latin typeface="Cambria Math" panose="02040503050406030204" pitchFamily="18" charset="0"/>
                                </a:rPr>
                                <m:t>𝑭</m:t>
                              </m:r>
                            </m:e>
                            <m:sub>
                              <m:r>
                                <a:rPr lang="es-MX" sz="1600" b="1" i="1">
                                  <a:latin typeface="Cambria Math" panose="02040503050406030204" pitchFamily="18" charset="0"/>
                                </a:rPr>
                                <m:t>𝟎</m:t>
                              </m:r>
                              <m:r>
                                <a:rPr lang="es-MX" sz="1600" b="1" i="1">
                                  <a:latin typeface="Cambria Math" panose="02040503050406030204" pitchFamily="18" charset="0"/>
                                </a:rPr>
                                <m:t>,</m:t>
                              </m:r>
                              <m:r>
                                <a:rPr lang="es-MX" sz="1600" b="1" i="1">
                                  <a:latin typeface="Cambria Math" panose="02040503050406030204" pitchFamily="18" charset="0"/>
                                </a:rPr>
                                <m:t>𝒉</m:t>
                              </m:r>
                            </m:sub>
                          </m:sSub>
                          <m:d>
                            <m:dPr>
                              <m:ctrlPr>
                                <a:rPr lang="es-MX" sz="1600" b="1" i="1">
                                  <a:latin typeface="Cambria Math" panose="02040503050406030204" pitchFamily="18" charset="0"/>
                                </a:rPr>
                              </m:ctrlPr>
                            </m:dPr>
                            <m:e>
                              <m:r>
                                <a:rPr lang="es-MX" sz="1600" b="1" i="1">
                                  <a:latin typeface="Cambria Math" panose="02040503050406030204" pitchFamily="18" charset="0"/>
                                </a:rPr>
                                <m:t>𝑺</m:t>
                              </m:r>
                            </m:e>
                          </m:d>
                        </m:num>
                        <m:den>
                          <m:sSub>
                            <m:sSubPr>
                              <m:ctrlPr>
                                <a:rPr lang="es-MX" sz="1600" b="1" i="1">
                                  <a:latin typeface="Cambria Math" panose="02040503050406030204" pitchFamily="18" charset="0"/>
                                </a:rPr>
                              </m:ctrlPr>
                            </m:sSubPr>
                            <m:e>
                              <m:r>
                                <a:rPr lang="es-MX" sz="1600" b="1" i="1">
                                  <a:latin typeface="Cambria Math" panose="02040503050406030204" pitchFamily="18" charset="0"/>
                                </a:rPr>
                                <m:t>𝑺</m:t>
                              </m:r>
                            </m:e>
                            <m:sub>
                              <m:r>
                                <a:rPr lang="es-MX" sz="1600" b="1" i="1">
                                  <a:latin typeface="Cambria Math" panose="02040503050406030204" pitchFamily="18" charset="0"/>
                                </a:rPr>
                                <m:t>𝟎</m:t>
                              </m:r>
                            </m:sub>
                          </m:sSub>
                        </m:den>
                      </m:f>
                      <m:sSup>
                        <m:sSupPr>
                          <m:ctrlPr>
                            <a:rPr lang="es-MX" sz="1600" b="1" i="1">
                              <a:latin typeface="Cambria Math" panose="02040503050406030204" pitchFamily="18" charset="0"/>
                            </a:rPr>
                          </m:ctrlPr>
                        </m:sSupPr>
                        <m:e>
                          <m:r>
                            <a:rPr lang="es-MX" sz="1600" b="1" i="1">
                              <a:latin typeface="Cambria Math" panose="02040503050406030204" pitchFamily="18" charset="0"/>
                            </a:rPr>
                            <m:t>𝒆</m:t>
                          </m:r>
                        </m:e>
                        <m:sup>
                          <m:r>
                            <a:rPr lang="es-MX" sz="1600" b="1" i="1" smtClean="0">
                              <a:latin typeface="Cambria Math" panose="02040503050406030204" pitchFamily="18" charset="0"/>
                            </a:rPr>
                            <m:t>−</m:t>
                          </m:r>
                          <m:r>
                            <a:rPr lang="es-MX" sz="1600" b="1" i="1">
                              <a:latin typeface="Cambria Math" panose="02040503050406030204" pitchFamily="18" charset="0"/>
                            </a:rPr>
                            <m:t>𝝈</m:t>
                          </m:r>
                          <m:r>
                            <a:rPr lang="es-MX" sz="1600" b="1" i="1">
                              <a:latin typeface="Cambria Math" panose="02040503050406030204" pitchFamily="18" charset="0"/>
                            </a:rPr>
                            <m:t>√</m:t>
                          </m:r>
                          <m:r>
                            <a:rPr lang="es-MX" sz="1600" b="1" i="1">
                              <a:latin typeface="Cambria Math" panose="02040503050406030204" pitchFamily="18" charset="0"/>
                            </a:rPr>
                            <m:t>𝒉</m:t>
                          </m:r>
                        </m:sup>
                      </m:sSup>
                    </m:oMath>
                  </m:oMathPara>
                </a14:m>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So…</a:t>
                </a: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B4EE5AAB-22BA-8208-6D5D-A0461C0C6CA2}"/>
                  </a:ext>
                </a:extLst>
              </p:cNvPr>
              <p:cNvSpPr txBox="1">
                <a:spLocks noRot="1" noChangeAspect="1" noMove="1" noResize="1" noEditPoints="1" noAdjustHandles="1" noChangeArrowheads="1" noChangeShapeType="1" noTextEdit="1"/>
              </p:cNvSpPr>
              <p:nvPr/>
            </p:nvSpPr>
            <p:spPr>
              <a:xfrm>
                <a:off x="567472" y="1549116"/>
                <a:ext cx="10289137" cy="4551182"/>
              </a:xfrm>
              <a:prstGeom prst="rect">
                <a:avLst/>
              </a:prstGeom>
              <a:blipFill>
                <a:blip r:embed="rId2"/>
                <a:stretch>
                  <a:fillRect l="-237" t="-402"/>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451F637-F163-840A-9CF4-ACFE7716DB4C}"/>
                  </a:ext>
                </a:extLst>
              </p14:cNvPr>
              <p14:cNvContentPartPr/>
              <p14:nvPr/>
            </p14:nvContentPartPr>
            <p14:xfrm>
              <a:off x="1925640" y="2484360"/>
              <a:ext cx="9523800" cy="3380040"/>
            </p14:xfrm>
          </p:contentPart>
        </mc:Choice>
        <mc:Fallback>
          <p:pic>
            <p:nvPicPr>
              <p:cNvPr id="2" name="Ink 1">
                <a:extLst>
                  <a:ext uri="{FF2B5EF4-FFF2-40B4-BE49-F238E27FC236}">
                    <a16:creationId xmlns:a16="http://schemas.microsoft.com/office/drawing/2014/main" id="{0451F637-F163-840A-9CF4-ACFE7716DB4C}"/>
                  </a:ext>
                </a:extLst>
              </p:cNvPr>
              <p:cNvPicPr/>
              <p:nvPr/>
            </p:nvPicPr>
            <p:blipFill>
              <a:blip r:embed="rId4"/>
              <a:stretch>
                <a:fillRect/>
              </a:stretch>
            </p:blipFill>
            <p:spPr>
              <a:xfrm>
                <a:off x="1916280" y="2475000"/>
                <a:ext cx="9542520" cy="3398760"/>
              </a:xfrm>
              <a:prstGeom prst="rect">
                <a:avLst/>
              </a:prstGeom>
            </p:spPr>
          </p:pic>
        </mc:Fallback>
      </mc:AlternateContent>
    </p:spTree>
    <p:extLst>
      <p:ext uri="{BB962C8B-B14F-4D97-AF65-F5344CB8AC3E}">
        <p14:creationId xmlns:p14="http://schemas.microsoft.com/office/powerpoint/2010/main" val="428436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F9BEE-CCC8-32BB-A9EC-EDC15A73D133}"/>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47761515-79F7-0FAA-A847-F82F67563E70}"/>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A88D3514-9B05-1B02-6ACE-939029FB6147}"/>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Binomial </a:t>
            </a:r>
            <a:r>
              <a:rPr lang="es-MX" sz="2400" b="1" i="0" u="none" strike="noStrike" cap="none" err="1">
                <a:solidFill>
                  <a:schemeClr val="accent1"/>
                </a:solidFill>
                <a:latin typeface="Century Gothic"/>
                <a:ea typeface="Century Gothic"/>
                <a:cs typeface="Century Gothic"/>
                <a:sym typeface="Century Gothic"/>
              </a:rPr>
              <a:t>Trees</a:t>
            </a:r>
            <a:r>
              <a:rPr lang="es-MX" sz="2400" b="1" i="0" u="none" strike="noStrike" cap="none">
                <a:solidFill>
                  <a:schemeClr val="accent1"/>
                </a:solidFill>
                <a:latin typeface="Century Gothic"/>
                <a:ea typeface="Century Gothic"/>
                <a:cs typeface="Century Gothic"/>
                <a:sym typeface="Century Gothic"/>
              </a:rPr>
              <a:t> </a:t>
            </a:r>
            <a:r>
              <a:rPr lang="es-MX" sz="2400" b="1" i="0" u="none" strike="noStrike" cap="none" err="1">
                <a:solidFill>
                  <a:schemeClr val="accent1"/>
                </a:solidFill>
                <a:latin typeface="Century Gothic"/>
                <a:ea typeface="Century Gothic"/>
                <a:cs typeface="Century Gothic"/>
                <a:sym typeface="Century Gothic"/>
              </a:rPr>
              <a:t>with</a:t>
            </a:r>
            <a:r>
              <a:rPr lang="es-MX" sz="2400" b="1" i="0" u="none" strike="noStrike" cap="none">
                <a:solidFill>
                  <a:schemeClr val="accent1"/>
                </a:solidFill>
                <a:latin typeface="Century Gothic"/>
                <a:ea typeface="Century Gothic"/>
                <a:cs typeface="Century Gothic"/>
                <a:sym typeface="Century Gothic"/>
              </a:rPr>
              <a:t> forward </a:t>
            </a:r>
            <a:r>
              <a:rPr lang="es-MX" sz="2400" b="1" i="0" u="none" strike="noStrike" cap="none" err="1">
                <a:solidFill>
                  <a:schemeClr val="accent1"/>
                </a:solidFill>
                <a:latin typeface="Century Gothic"/>
                <a:ea typeface="Century Gothic"/>
                <a:cs typeface="Century Gothic"/>
                <a:sym typeface="Century Gothic"/>
              </a:rPr>
              <a:t>prices</a:t>
            </a:r>
            <a:endParaRPr lang="es-MX" sz="2400" b="1" i="0" u="none" strike="noStrike" cap="none">
              <a:solidFill>
                <a:schemeClr val="accent1"/>
              </a:solidFill>
              <a:latin typeface="Century Gothic"/>
              <a:ea typeface="Century Gothic"/>
              <a:cs typeface="Century Gothic"/>
              <a:sym typeface="Century Gothic"/>
            </a:endParaRPr>
          </a:p>
        </p:txBody>
      </p:sp>
      <p:sp>
        <p:nvSpPr>
          <p:cNvPr id="39" name="Slide Number Placeholder 38">
            <a:extLst>
              <a:ext uri="{FF2B5EF4-FFF2-40B4-BE49-F238E27FC236}">
                <a16:creationId xmlns:a16="http://schemas.microsoft.com/office/drawing/2014/main" id="{9FCA9C29-A8AB-2230-CF77-69D48E9F21C3}"/>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10</a:t>
            </a:fld>
            <a:endParaRPr lang="es-E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49DA75A-C2DD-1FC6-95F6-A6630A3BA9E2}"/>
                  </a:ext>
                </a:extLst>
              </p:cNvPr>
              <p:cNvSpPr txBox="1"/>
              <p:nvPr/>
            </p:nvSpPr>
            <p:spPr>
              <a:xfrm>
                <a:off x="579504" y="1407801"/>
                <a:ext cx="10289137" cy="2554545"/>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developed</a:t>
                </a:r>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class</a:t>
                </a:r>
                <a:r>
                  <a:rPr lang="es-MX" sz="1600" b="1">
                    <a:solidFill>
                      <a:srgbClr val="2EAFC0"/>
                    </a:solidFill>
                    <a:latin typeface="Century Gothic" panose="020B0502020202020204" pitchFamily="34" charset="0"/>
                  </a:rPr>
                  <a:t>):</a:t>
                </a: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3 </a:t>
                </a:r>
                <a:r>
                  <a:rPr lang="es-MX" sz="1600" b="1" err="1">
                    <a:solidFill>
                      <a:srgbClr val="2EAFC0"/>
                    </a:solidFill>
                    <a:latin typeface="Century Gothic" panose="020B0502020202020204" pitchFamily="34" charset="0"/>
                  </a:rPr>
                  <a:t>month</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put</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option</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on</a:t>
                </a:r>
                <a:r>
                  <a:rPr lang="es-MX" sz="1600" b="1">
                    <a:solidFill>
                      <a:srgbClr val="2EAFC0"/>
                    </a:solidFill>
                    <a:latin typeface="Century Gothic" panose="020B0502020202020204" pitchFamily="34" charset="0"/>
                  </a:rPr>
                  <a:t> a stock</a:t>
                </a: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Stock Price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75</a:t>
                </a:r>
              </a:p>
              <a:p>
                <a:pPr marL="285750" indent="-285750">
                  <a:buFont typeface="Arial" panose="020B0604020202020204" pitchFamily="34" charset="0"/>
                  <a:buChar char="•"/>
                </a:pPr>
                <a:r>
                  <a:rPr lang="es-MX" sz="1600" b="1">
                    <a:solidFill>
                      <a:srgbClr val="2EAFC0"/>
                    </a:solidFill>
                    <a:latin typeface="Century Gothic" panose="020B0502020202020204" pitchFamily="34" charset="0"/>
                  </a:rPr>
                  <a:t>Strike </a:t>
                </a:r>
                <a:r>
                  <a:rPr lang="es-MX" sz="1600" b="1" err="1">
                    <a:solidFill>
                      <a:srgbClr val="2EAFC0"/>
                    </a:solidFill>
                    <a:latin typeface="Century Gothic" panose="020B0502020202020204" pitchFamily="34" charset="0"/>
                  </a:rPr>
                  <a:t>is</a:t>
                </a:r>
                <a:r>
                  <a:rPr lang="es-MX" sz="1600" b="1">
                    <a:solidFill>
                      <a:srgbClr val="2EAFC0"/>
                    </a:solidFill>
                    <a:latin typeface="Century Gothic" panose="020B0502020202020204" pitchFamily="34" charset="0"/>
                  </a:rPr>
                  <a:t> 80</a:t>
                </a:r>
              </a:p>
              <a:p>
                <a:pPr marL="285750" indent="-285750">
                  <a:buFont typeface="Arial" panose="020B0604020202020204" pitchFamily="34" charset="0"/>
                  <a:buChar char="•"/>
                </a:pPr>
                <a14:m>
                  <m:oMath xmlns:m="http://schemas.openxmlformats.org/officeDocument/2006/math">
                    <m:r>
                      <a:rPr lang="es-MX" sz="1600" b="1" i="1" smtClean="0">
                        <a:solidFill>
                          <a:srgbClr val="2EAFC0"/>
                        </a:solidFill>
                        <a:latin typeface="Cambria Math" panose="02040503050406030204" pitchFamily="18" charset="0"/>
                      </a:rPr>
                      <m:t>𝒓</m:t>
                    </m:r>
                  </m:oMath>
                </a14:m>
                <a:r>
                  <a:rPr lang="es-MX" sz="1600" b="1">
                    <a:solidFill>
                      <a:srgbClr val="2EAFC0"/>
                    </a:solidFill>
                    <a:latin typeface="Century Gothic" panose="020B0502020202020204" pitchFamily="34" charset="0"/>
                  </a:rPr>
                  <a:t> = 0.08</a:t>
                </a:r>
              </a:p>
              <a:p>
                <a:pPr marL="285750" indent="-285750">
                  <a:buFont typeface="Arial" panose="020B0604020202020204" pitchFamily="34" charset="0"/>
                  <a:buChar char="•"/>
                </a:pPr>
                <a14:m>
                  <m:oMath xmlns:m="http://schemas.openxmlformats.org/officeDocument/2006/math">
                    <m:r>
                      <a:rPr lang="es-MX" sz="1600" b="1" i="1" smtClean="0">
                        <a:solidFill>
                          <a:srgbClr val="2EAFC0"/>
                        </a:solidFill>
                        <a:latin typeface="Cambria Math" panose="02040503050406030204" pitchFamily="18" charset="0"/>
                      </a:rPr>
                      <m:t>𝜹</m:t>
                    </m:r>
                  </m:oMath>
                </a14:m>
                <a:r>
                  <a:rPr lang="es-MX" sz="1600" b="1">
                    <a:solidFill>
                      <a:srgbClr val="2EAFC0"/>
                    </a:solidFill>
                    <a:latin typeface="Century Gothic" panose="020B0502020202020204" pitchFamily="34" charset="0"/>
                  </a:rPr>
                  <a:t>=0.02</a:t>
                </a:r>
              </a:p>
              <a:p>
                <a:pPr marL="285750" indent="-285750">
                  <a:buFont typeface="Arial" panose="020B0604020202020204" pitchFamily="34" charset="0"/>
                  <a:buChar char="•"/>
                </a:pPr>
                <a14:m>
                  <m:oMath xmlns:m="http://schemas.openxmlformats.org/officeDocument/2006/math">
                    <m:r>
                      <a:rPr lang="es-MX" sz="1600" b="1" i="1" smtClean="0">
                        <a:solidFill>
                          <a:srgbClr val="2EAFC0"/>
                        </a:solidFill>
                        <a:latin typeface="Cambria Math" panose="02040503050406030204" pitchFamily="18" charset="0"/>
                      </a:rPr>
                      <m:t>𝝈</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𝟎</m:t>
                    </m:r>
                    <m:r>
                      <a:rPr lang="es-MX" sz="1600" b="1" i="1" smtClean="0">
                        <a:solidFill>
                          <a:srgbClr val="2EAFC0"/>
                        </a:solidFill>
                        <a:latin typeface="Cambria Math" panose="02040503050406030204" pitchFamily="18" charset="0"/>
                      </a:rPr>
                      <m:t>.</m:t>
                    </m:r>
                    <m:r>
                      <a:rPr lang="es-MX" sz="1600" b="1" i="1" smtClean="0">
                        <a:solidFill>
                          <a:srgbClr val="2EAFC0"/>
                        </a:solidFill>
                        <a:latin typeface="Cambria Math" panose="02040503050406030204" pitchFamily="18" charset="0"/>
                      </a:rPr>
                      <m:t>𝟑</m:t>
                    </m:r>
                  </m:oMath>
                </a14:m>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Choice>
        <mc:Fallback>
          <p:sp>
            <p:nvSpPr>
              <p:cNvPr id="5" name="TextBox 4">
                <a:extLst>
                  <a:ext uri="{FF2B5EF4-FFF2-40B4-BE49-F238E27FC236}">
                    <a16:creationId xmlns:a16="http://schemas.microsoft.com/office/drawing/2014/main" id="{749DA75A-C2DD-1FC6-95F6-A6630A3BA9E2}"/>
                  </a:ext>
                </a:extLst>
              </p:cNvPr>
              <p:cNvSpPr txBox="1">
                <a:spLocks noRot="1" noChangeAspect="1" noMove="1" noResize="1" noEditPoints="1" noAdjustHandles="1" noChangeArrowheads="1" noChangeShapeType="1" noTextEdit="1"/>
              </p:cNvSpPr>
              <p:nvPr/>
            </p:nvSpPr>
            <p:spPr>
              <a:xfrm>
                <a:off x="579504" y="1407801"/>
                <a:ext cx="10289137" cy="2554545"/>
              </a:xfrm>
              <a:prstGeom prst="rect">
                <a:avLst/>
              </a:prstGeom>
              <a:blipFill>
                <a:blip r:embed="rId2"/>
                <a:stretch>
                  <a:fillRect l="-23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C25D725-956A-A411-7D3B-154B4EB288EF}"/>
                  </a:ext>
                </a:extLst>
              </p14:cNvPr>
              <p14:cNvContentPartPr/>
              <p14:nvPr/>
            </p14:nvContentPartPr>
            <p14:xfrm>
              <a:off x="634680" y="1555560"/>
              <a:ext cx="11194920" cy="5146200"/>
            </p14:xfrm>
          </p:contentPart>
        </mc:Choice>
        <mc:Fallback>
          <p:pic>
            <p:nvPicPr>
              <p:cNvPr id="2" name="Ink 1">
                <a:extLst>
                  <a:ext uri="{FF2B5EF4-FFF2-40B4-BE49-F238E27FC236}">
                    <a16:creationId xmlns:a16="http://schemas.microsoft.com/office/drawing/2014/main" id="{8C25D725-956A-A411-7D3B-154B4EB288EF}"/>
                  </a:ext>
                </a:extLst>
              </p:cNvPr>
              <p:cNvPicPr/>
              <p:nvPr/>
            </p:nvPicPr>
            <p:blipFill>
              <a:blip r:embed="rId4"/>
              <a:stretch>
                <a:fillRect/>
              </a:stretch>
            </p:blipFill>
            <p:spPr>
              <a:xfrm>
                <a:off x="625320" y="1546200"/>
                <a:ext cx="11213640" cy="5164920"/>
              </a:xfrm>
              <a:prstGeom prst="rect">
                <a:avLst/>
              </a:prstGeom>
            </p:spPr>
          </p:pic>
        </mc:Fallback>
      </mc:AlternateContent>
    </p:spTree>
    <p:extLst>
      <p:ext uri="{BB962C8B-B14F-4D97-AF65-F5344CB8AC3E}">
        <p14:creationId xmlns:p14="http://schemas.microsoft.com/office/powerpoint/2010/main" val="957473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8A6A-4715-6CC7-570C-2D984F387933}"/>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E4C3FE19-C355-284E-7818-4C0D57C2098C}"/>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39" name="Slide Number Placeholder 38">
            <a:extLst>
              <a:ext uri="{FF2B5EF4-FFF2-40B4-BE49-F238E27FC236}">
                <a16:creationId xmlns:a16="http://schemas.microsoft.com/office/drawing/2014/main" id="{7CC82AA6-0937-6445-8702-5AC6F25A9415}"/>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11</a:t>
            </a:fld>
            <a:endParaRPr lang="es-ES"/>
          </a:p>
        </p:txBody>
      </p:sp>
      <p:sp>
        <p:nvSpPr>
          <p:cNvPr id="5" name="TextBox 4">
            <a:extLst>
              <a:ext uri="{FF2B5EF4-FFF2-40B4-BE49-F238E27FC236}">
                <a16:creationId xmlns:a16="http://schemas.microsoft.com/office/drawing/2014/main" id="{E13C45A1-1937-BB5B-B61F-761D590A2B5C}"/>
              </a:ext>
            </a:extLst>
          </p:cNvPr>
          <p:cNvSpPr txBox="1"/>
          <p:nvPr/>
        </p:nvSpPr>
        <p:spPr>
          <a:xfrm>
            <a:off x="579504" y="1407801"/>
            <a:ext cx="10289137" cy="830997"/>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Shortcuts</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p:sp>
        <p:nvSpPr>
          <p:cNvPr id="3" name="TextBox 2">
            <a:extLst>
              <a:ext uri="{FF2B5EF4-FFF2-40B4-BE49-F238E27FC236}">
                <a16:creationId xmlns:a16="http://schemas.microsoft.com/office/drawing/2014/main" id="{A36ADD3F-39A6-70A4-2D1B-79076F7DFD1F}"/>
              </a:ext>
            </a:extLst>
          </p:cNvPr>
          <p:cNvSpPr txBox="1"/>
          <p:nvPr/>
        </p:nvSpPr>
        <p:spPr>
          <a:xfrm>
            <a:off x="2800350" y="239930"/>
            <a:ext cx="6202278" cy="646331"/>
          </a:xfrm>
          <a:prstGeom prst="rect">
            <a:avLst/>
          </a:prstGeom>
          <a:noFill/>
        </p:spPr>
        <p:txBody>
          <a:bodyPr wrap="square">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18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1800" b="1" i="0" u="none" strike="noStrike" cap="none">
                <a:solidFill>
                  <a:schemeClr val="accent1"/>
                </a:solidFill>
                <a:latin typeface="Century Gothic"/>
                <a:ea typeface="Century Gothic"/>
                <a:cs typeface="Century Gothic"/>
                <a:sym typeface="Century Gothic"/>
              </a:rPr>
              <a:t>Binomial </a:t>
            </a:r>
            <a:r>
              <a:rPr lang="es-MX" sz="1800" b="1" i="0" u="none" strike="noStrike" cap="none" err="1">
                <a:solidFill>
                  <a:schemeClr val="accent1"/>
                </a:solidFill>
                <a:latin typeface="Century Gothic"/>
                <a:ea typeface="Century Gothic"/>
                <a:cs typeface="Century Gothic"/>
                <a:sym typeface="Century Gothic"/>
              </a:rPr>
              <a:t>Trees</a:t>
            </a:r>
            <a:r>
              <a:rPr lang="es-MX" sz="1800" b="1" i="0" u="none" strike="noStrike" cap="none">
                <a:solidFill>
                  <a:schemeClr val="accent1"/>
                </a:solidFill>
                <a:latin typeface="Century Gothic"/>
                <a:ea typeface="Century Gothic"/>
                <a:cs typeface="Century Gothic"/>
                <a:sym typeface="Century Gothic"/>
              </a:rPr>
              <a:t> </a:t>
            </a:r>
            <a:r>
              <a:rPr lang="es-MX" sz="1800" b="1" i="0" u="none" strike="noStrike" cap="none" err="1">
                <a:solidFill>
                  <a:schemeClr val="accent1"/>
                </a:solidFill>
                <a:latin typeface="Century Gothic"/>
                <a:ea typeface="Century Gothic"/>
                <a:cs typeface="Century Gothic"/>
                <a:sym typeface="Century Gothic"/>
              </a:rPr>
              <a:t>with</a:t>
            </a:r>
            <a:r>
              <a:rPr lang="es-MX" sz="1800" b="1" i="0" u="none" strike="noStrike" cap="none">
                <a:solidFill>
                  <a:schemeClr val="accent1"/>
                </a:solidFill>
                <a:latin typeface="Century Gothic"/>
                <a:ea typeface="Century Gothic"/>
                <a:cs typeface="Century Gothic"/>
                <a:sym typeface="Century Gothic"/>
              </a:rPr>
              <a:t> forward </a:t>
            </a:r>
            <a:r>
              <a:rPr lang="es-MX" sz="1800" b="1" i="0" u="none" strike="noStrike" cap="none" err="1">
                <a:solidFill>
                  <a:schemeClr val="accent1"/>
                </a:solidFill>
                <a:latin typeface="Century Gothic"/>
                <a:ea typeface="Century Gothic"/>
                <a:cs typeface="Century Gothic"/>
                <a:sym typeface="Century Gothic"/>
              </a:rPr>
              <a:t>prices</a:t>
            </a:r>
            <a:endParaRPr lang="es-MX" sz="1800" b="1" i="0" u="none" strike="noStrike" cap="none">
              <a:solidFill>
                <a:schemeClr val="accent1"/>
              </a:solidFill>
              <a:latin typeface="Century Gothic"/>
              <a:ea typeface="Century Gothic"/>
              <a:cs typeface="Century Gothic"/>
              <a:sym typeface="Century Gothic"/>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BCEC90C-7B57-5C16-0F25-7EE3F7A93D1B}"/>
                  </a:ext>
                </a:extLst>
              </p14:cNvPr>
              <p14:cNvContentPartPr/>
              <p14:nvPr/>
            </p14:nvContentPartPr>
            <p14:xfrm>
              <a:off x="610200" y="1308960"/>
              <a:ext cx="10893600" cy="5226480"/>
            </p14:xfrm>
          </p:contentPart>
        </mc:Choice>
        <mc:Fallback>
          <p:pic>
            <p:nvPicPr>
              <p:cNvPr id="2" name="Ink 1">
                <a:extLst>
                  <a:ext uri="{FF2B5EF4-FFF2-40B4-BE49-F238E27FC236}">
                    <a16:creationId xmlns:a16="http://schemas.microsoft.com/office/drawing/2014/main" id="{5BCEC90C-7B57-5C16-0F25-7EE3F7A93D1B}"/>
                  </a:ext>
                </a:extLst>
              </p:cNvPr>
              <p:cNvPicPr/>
              <p:nvPr/>
            </p:nvPicPr>
            <p:blipFill>
              <a:blip r:embed="rId3"/>
              <a:stretch>
                <a:fillRect/>
              </a:stretch>
            </p:blipFill>
            <p:spPr>
              <a:xfrm>
                <a:off x="600840" y="1299600"/>
                <a:ext cx="10912320" cy="5245200"/>
              </a:xfrm>
              <a:prstGeom prst="rect">
                <a:avLst/>
              </a:prstGeom>
            </p:spPr>
          </p:pic>
        </mc:Fallback>
      </mc:AlternateContent>
    </p:spTree>
    <p:extLst>
      <p:ext uri="{BB962C8B-B14F-4D97-AF65-F5344CB8AC3E}">
        <p14:creationId xmlns:p14="http://schemas.microsoft.com/office/powerpoint/2010/main" val="464273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0289-0648-7455-F379-0E25A2DF4652}"/>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F71FE1E4-173B-2F33-EB69-E189B99B7D5F}"/>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A18CCABF-80D9-42BB-268D-20BCB1E34BD0}"/>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American </a:t>
            </a:r>
            <a:r>
              <a:rPr lang="es-MX" sz="2400" b="1" i="0" u="none" strike="noStrike" cap="none" err="1">
                <a:solidFill>
                  <a:schemeClr val="accent1"/>
                </a:solidFill>
                <a:latin typeface="Century Gothic"/>
                <a:ea typeface="Century Gothic"/>
                <a:cs typeface="Century Gothic"/>
                <a:sym typeface="Century Gothic"/>
              </a:rPr>
              <a:t>Options</a:t>
            </a:r>
            <a:endParaRPr lang="es-MX" sz="2400" b="1" i="0" u="none" strike="noStrike" cap="none">
              <a:solidFill>
                <a:schemeClr val="accent1"/>
              </a:solidFill>
              <a:latin typeface="Century Gothic"/>
              <a:ea typeface="Century Gothic"/>
              <a:cs typeface="Century Gothic"/>
              <a:sym typeface="Century Gothic"/>
            </a:endParaRPr>
          </a:p>
        </p:txBody>
      </p:sp>
      <p:sp>
        <p:nvSpPr>
          <p:cNvPr id="39" name="Slide Number Placeholder 38">
            <a:extLst>
              <a:ext uri="{FF2B5EF4-FFF2-40B4-BE49-F238E27FC236}">
                <a16:creationId xmlns:a16="http://schemas.microsoft.com/office/drawing/2014/main" id="{D3D9D752-572C-671C-8C46-CA47C5A85245}"/>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12</a:t>
            </a:fld>
            <a:endParaRPr lang="es-ES"/>
          </a:p>
        </p:txBody>
      </p:sp>
      <p:sp>
        <p:nvSpPr>
          <p:cNvPr id="5" name="TextBox 4">
            <a:extLst>
              <a:ext uri="{FF2B5EF4-FFF2-40B4-BE49-F238E27FC236}">
                <a16:creationId xmlns:a16="http://schemas.microsoft.com/office/drawing/2014/main" id="{41D55636-BA58-8EFF-14B2-640D7BA7BA4B}"/>
              </a:ext>
            </a:extLst>
          </p:cNvPr>
          <p:cNvSpPr txBox="1"/>
          <p:nvPr/>
        </p:nvSpPr>
        <p:spPr>
          <a:xfrm>
            <a:off x="579504" y="1407801"/>
            <a:ext cx="10289137" cy="1323439"/>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n-US" sz="1600" b="1">
                <a:solidFill>
                  <a:srgbClr val="2EAFC0"/>
                </a:solidFill>
                <a:latin typeface="Century Gothic" panose="020B0502020202020204" pitchFamily="34" charset="0"/>
              </a:rPr>
              <a:t>American options are easily accommodated. We assume that exercise is only possible at the end of a period of the tree. The only difference between a tree for an American and a European option is that when pulling back for an American option, the value of the option is the higher of the pulled back value and the exercise value. If the exercise value is higher, then it is optimal to exercise…</a:t>
            </a:r>
            <a:endParaRPr lang="es-MX" sz="1600" b="1">
              <a:solidFill>
                <a:srgbClr val="2EAFC0"/>
              </a:solidFill>
              <a:latin typeface="Century Gothic" panose="020B0502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2F66836-673C-B6E2-8549-45B23B17EFF8}"/>
                  </a:ext>
                </a:extLst>
              </p:cNvPr>
              <p:cNvSpPr txBox="1"/>
              <p:nvPr/>
            </p:nvSpPr>
            <p:spPr>
              <a:xfrm>
                <a:off x="579504" y="3588101"/>
                <a:ext cx="5576441" cy="2308324"/>
              </a:xfrm>
              <a:prstGeom prst="rect">
                <a:avLst/>
              </a:prstGeom>
              <a:noFill/>
            </p:spPr>
            <p:txBody>
              <a:bodyPr wrap="square">
                <a:spAutoFit/>
              </a:bodyPr>
              <a:lstStyle/>
              <a:p>
                <a:r>
                  <a:rPr lang="en-US"/>
                  <a:t>For a 6-month European put option on a non dividend paying stock:</a:t>
                </a:r>
              </a:p>
              <a:p>
                <a:endParaRPr lang="en-US"/>
              </a:p>
              <a:p>
                <a:pPr marL="400050" indent="-400050">
                  <a:buAutoNum type="romanLcParenBoth"/>
                </a:pPr>
                <a:r>
                  <a:rPr lang="en-US"/>
                  <a:t>The stock’s price is currently 150.</a:t>
                </a:r>
              </a:p>
              <a:p>
                <a:pPr marL="400050" indent="-400050">
                  <a:buAutoNum type="romanLcParenBoth"/>
                </a:pPr>
                <a:r>
                  <a:rPr lang="es-MX" b="0"/>
                  <a:t> </a:t>
                </a:r>
                <a14:m>
                  <m:oMath xmlns:m="http://schemas.openxmlformats.org/officeDocument/2006/math">
                    <m:r>
                      <a:rPr lang="es-MX" b="0" i="1" smtClean="0">
                        <a:latin typeface="Cambria Math" panose="02040503050406030204" pitchFamily="18" charset="0"/>
                      </a:rPr>
                      <m:t>𝑢</m:t>
                    </m:r>
                    <m:r>
                      <a:rPr lang="es-MX" b="0" i="1" smtClean="0">
                        <a:latin typeface="Cambria Math" panose="02040503050406030204" pitchFamily="18" charset="0"/>
                      </a:rPr>
                      <m:t>=1.3</m:t>
                    </m:r>
                  </m:oMath>
                </a14:m>
                <a:r>
                  <a:rPr lang="en-US"/>
                  <a:t> and </a:t>
                </a:r>
                <a14:m>
                  <m:oMath xmlns:m="http://schemas.openxmlformats.org/officeDocument/2006/math">
                    <m:r>
                      <a:rPr lang="es-MX" b="0" i="1" smtClean="0">
                        <a:latin typeface="Cambria Math" panose="02040503050406030204" pitchFamily="18" charset="0"/>
                      </a:rPr>
                      <m:t>𝑑</m:t>
                    </m:r>
                    <m:r>
                      <a:rPr lang="es-MX" b="0" i="1" smtClean="0">
                        <a:latin typeface="Cambria Math" panose="02040503050406030204" pitchFamily="18" charset="0"/>
                      </a:rPr>
                      <m:t>=0.7</m:t>
                    </m:r>
                  </m:oMath>
                </a14:m>
                <a:r>
                  <a:rPr lang="en-US"/>
                  <a:t>. </a:t>
                </a:r>
              </a:p>
              <a:p>
                <a:pPr marL="400050" indent="-400050">
                  <a:buAutoNum type="romanLcParenBoth"/>
                </a:pPr>
                <a:r>
                  <a:rPr lang="en-US"/>
                  <a:t>The strike price is 160. </a:t>
                </a:r>
              </a:p>
              <a:p>
                <a:pPr marL="400050" indent="-400050">
                  <a:buAutoNum type="romanLcParenBoth"/>
                </a:pPr>
                <a:r>
                  <a:rPr lang="en-US"/>
                  <a:t>The continuously compounded risk-free rate is 6%.</a:t>
                </a:r>
              </a:p>
              <a:p>
                <a:pPr marL="400050" indent="-400050">
                  <a:buAutoNum type="romanLcParenBoth"/>
                </a:pPr>
                <a:r>
                  <a:rPr lang="en-US"/>
                  <a:t>The option is modeled with a 2-period binomial tree</a:t>
                </a:r>
              </a:p>
            </p:txBody>
          </p:sp>
        </mc:Choice>
        <mc:Fallback>
          <p:sp>
            <p:nvSpPr>
              <p:cNvPr id="2" name="TextBox 1">
                <a:extLst>
                  <a:ext uri="{FF2B5EF4-FFF2-40B4-BE49-F238E27FC236}">
                    <a16:creationId xmlns:a16="http://schemas.microsoft.com/office/drawing/2014/main" id="{32F66836-673C-B6E2-8549-45B23B17EFF8}"/>
                  </a:ext>
                </a:extLst>
              </p:cNvPr>
              <p:cNvSpPr txBox="1">
                <a:spLocks noRot="1" noChangeAspect="1" noMove="1" noResize="1" noEditPoints="1" noAdjustHandles="1" noChangeArrowheads="1" noChangeShapeType="1" noTextEdit="1"/>
              </p:cNvSpPr>
              <p:nvPr/>
            </p:nvSpPr>
            <p:spPr>
              <a:xfrm>
                <a:off x="579504" y="3588101"/>
                <a:ext cx="5576441" cy="2308324"/>
              </a:xfrm>
              <a:prstGeom prst="rect">
                <a:avLst/>
              </a:prstGeom>
              <a:blipFill>
                <a:blip r:embed="rId2"/>
                <a:stretch>
                  <a:fillRect l="-874" t="-1587" b="-343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BA04D76-94B0-E81D-B4DC-EC2EF50E61EF}"/>
                  </a:ext>
                </a:extLst>
              </p14:cNvPr>
              <p14:cNvContentPartPr/>
              <p14:nvPr/>
            </p14:nvContentPartPr>
            <p14:xfrm>
              <a:off x="1189800" y="3564720"/>
              <a:ext cx="8974440" cy="2375640"/>
            </p14:xfrm>
          </p:contentPart>
        </mc:Choice>
        <mc:Fallback>
          <p:pic>
            <p:nvPicPr>
              <p:cNvPr id="3" name="Ink 2">
                <a:extLst>
                  <a:ext uri="{FF2B5EF4-FFF2-40B4-BE49-F238E27FC236}">
                    <a16:creationId xmlns:a16="http://schemas.microsoft.com/office/drawing/2014/main" id="{7BA04D76-94B0-E81D-B4DC-EC2EF50E61EF}"/>
                  </a:ext>
                </a:extLst>
              </p:cNvPr>
              <p:cNvPicPr/>
              <p:nvPr/>
            </p:nvPicPr>
            <p:blipFill>
              <a:blip r:embed="rId4"/>
              <a:stretch>
                <a:fillRect/>
              </a:stretch>
            </p:blipFill>
            <p:spPr>
              <a:xfrm>
                <a:off x="1180440" y="3555360"/>
                <a:ext cx="8993160" cy="2394360"/>
              </a:xfrm>
              <a:prstGeom prst="rect">
                <a:avLst/>
              </a:prstGeom>
            </p:spPr>
          </p:pic>
        </mc:Fallback>
      </mc:AlternateContent>
    </p:spTree>
    <p:extLst>
      <p:ext uri="{BB962C8B-B14F-4D97-AF65-F5344CB8AC3E}">
        <p14:creationId xmlns:p14="http://schemas.microsoft.com/office/powerpoint/2010/main" val="4260582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175E6-3082-0BB9-C827-A6906E6A0820}"/>
              </a:ext>
            </a:extLst>
          </p:cNvPr>
          <p:cNvSpPr>
            <a:spLocks noGrp="1"/>
          </p:cNvSpPr>
          <p:nvPr>
            <p:ph type="sldNum" sz="quarter" idx="12"/>
          </p:nvPr>
        </p:nvSpPr>
        <p:spPr/>
        <p:txBody>
          <a:bodyPr/>
          <a:lstStyle/>
          <a:p>
            <a:fld id="{4FAB73BC-B049-4115-A692-8D63A059BFB8}" type="slidenum">
              <a:rPr lang="es-ES" smtClean="0"/>
              <a:pPr/>
              <a:t>13</a:t>
            </a:fld>
            <a:endParaRPr lang="es-ES"/>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7BC1716-C639-BD86-0500-209CC60475F9}"/>
                  </a:ext>
                </a:extLst>
              </p14:cNvPr>
              <p14:cNvContentPartPr/>
              <p14:nvPr/>
            </p14:nvContentPartPr>
            <p14:xfrm>
              <a:off x="447840" y="95040"/>
              <a:ext cx="11655720" cy="6565320"/>
            </p14:xfrm>
          </p:contentPart>
        </mc:Choice>
        <mc:Fallback>
          <p:pic>
            <p:nvPicPr>
              <p:cNvPr id="3" name="Ink 2">
                <a:extLst>
                  <a:ext uri="{FF2B5EF4-FFF2-40B4-BE49-F238E27FC236}">
                    <a16:creationId xmlns:a16="http://schemas.microsoft.com/office/drawing/2014/main" id="{27BC1716-C639-BD86-0500-209CC60475F9}"/>
                  </a:ext>
                </a:extLst>
              </p:cNvPr>
              <p:cNvPicPr/>
              <p:nvPr/>
            </p:nvPicPr>
            <p:blipFill>
              <a:blip r:embed="rId3"/>
              <a:stretch>
                <a:fillRect/>
              </a:stretch>
            </p:blipFill>
            <p:spPr>
              <a:xfrm>
                <a:off x="438480" y="85680"/>
                <a:ext cx="11674440" cy="6584040"/>
              </a:xfrm>
              <a:prstGeom prst="rect">
                <a:avLst/>
              </a:prstGeom>
            </p:spPr>
          </p:pic>
        </mc:Fallback>
      </mc:AlternateContent>
    </p:spTree>
    <p:extLst>
      <p:ext uri="{BB962C8B-B14F-4D97-AF65-F5344CB8AC3E}">
        <p14:creationId xmlns:p14="http://schemas.microsoft.com/office/powerpoint/2010/main" val="3114490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9915B-3593-24E6-F3FF-6EC8A2590149}"/>
            </a:ext>
          </a:extLst>
        </p:cNvPr>
        <p:cNvGrpSpPr/>
        <p:nvPr/>
      </p:nvGrpSpPr>
      <p:grpSpPr>
        <a:xfrm>
          <a:off x="0" y="0"/>
          <a:ext cx="0" cy="0"/>
          <a:chOff x="0" y="0"/>
          <a:chExt cx="0" cy="0"/>
        </a:xfrm>
      </p:grpSpPr>
      <p:sp>
        <p:nvSpPr>
          <p:cNvPr id="6" name="Google Shape;280;p46">
            <a:extLst>
              <a:ext uri="{FF2B5EF4-FFF2-40B4-BE49-F238E27FC236}">
                <a16:creationId xmlns:a16="http://schemas.microsoft.com/office/drawing/2014/main" id="{BC376634-7013-8A5D-4E54-CE515EF9CB58}"/>
              </a:ext>
            </a:extLst>
          </p:cNvPr>
          <p:cNvSpPr/>
          <p:nvPr/>
        </p:nvSpPr>
        <p:spPr>
          <a:xfrm>
            <a:off x="2667321" y="-1"/>
            <a:ext cx="9525000" cy="1126195"/>
          </a:xfrm>
          <a:custGeom>
            <a:avLst/>
            <a:gdLst/>
            <a:ahLst/>
            <a:cxnLst/>
            <a:rect l="l" t="t" r="r" b="b"/>
            <a:pathLst>
              <a:path w="3810000" h="5238115" extrusionOk="0">
                <a:moveTo>
                  <a:pt x="3810000" y="0"/>
                </a:moveTo>
                <a:lnTo>
                  <a:pt x="0" y="0"/>
                </a:lnTo>
                <a:lnTo>
                  <a:pt x="0" y="5238000"/>
                </a:lnTo>
                <a:lnTo>
                  <a:pt x="3810000" y="5238000"/>
                </a:lnTo>
                <a:lnTo>
                  <a:pt x="3810000" y="0"/>
                </a:lnTo>
                <a:close/>
              </a:path>
            </a:pathLst>
          </a:custGeom>
          <a:solidFill>
            <a:srgbClr val="A5A5A5">
              <a:alpha val="1450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7" name="Google Shape;191;p42">
            <a:extLst>
              <a:ext uri="{FF2B5EF4-FFF2-40B4-BE49-F238E27FC236}">
                <a16:creationId xmlns:a16="http://schemas.microsoft.com/office/drawing/2014/main" id="{3A1ACC2F-7C30-0250-0456-68C469F3B5E2}"/>
              </a:ext>
            </a:extLst>
          </p:cNvPr>
          <p:cNvSpPr txBox="1"/>
          <p:nvPr/>
        </p:nvSpPr>
        <p:spPr>
          <a:xfrm>
            <a:off x="2997785" y="288422"/>
            <a:ext cx="886375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Derivatives</a:t>
            </a:r>
          </a:p>
          <a:p>
            <a:pPr marL="0" marR="0" lvl="0" indent="0" algn="l" rtl="0">
              <a:lnSpc>
                <a:spcPct val="100000"/>
              </a:lnSpc>
              <a:spcBef>
                <a:spcPts val="0"/>
              </a:spcBef>
              <a:spcAft>
                <a:spcPts val="0"/>
              </a:spcAft>
              <a:buClr>
                <a:schemeClr val="accent1"/>
              </a:buClr>
              <a:buSzPts val="2400"/>
              <a:buFont typeface="Century Gothic"/>
              <a:buNone/>
            </a:pPr>
            <a:r>
              <a:rPr lang="es-MX" sz="2400" b="1" i="0" u="none" strike="noStrike" cap="none">
                <a:solidFill>
                  <a:schemeClr val="accent1"/>
                </a:solidFill>
                <a:latin typeface="Century Gothic"/>
                <a:ea typeface="Century Gothic"/>
                <a:cs typeface="Century Gothic"/>
                <a:sym typeface="Century Gothic"/>
              </a:rPr>
              <a:t>American </a:t>
            </a:r>
            <a:r>
              <a:rPr lang="es-MX" sz="2400" b="1" i="0" u="none" strike="noStrike" cap="none" err="1">
                <a:solidFill>
                  <a:schemeClr val="accent1"/>
                </a:solidFill>
                <a:latin typeface="Century Gothic"/>
                <a:ea typeface="Century Gothic"/>
                <a:cs typeface="Century Gothic"/>
                <a:sym typeface="Century Gothic"/>
              </a:rPr>
              <a:t>Options</a:t>
            </a:r>
            <a:endParaRPr lang="es-MX" sz="2400" b="1" i="0" u="none" strike="noStrike" cap="none">
              <a:solidFill>
                <a:schemeClr val="accent1"/>
              </a:solidFill>
              <a:latin typeface="Century Gothic"/>
              <a:ea typeface="Century Gothic"/>
              <a:cs typeface="Century Gothic"/>
              <a:sym typeface="Century Gothic"/>
            </a:endParaRPr>
          </a:p>
        </p:txBody>
      </p:sp>
      <p:sp>
        <p:nvSpPr>
          <p:cNvPr id="39" name="Slide Number Placeholder 38">
            <a:extLst>
              <a:ext uri="{FF2B5EF4-FFF2-40B4-BE49-F238E27FC236}">
                <a16:creationId xmlns:a16="http://schemas.microsoft.com/office/drawing/2014/main" id="{C7B1FCF5-18A4-9C6B-E662-7D230C3358CD}"/>
              </a:ext>
            </a:extLst>
          </p:cNvPr>
          <p:cNvSpPr>
            <a:spLocks noGrp="1"/>
          </p:cNvSpPr>
          <p:nvPr>
            <p:ph type="sldNum" sz="quarter" idx="12"/>
          </p:nvPr>
        </p:nvSpPr>
        <p:spPr>
          <a:xfrm>
            <a:off x="10676136" y="6142499"/>
            <a:ext cx="1536715" cy="750498"/>
          </a:xfrm>
        </p:spPr>
        <p:txBody>
          <a:bodyPr/>
          <a:lstStyle/>
          <a:p>
            <a:fld id="{4FAB73BC-B049-4115-A692-8D63A059BFB8}" type="slidenum">
              <a:rPr lang="es-ES" smtClean="0"/>
              <a:pPr/>
              <a:t>14</a:t>
            </a:fld>
            <a:endParaRPr lang="es-ES"/>
          </a:p>
        </p:txBody>
      </p:sp>
      <p:sp>
        <p:nvSpPr>
          <p:cNvPr id="5" name="TextBox 4">
            <a:extLst>
              <a:ext uri="{FF2B5EF4-FFF2-40B4-BE49-F238E27FC236}">
                <a16:creationId xmlns:a16="http://schemas.microsoft.com/office/drawing/2014/main" id="{2B05855C-9238-E59B-E525-31B9C68F7EA8}"/>
              </a:ext>
            </a:extLst>
          </p:cNvPr>
          <p:cNvSpPr txBox="1"/>
          <p:nvPr/>
        </p:nvSpPr>
        <p:spPr>
          <a:xfrm>
            <a:off x="579504" y="1407801"/>
            <a:ext cx="10289137" cy="830997"/>
          </a:xfrm>
          <a:prstGeom prst="rect">
            <a:avLst/>
          </a:prstGeom>
          <a:noFill/>
        </p:spPr>
        <p:txBody>
          <a:bodyPr wrap="square">
            <a:spAutoFit/>
          </a:bodyPr>
          <a:lstStyle/>
          <a:p>
            <a:pPr marL="285750" indent="-285750">
              <a:buFont typeface="Arial" panose="020B0604020202020204" pitchFamily="34" charset="0"/>
              <a:buChar char="•"/>
            </a:pPr>
            <a:endParaRPr lang="es-MX" sz="1600" b="1">
              <a:solidFill>
                <a:srgbClr val="2EAFC0"/>
              </a:solidFill>
              <a:latin typeface="Century Gothic" panose="020B0502020202020204" pitchFamily="34" charset="0"/>
            </a:endParaRPr>
          </a:p>
          <a:p>
            <a:pPr marL="285750" indent="-285750">
              <a:buFont typeface="Arial" panose="020B0604020202020204" pitchFamily="34" charset="0"/>
              <a:buChar char="•"/>
            </a:pPr>
            <a:r>
              <a:rPr lang="es-MX" sz="1600" b="1" err="1">
                <a:solidFill>
                  <a:srgbClr val="2EAFC0"/>
                </a:solidFill>
                <a:latin typeface="Century Gothic" panose="020B0502020202020204" pitchFamily="34" charset="0"/>
              </a:rPr>
              <a:t>Example</a:t>
            </a:r>
            <a:r>
              <a:rPr lang="es-MX" sz="1600" b="1">
                <a:solidFill>
                  <a:srgbClr val="2EAFC0"/>
                </a:solidFill>
                <a:latin typeface="Century Gothic" panose="020B0502020202020204" pitchFamily="34" charset="0"/>
              </a:rPr>
              <a:t> (</a:t>
            </a:r>
            <a:r>
              <a:rPr lang="es-MX" sz="1600" b="1" err="1">
                <a:solidFill>
                  <a:srgbClr val="2EAFC0"/>
                </a:solidFill>
                <a:latin typeface="Century Gothic" panose="020B0502020202020204" pitchFamily="34" charset="0"/>
              </a:rPr>
              <a:t>developed</a:t>
            </a:r>
            <a:r>
              <a:rPr lang="es-MX" sz="1600" b="1">
                <a:solidFill>
                  <a:srgbClr val="2EAFC0"/>
                </a:solidFill>
                <a:latin typeface="Century Gothic" panose="020B0502020202020204" pitchFamily="34" charset="0"/>
              </a:rPr>
              <a:t> in </a:t>
            </a:r>
            <a:r>
              <a:rPr lang="es-MX" sz="1600" b="1" err="1">
                <a:solidFill>
                  <a:srgbClr val="2EAFC0"/>
                </a:solidFill>
                <a:latin typeface="Century Gothic" panose="020B0502020202020204" pitchFamily="34" charset="0"/>
              </a:rPr>
              <a:t>class</a:t>
            </a:r>
            <a:r>
              <a:rPr lang="es-MX" sz="1600" b="1">
                <a:solidFill>
                  <a:srgbClr val="2EAFC0"/>
                </a:solidFill>
                <a:latin typeface="Century Gothic" panose="020B0502020202020204" pitchFamily="34" charset="0"/>
              </a:rPr>
              <a:t>):</a:t>
            </a:r>
            <a:endParaRPr lang="es-MX" sz="1600">
              <a:latin typeface="Century Gothic" panose="020B0502020202020204" pitchFamily="34" charset="0"/>
            </a:endParaRPr>
          </a:p>
          <a:p>
            <a:endParaRPr lang="es-MX" sz="1600" b="1">
              <a:solidFill>
                <a:srgbClr val="2EAFC0"/>
              </a:solidFill>
              <a:latin typeface="Century Gothic" panose="020B0502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3D5589C-63C6-F9A9-1B71-C892CC2A183F}"/>
                  </a:ext>
                </a:extLst>
              </p14:cNvPr>
              <p14:cNvContentPartPr/>
              <p14:nvPr/>
            </p14:nvContentPartPr>
            <p14:xfrm>
              <a:off x="1579680" y="2293920"/>
              <a:ext cx="8988480" cy="4192920"/>
            </p14:xfrm>
          </p:contentPart>
        </mc:Choice>
        <mc:Fallback>
          <p:pic>
            <p:nvPicPr>
              <p:cNvPr id="2" name="Ink 1">
                <a:extLst>
                  <a:ext uri="{FF2B5EF4-FFF2-40B4-BE49-F238E27FC236}">
                    <a16:creationId xmlns:a16="http://schemas.microsoft.com/office/drawing/2014/main" id="{73D5589C-63C6-F9A9-1B71-C892CC2A183F}"/>
                  </a:ext>
                </a:extLst>
              </p:cNvPr>
              <p:cNvPicPr/>
              <p:nvPr/>
            </p:nvPicPr>
            <p:blipFill>
              <a:blip r:embed="rId3"/>
              <a:stretch>
                <a:fillRect/>
              </a:stretch>
            </p:blipFill>
            <p:spPr>
              <a:xfrm>
                <a:off x="1570320" y="2284560"/>
                <a:ext cx="9007200" cy="4211640"/>
              </a:xfrm>
              <a:prstGeom prst="rect">
                <a:avLst/>
              </a:prstGeom>
            </p:spPr>
          </p:pic>
        </mc:Fallback>
      </mc:AlternateContent>
    </p:spTree>
    <p:extLst>
      <p:ext uri="{BB962C8B-B14F-4D97-AF65-F5344CB8AC3E}">
        <p14:creationId xmlns:p14="http://schemas.microsoft.com/office/powerpoint/2010/main" val="277080785"/>
      </p:ext>
    </p:extLst>
  </p:cSld>
  <p:clrMapOvr>
    <a:masterClrMapping/>
  </p:clrMapOvr>
</p:sld>
</file>

<file path=ppt/theme/theme1.xml><?xml version="1.0" encoding="utf-8"?>
<a:theme xmlns:a="http://schemas.openxmlformats.org/drawingml/2006/main" name="Metropolitano">
  <a:themeElements>
    <a:clrScheme name="Actinver">
      <a:dk1>
        <a:sysClr val="windowText" lastClr="000000"/>
      </a:dk1>
      <a:lt1>
        <a:sysClr val="window" lastClr="FFFFFF"/>
      </a:lt1>
      <a:dk2>
        <a:srgbClr val="44546A"/>
      </a:dk2>
      <a:lt2>
        <a:srgbClr val="E7E6E6"/>
      </a:lt2>
      <a:accent1>
        <a:srgbClr val="041E42"/>
      </a:accent1>
      <a:accent2>
        <a:srgbClr val="B6A269"/>
      </a:accent2>
      <a:accent3>
        <a:srgbClr val="555860"/>
      </a:accent3>
      <a:accent4>
        <a:srgbClr val="33CCFF"/>
      </a:accent4>
      <a:accent5>
        <a:srgbClr val="5B9BD5"/>
      </a:accent5>
      <a:accent6>
        <a:srgbClr val="78909C"/>
      </a:accent6>
      <a:hlink>
        <a:srgbClr val="0563C1"/>
      </a:hlink>
      <a:folHlink>
        <a:srgbClr val="008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Office_36807008_TF22529792.potx" id="{3AE242E2-91E1-4D72-96F5-78A7E90E9C42}" vid="{B9759275-40E6-43FA-8B19-424C4EFBE06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C149337-CC20-42E7-8327-E5212BE3445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11AEF4D-E1F1-46B8-8C58-B490BFDD64A4}">
  <ds:schemaRefs>
    <ds:schemaRef ds:uri="http://schemas.microsoft.com/sharepoint/v3/contenttype/forms"/>
  </ds:schemaRefs>
</ds:datastoreItem>
</file>

<file path=customXml/itemProps3.xml><?xml version="1.0" encoding="utf-8"?>
<ds:datastoreItem xmlns:ds="http://schemas.openxmlformats.org/officeDocument/2006/customXml" ds:itemID="{9C13C901-7F07-466C-BBFB-37B66ED1F691}">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TM03457475[[fn=Marco]]</Template>
  <TotalTime>0</TotalTime>
  <Words>949</Words>
  <Application>Microsoft Office PowerPoint</Application>
  <PresentationFormat>Widescreen</PresentationFormat>
  <Paragraphs>157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 Math</vt:lpstr>
      <vt:lpstr>Century Gothic</vt:lpstr>
      <vt:lpstr>Verdana</vt:lpstr>
      <vt:lpstr>Metropolitano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Lorem Ipsum</dc:title>
  <dc:creator>Ramon de la Rosa</dc:creator>
  <cp:lastModifiedBy>Gustavo Muñoz</cp:lastModifiedBy>
  <cp:revision>1</cp:revision>
  <dcterms:created xsi:type="dcterms:W3CDTF">2021-03-02T18:25:48Z</dcterms:created>
  <dcterms:modified xsi:type="dcterms:W3CDTF">2025-11-01T16:52:13Z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